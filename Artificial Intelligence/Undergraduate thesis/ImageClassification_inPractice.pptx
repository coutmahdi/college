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  <p:sldMasterId id="2147483706" r:id="rId2"/>
  </p:sldMasterIdLst>
  <p:notesMasterIdLst>
    <p:notesMasterId r:id="rId21"/>
  </p:notesMasterIdLst>
  <p:sldIdLst>
    <p:sldId id="256" r:id="rId3"/>
    <p:sldId id="257" r:id="rId4"/>
    <p:sldId id="340" r:id="rId5"/>
    <p:sldId id="351" r:id="rId6"/>
    <p:sldId id="350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36" r:id="rId17"/>
    <p:sldId id="337" r:id="rId18"/>
    <p:sldId id="338" r:id="rId19"/>
    <p:sldId id="339" r:id="rId20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22"/>
      <p:bold r:id="rId23"/>
      <p:italic r:id="rId24"/>
      <p:boldItalic r:id="rId25"/>
    </p:embeddedFont>
    <p:embeddedFont>
      <p:font typeface="IBM Plex Sans Medium" panose="020B0603050203000203" pitchFamily="34" charset="0"/>
      <p:regular r:id="rId26"/>
      <p:bold r:id="rId27"/>
      <p:italic r:id="rId28"/>
      <p:boldItalic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4AE6DF-65E0-40C2-8A7B-9EFC57F0F206}">
  <a:tblStyle styleId="{2C4AE6DF-65E0-40C2-8A7B-9EFC57F0F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B770EFAC-6536-5E5A-4272-5BE51BBD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379A4151-A71F-3219-9205-34BF293C7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4ADAF0AE-CF01-CA8B-7A1F-8CEB0D188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078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3518943E-A7CE-16E8-7BCB-F97AC22F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6975850B-83C1-CC87-8689-A39EAE7A1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7861D3DA-0D00-D771-90EE-B234E6D4C3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856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23714B18-9B4D-6D5B-5E3A-5AC25AEC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74EFB2AE-A211-67E3-0FD2-B23C44F5F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11325272-CD48-8AFA-9486-A26CD746E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17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D668FBE2-FB66-919F-D3D0-005297092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4C1E1FC4-04D4-49E7-71E4-77599D216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459FE136-DE74-8F47-6A7D-E568949C5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479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D9E0D1C3-4166-8196-66E8-A8EB6BE9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563D61E1-D17F-F53C-6DF0-6AF22302F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BFECA879-32E6-A2D6-933B-DC3ED00A4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939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43DECC23-5B6B-49A0-815E-45C1B93E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344A53CB-8E0F-850F-A62A-839632D41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83475C6D-FADF-5DC3-662A-7553CD14E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68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0EFD2877-FE1B-C941-53E3-02701CD3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CCCE5F5E-BB03-9EC3-C930-4184AA9B3A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DA50E70A-2A11-DA1E-CFBB-1491345A6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10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63604DCC-40C6-95DD-D4B7-300BE086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2C5E480E-68DD-F0F2-B0AC-BAEEB80D2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411701D2-0E60-A9F4-5CAA-C230E9A8A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187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5964D962-77AD-BB9F-AEFB-1B4DC9EC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E68EF51B-458B-FD1C-230C-852C47D11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E6AF98BE-8AC0-2839-1B80-78AD6FEC5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3396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8EF321F7-A4B0-066C-3AAD-0EE2EFBE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B219BBF4-537F-7B0E-D8BB-733C56AAA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86F8EB12-2B05-62A1-5ACF-108A50BB9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384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48E97F54-4653-8EB7-EAEF-8D6E16B6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B364A0A7-BA38-1657-2C92-578F98564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58163B0D-67DD-06D7-2BB4-B8241850F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850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9EB09FC3-B432-F382-5336-4B924973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99f2f57a71_0_0:notes">
            <a:extLst>
              <a:ext uri="{FF2B5EF4-FFF2-40B4-BE49-F238E27FC236}">
                <a16:creationId xmlns:a16="http://schemas.microsoft.com/office/drawing/2014/main" id="{AE6D54AE-667C-5B95-25F9-D461E07CE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99f2f57a71_0_0:notes">
            <a:extLst>
              <a:ext uri="{FF2B5EF4-FFF2-40B4-BE49-F238E27FC236}">
                <a16:creationId xmlns:a16="http://schemas.microsoft.com/office/drawing/2014/main" id="{039F37D9-C57E-5BFE-E21E-98D8D828E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5125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7" name="Google Shape;13287;g1173cd25692_3_9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8" name="Google Shape;13288;g1173cd25692_3_9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7" name="Google Shape;13627;g1173cd25692_3_9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8" name="Google Shape;13628;g1173cd25692_3_9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5" name="Google Shape;13815;g1173cd25692_3_9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6" name="Google Shape;13816;g1173cd25692_3_9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1" name="Google Shape;14061;g1173cd25692_3_10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2" name="Google Shape;14062;g1173cd25692_3_10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54800" y="1094250"/>
            <a:ext cx="3090300" cy="22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54800" y="3372150"/>
            <a:ext cx="3090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391500" y="313650"/>
            <a:ext cx="8361000" cy="4516200"/>
          </a:xfrm>
          <a:prstGeom prst="rect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2pPr>
            <a:lvl3pPr marL="1371600" lvl="2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3pPr>
            <a:lvl4pPr marL="1828800" lvl="3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4pPr>
            <a:lvl5pPr marL="2286000" lvl="4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5pPr>
            <a:lvl6pPr marL="2743200" lvl="5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6pPr>
            <a:lvl7pPr marL="3200400" lvl="6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7pPr>
            <a:lvl8pPr marL="3657600" lvl="7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8pPr>
            <a:lvl9pPr marL="4114800" lvl="8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" y="101070"/>
            <a:ext cx="2610703" cy="336022"/>
            <a:chOff x="198225" y="4390550"/>
            <a:chExt cx="3765075" cy="484600"/>
          </a:xfrm>
        </p:grpSpPr>
        <p:sp>
          <p:nvSpPr>
            <p:cNvPr id="40" name="Google Shape;40;p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4"/>
          <p:cNvGrpSpPr/>
          <p:nvPr/>
        </p:nvGrpSpPr>
        <p:grpSpPr>
          <a:xfrm flipH="1">
            <a:off x="6533303" y="4719270"/>
            <a:ext cx="2610703" cy="336022"/>
            <a:chOff x="198225" y="4390550"/>
            <a:chExt cx="3765075" cy="484600"/>
          </a:xfrm>
        </p:grpSpPr>
        <p:sp>
          <p:nvSpPr>
            <p:cNvPr id="43" name="Google Shape;43;p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850" y="104461"/>
            <a:ext cx="3347900" cy="2028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1" name="Google Shape;551;p52"/>
          <p:cNvGrpSpPr/>
          <p:nvPr/>
        </p:nvGrpSpPr>
        <p:grpSpPr>
          <a:xfrm flipH="1">
            <a:off x="256575" y="4506113"/>
            <a:ext cx="1154625" cy="430500"/>
            <a:chOff x="4042650" y="642025"/>
            <a:chExt cx="1154625" cy="430500"/>
          </a:xfrm>
        </p:grpSpPr>
        <p:sp>
          <p:nvSpPr>
            <p:cNvPr id="552" name="Google Shape;552;p52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2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52"/>
          <p:cNvSpPr/>
          <p:nvPr/>
        </p:nvSpPr>
        <p:spPr>
          <a:xfrm>
            <a:off x="7091100" y="300957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3"/>
          <p:cNvSpPr/>
          <p:nvPr/>
        </p:nvSpPr>
        <p:spPr>
          <a:xfrm>
            <a:off x="5152050" y="10177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-695325" y="-12740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3"/>
          <p:cNvSpPr/>
          <p:nvPr/>
        </p:nvSpPr>
        <p:spPr>
          <a:xfrm>
            <a:off x="535025" y="277250"/>
            <a:ext cx="8073900" cy="4589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8608950" y="22477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9550" y="466342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rot="10800000" flipH="1">
            <a:off x="5304450" y="-10454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4"/>
          <p:cNvSpPr/>
          <p:nvPr/>
        </p:nvSpPr>
        <p:spPr>
          <a:xfrm rot="10800000" flipH="1">
            <a:off x="-542925" y="3931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564;p54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565" name="Google Shape;565;p54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4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54"/>
          <p:cNvGrpSpPr/>
          <p:nvPr/>
        </p:nvGrpSpPr>
        <p:grpSpPr>
          <a:xfrm rot="10800000" flipH="1">
            <a:off x="-12" y="4570483"/>
            <a:ext cx="2780508" cy="357877"/>
            <a:chOff x="198225" y="4390550"/>
            <a:chExt cx="3765075" cy="484600"/>
          </a:xfrm>
        </p:grpSpPr>
        <p:sp>
          <p:nvSpPr>
            <p:cNvPr id="568" name="Google Shape;568;p5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54"/>
          <p:cNvGrpSpPr/>
          <p:nvPr/>
        </p:nvGrpSpPr>
        <p:grpSpPr>
          <a:xfrm>
            <a:off x="7083488" y="215150"/>
            <a:ext cx="2060513" cy="357885"/>
            <a:chOff x="6363488" y="215150"/>
            <a:chExt cx="2060513" cy="357885"/>
          </a:xfrm>
        </p:grpSpPr>
        <p:sp>
          <p:nvSpPr>
            <p:cNvPr id="571" name="Google Shape;571;p54"/>
            <p:cNvSpPr/>
            <p:nvPr/>
          </p:nvSpPr>
          <p:spPr>
            <a:xfrm flipH="1">
              <a:off x="6499827" y="215150"/>
              <a:ext cx="1924174" cy="289732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4"/>
            <p:cNvSpPr/>
            <p:nvPr/>
          </p:nvSpPr>
          <p:spPr>
            <a:xfrm flipH="1">
              <a:off x="6363488" y="436726"/>
              <a:ext cx="136309" cy="136309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55"/>
          <p:cNvPicPr preferRelativeResize="0"/>
          <p:nvPr/>
        </p:nvPicPr>
        <p:blipFill rotWithShape="1">
          <a:blip r:embed="rId3">
            <a:alphaModFix/>
          </a:blip>
          <a:srcRect b="47712"/>
          <a:stretch/>
        </p:blipFill>
        <p:spPr>
          <a:xfrm>
            <a:off x="3489225" y="4122300"/>
            <a:ext cx="3222850" cy="1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5"/>
          <p:cNvPicPr preferRelativeResize="0"/>
          <p:nvPr/>
        </p:nvPicPr>
        <p:blipFill rotWithShape="1">
          <a:blip r:embed="rId3">
            <a:alphaModFix/>
          </a:blip>
          <a:srcRect t="47712"/>
          <a:stretch/>
        </p:blipFill>
        <p:spPr>
          <a:xfrm>
            <a:off x="5977075" y="0"/>
            <a:ext cx="3222850" cy="10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98" r:id="rId4"/>
    <p:sldLayoutId id="2147483699" r:id="rId5"/>
    <p:sldLayoutId id="2147483700" r:id="rId6"/>
    <p:sldLayoutId id="214748370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5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/>
          <p:nvPr/>
        </p:nvSpPr>
        <p:spPr>
          <a:xfrm rot="10800000" flipH="1">
            <a:off x="4157408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61"/>
          <p:cNvSpPr/>
          <p:nvPr/>
        </p:nvSpPr>
        <p:spPr>
          <a:xfrm>
            <a:off x="301550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1"/>
          <p:cNvSpPr txBox="1">
            <a:spLocks noGrp="1"/>
          </p:cNvSpPr>
          <p:nvPr>
            <p:ph type="ctrTitle"/>
          </p:nvPr>
        </p:nvSpPr>
        <p:spPr>
          <a:xfrm>
            <a:off x="-160689" y="-102837"/>
            <a:ext cx="7011180" cy="9280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4400" dirty="0"/>
              <a:t>Image classification</a:t>
            </a:r>
            <a:endParaRPr sz="3600" b="0" dirty="0"/>
          </a:p>
        </p:txBody>
      </p:sp>
      <p:sp>
        <p:nvSpPr>
          <p:cNvPr id="593" name="Google Shape;593;p61"/>
          <p:cNvSpPr txBox="1">
            <a:spLocks noGrp="1"/>
          </p:cNvSpPr>
          <p:nvPr>
            <p:ph type="subTitle" idx="1"/>
          </p:nvPr>
        </p:nvSpPr>
        <p:spPr>
          <a:xfrm>
            <a:off x="4527873" y="1282976"/>
            <a:ext cx="3862735" cy="2758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0"/>
            <a:r>
              <a:rPr lang="en-US" sz="2600" dirty="0"/>
              <a:t>Implementation of a </a:t>
            </a:r>
            <a:r>
              <a:rPr lang="en-US" sz="2600" dirty="0" err="1"/>
              <a:t>deap</a:t>
            </a:r>
            <a:r>
              <a:rPr lang="en-US" sz="2600" dirty="0"/>
              <a:t>-learning application using CNN algorithm an advance Artificial </a:t>
            </a:r>
            <a:r>
              <a:rPr lang="en-US" sz="2600" dirty="0" err="1"/>
              <a:t>Neual</a:t>
            </a:r>
            <a:r>
              <a:rPr lang="en-US" sz="2600" dirty="0"/>
              <a:t> Network(ANN)</a:t>
            </a:r>
            <a:endParaRPr sz="2600" dirty="0"/>
          </a:p>
        </p:txBody>
      </p:sp>
      <p:pic>
        <p:nvPicPr>
          <p:cNvPr id="594" name="Google Shape;5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75" y="425075"/>
            <a:ext cx="4255050" cy="429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739" y="0"/>
            <a:ext cx="2441750" cy="14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067" y="3469125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7" name="Google Shape;597;p61"/>
          <p:cNvGrpSpPr/>
          <p:nvPr/>
        </p:nvGrpSpPr>
        <p:grpSpPr>
          <a:xfrm>
            <a:off x="3663700" y="4429725"/>
            <a:ext cx="3765075" cy="484600"/>
            <a:chOff x="198225" y="4390550"/>
            <a:chExt cx="3765075" cy="484600"/>
          </a:xfrm>
        </p:grpSpPr>
        <p:sp>
          <p:nvSpPr>
            <p:cNvPr id="598" name="Google Shape;598;p61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1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0" name="Google Shape;600;p61"/>
          <p:cNvGrpSpPr/>
          <p:nvPr/>
        </p:nvGrpSpPr>
        <p:grpSpPr>
          <a:xfrm>
            <a:off x="5716150" y="279150"/>
            <a:ext cx="3427850" cy="639375"/>
            <a:chOff x="1298650" y="3255600"/>
            <a:chExt cx="3427850" cy="639375"/>
          </a:xfrm>
        </p:grpSpPr>
        <p:sp>
          <p:nvSpPr>
            <p:cNvPr id="601" name="Google Shape;601;p61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1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61"/>
          <p:cNvGrpSpPr/>
          <p:nvPr/>
        </p:nvGrpSpPr>
        <p:grpSpPr>
          <a:xfrm rot="5400000">
            <a:off x="314598" y="741345"/>
            <a:ext cx="871512" cy="467554"/>
            <a:chOff x="773350" y="518000"/>
            <a:chExt cx="2757950" cy="1479600"/>
          </a:xfrm>
        </p:grpSpPr>
        <p:sp>
          <p:nvSpPr>
            <p:cNvPr id="604" name="Google Shape;604;p61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61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1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/>
            <a:r>
              <a:rPr lang="en-US" dirty="0"/>
              <a:t>Hyperparameter vs Parameter</a:t>
            </a:r>
          </a:p>
        </p:txBody>
      </p:sp>
      <p:sp>
        <p:nvSpPr>
          <p:cNvPr id="612" name="Google Shape;612;p62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/>
              <a:t>Parameters (learned automatically):</a:t>
            </a:r>
            <a:endParaRPr lang="en-US" sz="1400" dirty="0"/>
          </a:p>
          <a:p>
            <a:pPr lvl="1"/>
            <a:r>
              <a:rPr lang="en-US" sz="1400" dirty="0"/>
              <a:t>Internal values that define the model’s knowledge.</a:t>
            </a:r>
          </a:p>
          <a:p>
            <a:pPr lvl="1"/>
            <a:r>
              <a:rPr lang="en-US" sz="1400" dirty="0"/>
              <a:t>Learned during training by optimization.</a:t>
            </a:r>
          </a:p>
          <a:p>
            <a:pPr lvl="1"/>
            <a:r>
              <a:rPr lang="en-US" sz="1400" dirty="0"/>
              <a:t>Examples: weights and biases of neurons.</a:t>
            </a:r>
          </a:p>
          <a:p>
            <a:pPr lvl="1"/>
            <a:r>
              <a:rPr lang="en-US" sz="1400" dirty="0"/>
              <a:t>Change each epoch as the model improves.</a:t>
            </a:r>
          </a:p>
          <a:p>
            <a:r>
              <a:rPr lang="en-US" sz="1400" b="1" dirty="0"/>
              <a:t>Hyperparameters (set manually):</a:t>
            </a:r>
            <a:endParaRPr lang="en-US" sz="1400" dirty="0"/>
          </a:p>
          <a:p>
            <a:pPr lvl="1"/>
            <a:r>
              <a:rPr lang="en-US" sz="1400" dirty="0"/>
              <a:t>Control the learning process, not learned by the model.</a:t>
            </a:r>
          </a:p>
          <a:p>
            <a:pPr lvl="1"/>
            <a:r>
              <a:rPr lang="en-US" sz="1400" dirty="0"/>
              <a:t>Must be chosen before training.</a:t>
            </a:r>
          </a:p>
          <a:p>
            <a:pPr lvl="1"/>
            <a:r>
              <a:rPr lang="en-US" sz="1400" dirty="0"/>
              <a:t>Examples: learning rate, batch size, number of layers, optimizer type.</a:t>
            </a:r>
          </a:p>
          <a:p>
            <a:pPr marL="158750" indent="0">
              <a:buNone/>
            </a:pPr>
            <a:r>
              <a:rPr lang="en-US" sz="1400" b="1" dirty="0"/>
              <a:t>Key difference:</a:t>
            </a:r>
            <a:endParaRPr lang="en-US" sz="1400" dirty="0"/>
          </a:p>
          <a:p>
            <a:pPr lvl="1"/>
            <a:r>
              <a:rPr lang="en-US" sz="1400" dirty="0"/>
              <a:t>Parameters = “what the model knows.”</a:t>
            </a:r>
          </a:p>
          <a:p>
            <a:pPr lvl="1"/>
            <a:r>
              <a:rPr lang="en-US" sz="1400" dirty="0"/>
              <a:t>Hyperparameters = “how the model learns.”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C6A4D168-3727-0A5E-CE19-A2A1D0E1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3E6B64F1-EEE8-1176-555A-A1DEEF670A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Important Hyperparameters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C120FE53-7FBC-45E4-63E9-AC4937BBD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Epoch:</a:t>
            </a:r>
            <a:endParaRPr lang="en-US" sz="1600" dirty="0"/>
          </a:p>
          <a:p>
            <a:pPr lvl="1"/>
            <a:r>
              <a:rPr lang="en-US" sz="1600" dirty="0"/>
              <a:t>One full pass through all training data.</a:t>
            </a:r>
          </a:p>
          <a:p>
            <a:pPr lvl="1"/>
            <a:r>
              <a:rPr lang="en-US" sz="1600" dirty="0"/>
              <a:t>More epochs = better learning, but risk of overfitting.</a:t>
            </a:r>
          </a:p>
          <a:p>
            <a:r>
              <a:rPr lang="en-US" sz="1600" b="1" dirty="0"/>
              <a:t>Batch Size:</a:t>
            </a:r>
            <a:endParaRPr lang="en-US" sz="1600" dirty="0"/>
          </a:p>
          <a:p>
            <a:pPr lvl="1"/>
            <a:r>
              <a:rPr lang="en-US" sz="1600" dirty="0"/>
              <a:t>Number of samples processed before weight update.</a:t>
            </a:r>
          </a:p>
          <a:p>
            <a:pPr lvl="1"/>
            <a:r>
              <a:rPr lang="en-US" sz="1600" dirty="0"/>
              <a:t>Small batch = slower but more accurate.</a:t>
            </a:r>
          </a:p>
          <a:p>
            <a:pPr lvl="1"/>
            <a:r>
              <a:rPr lang="en-US" sz="1600" dirty="0"/>
              <a:t>Large batch = faster but may miss small patterns.</a:t>
            </a:r>
          </a:p>
          <a:p>
            <a:r>
              <a:rPr lang="en-US" sz="1600" b="1" dirty="0"/>
              <a:t>Learning Rate:</a:t>
            </a:r>
            <a:endParaRPr lang="en-US" sz="1600" dirty="0"/>
          </a:p>
          <a:p>
            <a:pPr lvl="1"/>
            <a:r>
              <a:rPr lang="en-US" sz="1600" dirty="0"/>
              <a:t>Size of weight update step.</a:t>
            </a:r>
          </a:p>
          <a:p>
            <a:pPr lvl="1"/>
            <a:r>
              <a:rPr lang="en-US" sz="1600" dirty="0"/>
              <a:t>Too high → unstable, might skip best solution.</a:t>
            </a:r>
          </a:p>
          <a:p>
            <a:pPr lvl="1"/>
            <a:r>
              <a:rPr lang="en-US" sz="1600" dirty="0"/>
              <a:t>Too low → very slow learning.</a:t>
            </a:r>
          </a:p>
          <a:p>
            <a:pPr lvl="1"/>
            <a:r>
              <a:rPr lang="en-US" sz="1600" dirty="0"/>
              <a:t>Needs tuning (often with schedulers).</a:t>
            </a:r>
          </a:p>
        </p:txBody>
      </p:sp>
    </p:spTree>
    <p:extLst>
      <p:ext uri="{BB962C8B-B14F-4D97-AF65-F5344CB8AC3E}">
        <p14:creationId xmlns:p14="http://schemas.microsoft.com/office/powerpoint/2010/main" val="187060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888CEA0B-DDC3-FDEA-F499-93E24693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E3AA2300-161E-F765-DAA8-B4B619EA79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Image Size &amp; Architectures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2DD91CED-76FA-695F-9928-CCD2434B1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Image Size:</a:t>
            </a:r>
            <a:endParaRPr lang="en-US" sz="1600" dirty="0"/>
          </a:p>
          <a:p>
            <a:pPr lvl="1"/>
            <a:r>
              <a:rPr lang="en-US" sz="1600" dirty="0"/>
              <a:t>Higher resolution = more detail, but more computation.</a:t>
            </a:r>
          </a:p>
          <a:p>
            <a:pPr lvl="1"/>
            <a:r>
              <a:rPr lang="en-US" sz="1600" dirty="0"/>
              <a:t>Must match model design (e.g., </a:t>
            </a:r>
            <a:r>
              <a:rPr lang="en-US" sz="1600" dirty="0" err="1"/>
              <a:t>ResNet</a:t>
            </a:r>
            <a:r>
              <a:rPr lang="en-US" sz="1600" dirty="0"/>
              <a:t> expects 224×224).</a:t>
            </a:r>
          </a:p>
          <a:p>
            <a:r>
              <a:rPr lang="en-US" sz="1600" b="1" dirty="0" err="1"/>
              <a:t>ResNet</a:t>
            </a:r>
            <a:r>
              <a:rPr lang="en-US" sz="1600" b="1" dirty="0"/>
              <a:t> (Released 2015, by Microsoft Research):</a:t>
            </a:r>
            <a:endParaRPr lang="en-US" sz="1600" dirty="0"/>
          </a:p>
          <a:p>
            <a:pPr lvl="1"/>
            <a:r>
              <a:rPr lang="en-US" sz="1600" dirty="0"/>
              <a:t>ResNet18/34 → 224×224</a:t>
            </a:r>
          </a:p>
          <a:p>
            <a:pPr lvl="1"/>
            <a:r>
              <a:rPr lang="en-US" sz="1600" dirty="0"/>
              <a:t>ResNet50/101/152 → 224×224</a:t>
            </a:r>
          </a:p>
          <a:p>
            <a:pPr lvl="1"/>
            <a:r>
              <a:rPr lang="en-US" sz="1600" dirty="0"/>
              <a:t>Main idea: residual connections to train very deep networks.</a:t>
            </a:r>
          </a:p>
          <a:p>
            <a:r>
              <a:rPr lang="en-US" sz="1600" b="1" dirty="0" err="1"/>
              <a:t>EfficientNet</a:t>
            </a:r>
            <a:r>
              <a:rPr lang="en-US" sz="1600" b="1" dirty="0"/>
              <a:t> (Released 2019, by Google):</a:t>
            </a:r>
            <a:endParaRPr lang="en-US" sz="1600" dirty="0"/>
          </a:p>
          <a:p>
            <a:pPr lvl="1"/>
            <a:r>
              <a:rPr lang="en-US" sz="1600" dirty="0"/>
              <a:t>B0 → 224×224, 5.3M params</a:t>
            </a:r>
          </a:p>
          <a:p>
            <a:pPr lvl="1"/>
            <a:r>
              <a:rPr lang="en-US" sz="1600" dirty="0"/>
              <a:t>B1 → 240×240, 7.8M params</a:t>
            </a:r>
          </a:p>
          <a:p>
            <a:pPr lvl="1"/>
            <a:r>
              <a:rPr lang="en-US" sz="1600" dirty="0"/>
              <a:t>B2 → 260×260, 9.2M params</a:t>
            </a:r>
          </a:p>
          <a:p>
            <a:pPr lvl="1"/>
            <a:r>
              <a:rPr lang="en-US" sz="1600" dirty="0"/>
              <a:t>B3 → 300×300, 12M params</a:t>
            </a:r>
          </a:p>
          <a:p>
            <a:pPr lvl="1"/>
            <a:r>
              <a:rPr lang="en-US" sz="1600" dirty="0"/>
              <a:t>Balances depth, width, and resolution for efficiency.</a:t>
            </a:r>
          </a:p>
        </p:txBody>
      </p:sp>
    </p:spTree>
    <p:extLst>
      <p:ext uri="{BB962C8B-B14F-4D97-AF65-F5344CB8AC3E}">
        <p14:creationId xmlns:p14="http://schemas.microsoft.com/office/powerpoint/2010/main" val="84384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96BBFE08-BCA8-4D51-1034-D0795D22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1E4E6249-46F3-0F2F-ED48-8E356B5C8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Training Performance Settings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AE453A1D-3FFA-5228-CCA0-F79049C03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 err="1"/>
              <a:t>num_workers</a:t>
            </a:r>
            <a:r>
              <a:rPr lang="en-US" sz="1600" b="1" dirty="0"/>
              <a:t>:</a:t>
            </a:r>
            <a:endParaRPr lang="en-US" sz="1600" dirty="0"/>
          </a:p>
          <a:p>
            <a:pPr lvl="1"/>
            <a:r>
              <a:rPr lang="en-US" sz="1600" dirty="0"/>
              <a:t>Number of CPU threads for data loading.</a:t>
            </a:r>
          </a:p>
          <a:p>
            <a:pPr lvl="1"/>
            <a:r>
              <a:rPr lang="en-US" sz="1600" dirty="0"/>
              <a:t>Higher = faster loading, but uses more RAM/CPU.</a:t>
            </a:r>
          </a:p>
          <a:p>
            <a:pPr lvl="1"/>
            <a:r>
              <a:rPr lang="en-US" sz="1600" dirty="0"/>
              <a:t>On </a:t>
            </a:r>
            <a:r>
              <a:rPr lang="en-US" sz="1600" b="1" dirty="0"/>
              <a:t>Windows → set 0</a:t>
            </a:r>
            <a:r>
              <a:rPr lang="en-US" sz="1600" dirty="0"/>
              <a:t> (avoids multiprocessing issues).</a:t>
            </a:r>
          </a:p>
          <a:p>
            <a:r>
              <a:rPr lang="en-US" sz="1600" b="1" dirty="0" err="1"/>
              <a:t>pin_memory</a:t>
            </a:r>
            <a:r>
              <a:rPr lang="en-US" sz="1600" b="1" dirty="0"/>
              <a:t>:</a:t>
            </a:r>
            <a:endParaRPr lang="en-US" sz="1600" dirty="0"/>
          </a:p>
          <a:p>
            <a:pPr lvl="1"/>
            <a:r>
              <a:rPr lang="en-US" sz="1600" dirty="0"/>
              <a:t>Keeps data in page-locked RAM.</a:t>
            </a:r>
          </a:p>
          <a:p>
            <a:pPr lvl="1"/>
            <a:r>
              <a:rPr lang="en-US" sz="1600" dirty="0"/>
              <a:t>Speeds up transfer to GPU during training.</a:t>
            </a:r>
          </a:p>
          <a:p>
            <a:r>
              <a:rPr lang="en-US" sz="1600" b="1" dirty="0"/>
              <a:t>CUDA (Compute Unified Device Architecture):</a:t>
            </a:r>
            <a:endParaRPr lang="en-US" sz="1600" dirty="0"/>
          </a:p>
          <a:p>
            <a:pPr lvl="1"/>
            <a:r>
              <a:rPr lang="en-US" sz="1600" dirty="0"/>
              <a:t>NVIDIA’s platform for running deep learning on GPUs.</a:t>
            </a:r>
          </a:p>
          <a:p>
            <a:pPr lvl="1"/>
            <a:r>
              <a:rPr lang="en-US" sz="1600" dirty="0"/>
              <a:t>Needed because CPUs are too slow for large matrix multiplications.</a:t>
            </a:r>
          </a:p>
          <a:p>
            <a:pPr lvl="1"/>
            <a:r>
              <a:rPr lang="en-US" sz="1600" dirty="0"/>
              <a:t>GPUs can process thousands of operations in parallel → much faster training.</a:t>
            </a:r>
          </a:p>
        </p:txBody>
      </p:sp>
    </p:spTree>
    <p:extLst>
      <p:ext uri="{BB962C8B-B14F-4D97-AF65-F5344CB8AC3E}">
        <p14:creationId xmlns:p14="http://schemas.microsoft.com/office/powerpoint/2010/main" val="119209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55AE9B3D-8C6F-FA13-F184-3CDAFFD4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26E72079-0F8B-0536-1EFF-44C59313F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Preprocessing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19313B76-DB23-F423-3863-352FB16E8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200" b="1" dirty="0"/>
              <a:t>What is a Tensor?</a:t>
            </a:r>
            <a:endParaRPr lang="en-US" sz="1200" dirty="0"/>
          </a:p>
          <a:p>
            <a:pPr marL="615950" lvl="1" indent="0">
              <a:buNone/>
            </a:pPr>
            <a:r>
              <a:rPr lang="en-US" sz="1200" dirty="0"/>
              <a:t>Generalization of numbers → vectors → matrices. Numeric array</a:t>
            </a:r>
          </a:p>
          <a:p>
            <a:pPr marL="615950" lvl="1" indent="0">
              <a:buNone/>
            </a:pPr>
            <a:r>
              <a:rPr lang="en-US" sz="1200" dirty="0"/>
              <a:t>In </a:t>
            </a:r>
            <a:r>
              <a:rPr lang="en-US" sz="1200" dirty="0" err="1"/>
              <a:t>PyTorch</a:t>
            </a:r>
            <a:r>
              <a:rPr lang="en-US" sz="1200" dirty="0"/>
              <a:t>, images are stored as 3D tensors: [channels, height, width].</a:t>
            </a:r>
          </a:p>
          <a:p>
            <a:pPr marL="158750" indent="0">
              <a:buNone/>
            </a:pPr>
            <a:r>
              <a:rPr lang="en-US" sz="1200" b="1" dirty="0"/>
              <a:t>Transforms:</a:t>
            </a:r>
            <a:endParaRPr lang="en-US" sz="1200" dirty="0"/>
          </a:p>
          <a:p>
            <a:pPr lvl="1">
              <a:buFont typeface="+mj-lt"/>
              <a:buAutoNum type="arabicPeriod"/>
            </a:pPr>
            <a:r>
              <a:rPr lang="en-US" sz="1200" b="1" dirty="0"/>
              <a:t>Resize:</a:t>
            </a:r>
            <a:r>
              <a:rPr lang="en-US" sz="1200" dirty="0"/>
              <a:t> Adjust all images to the same and fixed input size. Same If diff and fixed to suits specific model</a:t>
            </a:r>
          </a:p>
          <a:p>
            <a:pPr lvl="1">
              <a:buFont typeface="+mj-lt"/>
              <a:buAutoNum type="arabicPeriod"/>
            </a:pPr>
            <a:r>
              <a:rPr lang="en-US" sz="1200" b="1" dirty="0" err="1"/>
              <a:t>ToTensor</a:t>
            </a:r>
            <a:r>
              <a:rPr lang="en-US" sz="1200" b="1" dirty="0"/>
              <a:t>:</a:t>
            </a:r>
            <a:r>
              <a:rPr lang="en-US" sz="1200" dirty="0"/>
              <a:t> Converts image pixels from [0–255] → [0–1] tensor.</a:t>
            </a:r>
          </a:p>
          <a:p>
            <a:pPr lvl="1">
              <a:buFont typeface="+mj-lt"/>
              <a:buAutoNum type="arabicPeriod"/>
            </a:pPr>
            <a:r>
              <a:rPr lang="en-US" sz="1200" b="1" dirty="0"/>
              <a:t>Normalize:</a:t>
            </a:r>
          </a:p>
          <a:p>
            <a:pPr lvl="2"/>
            <a:r>
              <a:rPr lang="en-US" sz="1200" dirty="0"/>
              <a:t>Formula: (pixel - mean) / std.</a:t>
            </a:r>
          </a:p>
          <a:p>
            <a:pPr lvl="2"/>
            <a:r>
              <a:rPr lang="en-US" sz="1200" dirty="0"/>
              <a:t>Mean = average brightness, Std = spread of values.</a:t>
            </a:r>
          </a:p>
          <a:p>
            <a:pPr lvl="2"/>
            <a:r>
              <a:rPr lang="en-US" sz="1200" dirty="0"/>
              <a:t>Effect: scales all images so they’re on a similar range.</a:t>
            </a:r>
          </a:p>
          <a:p>
            <a:pPr marL="1073150" lvl="2" indent="0">
              <a:buNone/>
            </a:pPr>
            <a:r>
              <a:rPr lang="en-US" sz="1200" b="1" dirty="0"/>
              <a:t>Why matters:</a:t>
            </a:r>
            <a:endParaRPr lang="en-US" sz="1200" dirty="0"/>
          </a:p>
          <a:p>
            <a:pPr lvl="3"/>
            <a:r>
              <a:rPr lang="en-US" sz="1200" dirty="0"/>
              <a:t>Prevents unstable training (large or uneven pixel values).</a:t>
            </a:r>
          </a:p>
          <a:p>
            <a:pPr lvl="3"/>
            <a:r>
              <a:rPr lang="en-US" sz="1200" dirty="0"/>
              <a:t>Speeds up convergence by giving consistent input distributions.</a:t>
            </a:r>
          </a:p>
          <a:p>
            <a:pPr lvl="3">
              <a:buFont typeface="+mj-lt"/>
              <a:buAutoNum type="arabicPeriod"/>
            </a:pPr>
            <a:r>
              <a:rPr lang="en-US" sz="1200" dirty="0"/>
              <a:t>avoids exploding/vanishing gradients.</a:t>
            </a:r>
          </a:p>
        </p:txBody>
      </p:sp>
    </p:spTree>
    <p:extLst>
      <p:ext uri="{BB962C8B-B14F-4D97-AF65-F5344CB8AC3E}">
        <p14:creationId xmlns:p14="http://schemas.microsoft.com/office/powerpoint/2010/main" val="140432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3C1A2B0E-24D9-AA25-3504-E2CA6336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D7944431-D1A7-B53A-C583-3D8DF85B09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Regularization Techniques(regularize overfit)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E78E68CF-A893-598F-FD48-519D3996F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600381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Dropout (2014):</a:t>
            </a:r>
            <a:endParaRPr lang="en-US" sz="1600" dirty="0"/>
          </a:p>
          <a:p>
            <a:pPr lvl="1"/>
            <a:r>
              <a:rPr lang="en-US" sz="1600" dirty="0"/>
              <a:t>Randomly “drops” neurons during training.</a:t>
            </a:r>
          </a:p>
          <a:p>
            <a:pPr lvl="1"/>
            <a:r>
              <a:rPr lang="en-US" sz="1600" dirty="0"/>
              <a:t>Forces network to not depend on single paths.</a:t>
            </a:r>
          </a:p>
          <a:p>
            <a:pPr lvl="1"/>
            <a:r>
              <a:rPr lang="en-US" sz="1600" dirty="0"/>
              <a:t>Prevents overfitting, improves generalization.</a:t>
            </a:r>
          </a:p>
          <a:p>
            <a:r>
              <a:rPr lang="en-US" sz="1600" b="1" dirty="0"/>
              <a:t>Early Stopping:</a:t>
            </a:r>
            <a:endParaRPr lang="en-US" sz="1600" dirty="0"/>
          </a:p>
          <a:p>
            <a:pPr lvl="1"/>
            <a:r>
              <a:rPr lang="en-US" sz="1600" dirty="0"/>
              <a:t>Monitor validation loss.</a:t>
            </a:r>
          </a:p>
          <a:p>
            <a:pPr lvl="1"/>
            <a:r>
              <a:rPr lang="en-US" sz="1600" dirty="0"/>
              <a:t>Stop when loss stops decreasing for several epochs.</a:t>
            </a:r>
          </a:p>
          <a:p>
            <a:pPr lvl="1"/>
            <a:r>
              <a:rPr lang="en-US" sz="1600" dirty="0"/>
              <a:t>Saves time and prevents overfitting.</a:t>
            </a:r>
          </a:p>
          <a:p>
            <a:pPr marL="158750" indent="0">
              <a:buNone/>
            </a:pPr>
            <a:r>
              <a:rPr lang="en-US" sz="1600" b="1" dirty="0"/>
              <a:t>Other techniques :</a:t>
            </a:r>
            <a:endParaRPr lang="en-US" sz="1600" dirty="0"/>
          </a:p>
          <a:p>
            <a:pPr marL="615950" lvl="1" indent="0">
              <a:buNone/>
            </a:pPr>
            <a:r>
              <a:rPr lang="en-US" sz="1600" dirty="0"/>
              <a:t>Data augmentation, weight decay, batch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361176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46E2F0D1-C08F-CC98-A1B1-CDC22ECF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C2034EFE-E5B0-429D-FB68-3DF87859D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ANN (Artificial Neural Network)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CDADD7CF-19A5-25F8-DC5F-4E4FFE24F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200" b="1" dirty="0"/>
              <a:t>Origin: Inspired by biological neurons (concept since 1950s)</a:t>
            </a:r>
            <a:endParaRPr lang="en-US" sz="1800" b="1" dirty="0"/>
          </a:p>
          <a:p>
            <a:pPr marL="158750" indent="0">
              <a:buNone/>
            </a:pPr>
            <a:r>
              <a:rPr lang="en-US" sz="1200" b="1" dirty="0"/>
              <a:t>Release to practice: Gained popularity in 1980s, but deep learning success came ~2012.</a:t>
            </a:r>
            <a:endParaRPr lang="en-US" sz="1800" b="1" dirty="0"/>
          </a:p>
          <a:p>
            <a:pPr marL="158750" indent="0">
              <a:buNone/>
            </a:pPr>
            <a:r>
              <a:rPr lang="en-US" sz="1800" b="1" dirty="0"/>
              <a:t>Structure: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Input layer → Hidden layers → Output layer.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Each connection has weights + Nodes biases.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58750" indent="0">
              <a:buNone/>
            </a:pPr>
            <a:r>
              <a:rPr lang="en-US" sz="1800" b="1" dirty="0"/>
              <a:t>When regression isn’t enough: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Regression fits a straight line (or simple curve).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ANN handles complex, nonlinear relationships (when data needs “squiggles,” not lines).</a:t>
            </a:r>
          </a:p>
          <a:p>
            <a:pPr marL="615950" lvl="1" indent="0">
              <a:buNone/>
            </a:pPr>
            <a:endParaRPr lang="en-US" sz="1200" b="1" dirty="0"/>
          </a:p>
          <a:p>
            <a:pPr marL="158750" indent="0">
              <a:buNone/>
            </a:pPr>
            <a:r>
              <a:rPr lang="en-US" sz="1400" b="1" dirty="0"/>
              <a:t>Limitation: Works but inefficient for images (doesn’t capture spatial structure).</a:t>
            </a:r>
          </a:p>
          <a:p>
            <a:pPr marL="158750" indent="0">
              <a:buNone/>
            </a:pPr>
            <a:endParaRPr lang="en-US" sz="1400" b="1" dirty="0"/>
          </a:p>
          <a:p>
            <a:pPr marL="158750" indent="0">
              <a:buNone/>
            </a:pPr>
            <a:r>
              <a:rPr lang="en-US" sz="1800" b="1" dirty="0"/>
              <a:t>Activation Functions: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Add non-linearity (otherwise network = just a linear model).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 err="1"/>
              <a:t>ReLU</a:t>
            </a:r>
            <a:r>
              <a:rPr lang="en-US" sz="1200" b="1" dirty="0"/>
              <a:t>: max(x,0), Softplus, Sigmoid, </a:t>
            </a:r>
            <a:r>
              <a:rPr lang="en-US" sz="1200" b="1" dirty="0" err="1"/>
              <a:t>Softmax</a:t>
            </a:r>
            <a:endParaRPr lang="en-US" sz="1200" b="1" dirty="0"/>
          </a:p>
          <a:p>
            <a:pPr lvl="1">
              <a:buFont typeface="Arial" panose="020B0604020202020204" pitchFamily="34" charset="0"/>
              <a:buChar char="•"/>
            </a:pPr>
            <a:endParaRPr lang="en-US" b="1" dirty="0"/>
          </a:p>
          <a:p>
            <a:pPr marL="158750" indent="0">
              <a:buNone/>
            </a:pPr>
            <a:endParaRPr lang="en-US" sz="1600" b="1" dirty="0"/>
          </a:p>
          <a:p>
            <a:pPr marL="15875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4735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8BB1D3B6-A719-D00A-E0BB-82F3DE40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C5507A5F-CC67-88E7-239E-F7CD864A7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CNN for Image Classification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E27D2294-7A5A-5DD5-FBDE-4FA28DB60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9200" y="1186723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200" dirty="0"/>
              <a:t>CNN idea (since 1990s, popular from 2012 </a:t>
            </a:r>
            <a:r>
              <a:rPr lang="en-US" sz="1200" dirty="0" err="1"/>
              <a:t>AlexNet</a:t>
            </a:r>
            <a:r>
              <a:rPr lang="en-US" sz="1200" dirty="0"/>
              <a:t>):</a:t>
            </a:r>
          </a:p>
          <a:p>
            <a:pPr marL="158750" indent="0">
              <a:buNone/>
            </a:pPr>
            <a:r>
              <a:rPr lang="en-US" sz="1600" b="1" dirty="0"/>
              <a:t>Problem with ANN for images:</a:t>
            </a:r>
          </a:p>
          <a:p>
            <a:pPr marL="90170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Fully connected ANN → every pixel × every weight = huge parameters.</a:t>
            </a:r>
          </a:p>
          <a:p>
            <a:pPr marL="90170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Example: 256×256 image → 65k inputs → too many weights.</a:t>
            </a:r>
            <a:endParaRPr lang="en-US" sz="1600" b="1" dirty="0"/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filters (e.g., 3×3 kernel) that slide over image.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Reduces parameters, detects local features like edges, shapes.</a:t>
            </a:r>
          </a:p>
          <a:p>
            <a:endParaRPr lang="en-US" sz="1600" b="1" dirty="0"/>
          </a:p>
          <a:p>
            <a:pPr marL="158750" indent="0">
              <a:buNone/>
            </a:pPr>
            <a:r>
              <a:rPr lang="en-US" sz="1600" b="1" dirty="0"/>
              <a:t>Why powerful:</a:t>
            </a:r>
          </a:p>
          <a:p>
            <a:endParaRPr lang="en-US" sz="1600" b="1" dirty="0"/>
          </a:p>
          <a:p>
            <a:r>
              <a:rPr lang="en-US" sz="1600" b="1" dirty="0"/>
              <a:t>Shift tolerance → if image shifts, filter still detects features.</a:t>
            </a:r>
          </a:p>
          <a:p>
            <a:endParaRPr lang="en-US" sz="1600" b="1" dirty="0"/>
          </a:p>
          <a:p>
            <a:r>
              <a:rPr lang="en-US" sz="1600" b="1" dirty="0"/>
              <a:t>Captures correlations between nearby pixels.</a:t>
            </a:r>
          </a:p>
          <a:p>
            <a:endParaRPr lang="en-US" sz="1600" b="1" dirty="0"/>
          </a:p>
          <a:p>
            <a:r>
              <a:rPr lang="en-US" sz="1600" b="1" dirty="0"/>
              <a:t>Learns hierarchy: pixels → edges → shapes → objects.</a:t>
            </a:r>
          </a:p>
        </p:txBody>
      </p:sp>
    </p:spTree>
    <p:extLst>
      <p:ext uri="{BB962C8B-B14F-4D97-AF65-F5344CB8AC3E}">
        <p14:creationId xmlns:p14="http://schemas.microsoft.com/office/powerpoint/2010/main" val="423227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791AB3C6-931C-AE6F-8D05-CF7B1350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FDAD5F5A-9883-58BC-30AA-E542D03B2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Architecture Ideas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2C7872C7-B19C-9741-AF61-D873E00BB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600" b="1" dirty="0"/>
              <a:t>1. </a:t>
            </a:r>
            <a:r>
              <a:rPr lang="en-US" sz="1600" b="1" dirty="0" err="1"/>
              <a:t>ResNet</a:t>
            </a:r>
            <a:r>
              <a:rPr lang="en-US" sz="1600" b="1" dirty="0"/>
              <a:t> (2015):</a:t>
            </a:r>
          </a:p>
          <a:p>
            <a:pPr marL="90170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Problem: very deep networks suffer vanishing gradients.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Solution: skip connections (residuals) → allow gradient flow.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Effect: trains extremely deep networks without forgetting earlier info.</a:t>
            </a:r>
          </a:p>
          <a:p>
            <a:pPr marL="615950" lvl="1" indent="0">
              <a:buNone/>
            </a:pPr>
            <a:endParaRPr lang="en-US" sz="1600" b="1" dirty="0"/>
          </a:p>
          <a:p>
            <a:endParaRPr lang="en-US" sz="1600" b="1" dirty="0"/>
          </a:p>
          <a:p>
            <a:pPr marL="158750" indent="0">
              <a:buNone/>
            </a:pPr>
            <a:r>
              <a:rPr lang="en-US" sz="1600" b="1" dirty="0"/>
              <a:t>2. </a:t>
            </a:r>
            <a:r>
              <a:rPr lang="en-US" sz="1600" b="1" dirty="0" err="1"/>
              <a:t>EfficientNet</a:t>
            </a:r>
            <a:r>
              <a:rPr lang="en-US" sz="1600" b="1" dirty="0"/>
              <a:t> (2019):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Problem: scaling only depth/width/resolution separately is inefficient.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Solution: compound scaling formula → balances all 3 dimensions.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Idea: small model (B0) can be scaled systematically to B1–B7.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Result: much better accuracy with fewer parameters.</a:t>
            </a:r>
          </a:p>
        </p:txBody>
      </p:sp>
    </p:spTree>
    <p:extLst>
      <p:ext uri="{BB962C8B-B14F-4D97-AF65-F5344CB8AC3E}">
        <p14:creationId xmlns:p14="http://schemas.microsoft.com/office/powerpoint/2010/main" val="1552293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7C16B53A-4DF6-D502-12D7-14BBDF68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85F612BD-13C0-DD71-BA68-2ECF486CEC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How to implement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C1ABAA48-8264-7B13-FA0E-44FE1142F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15752"/>
            <a:ext cx="806114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Training Loop: The goal is to learn. This involves a full cycle:</a:t>
            </a:r>
          </a:p>
          <a:p>
            <a:pPr lvl="1"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Forward Pass</a:t>
            </a:r>
            <a:r>
              <a:rPr lang="en-US" sz="1600" b="1" dirty="0"/>
              <a:t>: The model makes predictions on a batch of training data.</a:t>
            </a:r>
          </a:p>
          <a:p>
            <a:pPr lvl="1"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Loss Calculation</a:t>
            </a:r>
            <a:r>
              <a:rPr lang="en-US" sz="1600" b="1" dirty="0"/>
              <a:t>: The loss function measures how "wrong" the predictions are.</a:t>
            </a:r>
            <a:endParaRPr lang="en-US" sz="1600" b="1" dirty="0">
              <a:solidFill>
                <a:srgbClr val="FF0000"/>
              </a:solidFill>
            </a:endParaRPr>
          </a:p>
          <a:p>
            <a:pPr lvl="1"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Backward Pass (Backpropagation): </a:t>
            </a:r>
            <a:r>
              <a:rPr lang="en-US" sz="1600" b="1" dirty="0"/>
              <a:t>The gradients of the loss with respect to each model parameter (weights and biases) are calculated.</a:t>
            </a:r>
          </a:p>
          <a:p>
            <a:pPr lvl="1"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Parameter Update</a:t>
            </a:r>
            <a:r>
              <a:rPr lang="en-US" sz="1600" b="1" dirty="0"/>
              <a:t>: The optimizer uses the gradients to update the parameters, moving them in a direction that minimizes the loss.</a:t>
            </a:r>
          </a:p>
          <a:p>
            <a:endParaRPr lang="en-US" sz="1600" b="1" dirty="0"/>
          </a:p>
          <a:p>
            <a:r>
              <a:rPr lang="en-US" sz="1600" b="1" dirty="0"/>
              <a:t>Validation Loop: The goal is to evaluate. This is a "read-only" process:</a:t>
            </a:r>
          </a:p>
          <a:p>
            <a:pPr lvl="1"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Forward Pass</a:t>
            </a:r>
            <a:r>
              <a:rPr lang="en-US" sz="1600" b="1" dirty="0"/>
              <a:t>: The model makes predictions on a batch of validation data.</a:t>
            </a:r>
          </a:p>
          <a:p>
            <a:pPr lvl="1"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Loss/Metric Calculation</a:t>
            </a:r>
            <a:r>
              <a:rPr lang="en-US" sz="1600" b="1" dirty="0"/>
              <a:t>: The loss and other metrics (like accuracy) are calculated.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2179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D5E5C5AA-B3E4-5AE7-C7D9-B69D9EC7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7DFB07E6-4A76-D84E-90E3-33B8080B1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Loss Function – Cross Entropy</a:t>
            </a:r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87658D56-1942-2B01-4CD9-2EC81D887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600" b="1" dirty="0" err="1"/>
              <a:t>Softmax</a:t>
            </a:r>
            <a:r>
              <a:rPr lang="en-US" sz="16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Converts raw outputs (logits) → probability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Example: [2.0, 1.0, 0.1] → [0.65, 0.24, 0.11].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maps output values between 0-1 in a way that sum of all be 1 (a probability distribution) </a:t>
            </a:r>
            <a:r>
              <a:rPr lang="en-US" sz="1600" b="1" dirty="0" err="1"/>
              <a:t>e^x</a:t>
            </a:r>
            <a:r>
              <a:rPr lang="en-US" sz="1600" b="1" dirty="0"/>
              <a:t>/sigma(</a:t>
            </a:r>
            <a:r>
              <a:rPr lang="en-US" sz="1600" b="1" dirty="0" err="1"/>
              <a:t>e^i</a:t>
            </a:r>
            <a:r>
              <a:rPr lang="en-US" sz="1600" b="1" dirty="0"/>
              <a:t>)</a:t>
            </a:r>
          </a:p>
          <a:p>
            <a:pPr marL="158750" indent="0">
              <a:buNone/>
            </a:pPr>
            <a:r>
              <a:rPr lang="en-US" sz="1600" b="1" dirty="0"/>
              <a:t>Cross Entropy Loss: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Compares predicted probabilities with true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High penalty if model assigns low probability to correct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-log(</a:t>
            </a:r>
            <a:r>
              <a:rPr lang="en-US" sz="1600" b="1" dirty="0" err="1"/>
              <a:t>softmax</a:t>
            </a:r>
            <a:r>
              <a:rPr lang="en-US" sz="1600" b="1" dirty="0"/>
              <a:t>)</a:t>
            </a:r>
          </a:p>
          <a:p>
            <a:pPr marL="158750" indent="0">
              <a:buNone/>
            </a:pPr>
            <a:r>
              <a:rPr lang="en-US" sz="1600" b="1" dirty="0"/>
              <a:t>why not squared residuals (1-p)^2</a:t>
            </a:r>
          </a:p>
          <a:p>
            <a:pPr marL="158750" indent="0">
              <a:buNone/>
            </a:pPr>
            <a:r>
              <a:rPr lang="en-US" sz="1600" b="1" dirty="0"/>
              <a:t>	</a:t>
            </a:r>
            <a:r>
              <a:rPr lang="en-US" sz="1600" b="1" dirty="0" err="1"/>
              <a:t>bcz</a:t>
            </a:r>
            <a:r>
              <a:rPr lang="en-US" sz="1600" b="1" dirty="0"/>
              <a:t> of exploding -logarithm function in low probability to correct class.</a:t>
            </a:r>
          </a:p>
          <a:p>
            <a:pPr marL="158750" indent="0">
              <a:buNone/>
            </a:pPr>
            <a:r>
              <a:rPr lang="en-US" sz="1600" b="1" dirty="0"/>
              <a:t>What is an Optimizer?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Rules for how the model updates weights based on gradients.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Goal: reduce loss function step by step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94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507CEF5D-B277-3309-014B-AEFC34EC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F01676CC-1D76-A546-4057-75C349C8F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1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importance of Dataset Size</a:t>
            </a:r>
            <a:br>
              <a:rPr lang="en-US" sz="3600" dirty="0"/>
            </a:br>
            <a:r>
              <a:rPr lang="en-US" sz="3600" dirty="0"/>
              <a:t>– 3000 vs 30000 images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612" name="Google Shape;612;p62">
            <a:extLst>
              <a:ext uri="{FF2B5EF4-FFF2-40B4-BE49-F238E27FC236}">
                <a16:creationId xmlns:a16="http://schemas.microsoft.com/office/drawing/2014/main" id="{CB323E3B-C6DB-2214-2ACA-CE19ACDA0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7943" y="1150438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600" b="1" dirty="0"/>
          </a:p>
          <a:p>
            <a:pPr marL="158750" indent="0">
              <a:buNone/>
            </a:pPr>
            <a:endParaRPr lang="en-US" sz="1600" b="1" dirty="0"/>
          </a:p>
          <a:p>
            <a:pPr marL="158750" indent="0">
              <a:buNone/>
            </a:pPr>
            <a:r>
              <a:rPr lang="en-US" sz="1600" b="1" dirty="0"/>
              <a:t>smaller dataset:</a:t>
            </a:r>
          </a:p>
          <a:p>
            <a:pPr marL="90170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freezing initial layer may benefit even with general images(our problem is medical), using pretrained model recommended.</a:t>
            </a:r>
          </a:p>
          <a:p>
            <a:pPr marL="90170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less improvement using larger models or even not improvement and lower performance as well B0--&gt;B7.</a:t>
            </a:r>
          </a:p>
          <a:p>
            <a:pPr marL="158750" indent="0">
              <a:buNone/>
            </a:pPr>
            <a:r>
              <a:rPr lang="en-US" sz="1600" b="1" dirty="0"/>
              <a:t>Result</a:t>
            </a:r>
          </a:p>
          <a:p>
            <a:pPr marL="158750" indent="0">
              <a:buNone/>
            </a:pPr>
            <a:r>
              <a:rPr lang="en-US" sz="1400" b="1" dirty="0"/>
              <a:t>	best test accuracy was when we were training a larger dataset 30000 image and larger model (B2 rather than B0) without freezing any param = Full Fine-Tuning. however, in smaller dataset was when we were using smaller model B0 with freezing initial layers </a:t>
            </a:r>
            <a:r>
              <a:rPr lang="en-US" sz="1400" b="1" dirty="0" err="1"/>
              <a:t>bcz</a:t>
            </a:r>
            <a:r>
              <a:rPr lang="en-US" sz="1400" b="1" dirty="0"/>
              <a:t> it has not enough data to train itself = Partial Fine-Tuning. </a:t>
            </a:r>
          </a:p>
          <a:p>
            <a:pPr marL="158750" indent="0">
              <a:buNone/>
            </a:pPr>
            <a:r>
              <a:rPr lang="en-US" sz="1400" b="1" dirty="0"/>
              <a:t>	not to mention all we're talking about is Transfer Learning using ImageNet's initial weights (images: &gt;1m) and </a:t>
            </a:r>
            <a:r>
              <a:rPr lang="en-US" sz="1400" b="1" dirty="0" err="1"/>
              <a:t>efficientNet_bx</a:t>
            </a:r>
            <a:r>
              <a:rPr lang="en-US" sz="1400" b="1" dirty="0"/>
              <a:t> functions pythons used also pretrained on this dataset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28783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CBDBB2DD-7AAF-0594-4C6A-211F18A3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2">
            <a:extLst>
              <a:ext uri="{FF2B5EF4-FFF2-40B4-BE49-F238E27FC236}">
                <a16:creationId xmlns:a16="http://schemas.microsoft.com/office/drawing/2014/main" id="{18DA3152-BB2F-A172-3069-365ED65B2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486" y="1612757"/>
            <a:ext cx="7704000" cy="1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8000" dirty="0"/>
              <a:t>The END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69440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0" name="Google Shape;13290;p141"/>
          <p:cNvSpPr txBox="1">
            <a:spLocks noGrp="1"/>
          </p:cNvSpPr>
          <p:nvPr>
            <p:ph type="title" idx="4294967295"/>
          </p:nvPr>
        </p:nvSpPr>
        <p:spPr>
          <a:xfrm>
            <a:off x="849675" y="7152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Creative Process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1" name="Google Shape;13291;p141"/>
          <p:cNvSpPr txBox="1">
            <a:spLocks noGrp="1"/>
          </p:cNvSpPr>
          <p:nvPr>
            <p:ph type="title" idx="4294967295"/>
          </p:nvPr>
        </p:nvSpPr>
        <p:spPr>
          <a:xfrm>
            <a:off x="4858400" y="7152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Performing Arts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92" name="Google Shape;13292;p141"/>
          <p:cNvGrpSpPr/>
          <p:nvPr/>
        </p:nvGrpSpPr>
        <p:grpSpPr>
          <a:xfrm>
            <a:off x="889109" y="1303003"/>
            <a:ext cx="278288" cy="357036"/>
            <a:chOff x="-50489600" y="1947400"/>
            <a:chExt cx="233150" cy="299125"/>
          </a:xfrm>
        </p:grpSpPr>
        <p:sp>
          <p:nvSpPr>
            <p:cNvPr id="13293" name="Google Shape;13293;p141"/>
            <p:cNvSpPr/>
            <p:nvPr/>
          </p:nvSpPr>
          <p:spPr>
            <a:xfrm>
              <a:off x="-50382475" y="2018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4" name="Google Shape;13294;p141"/>
            <p:cNvSpPr/>
            <p:nvPr/>
          </p:nvSpPr>
          <p:spPr>
            <a:xfrm>
              <a:off x="-50489600" y="1947400"/>
              <a:ext cx="233150" cy="299125"/>
            </a:xfrm>
            <a:custGeom>
              <a:avLst/>
              <a:gdLst/>
              <a:ahLst/>
              <a:cxnLst/>
              <a:rect l="l" t="t" r="r" b="b"/>
              <a:pathLst>
                <a:path w="9326" h="11965" extrusionOk="0">
                  <a:moveTo>
                    <a:pt x="4632" y="725"/>
                  </a:moveTo>
                  <a:cubicBezTo>
                    <a:pt x="4821" y="725"/>
                    <a:pt x="4978" y="882"/>
                    <a:pt x="4978" y="1071"/>
                  </a:cubicBezTo>
                  <a:lnTo>
                    <a:pt x="4978" y="1449"/>
                  </a:lnTo>
                  <a:cubicBezTo>
                    <a:pt x="4884" y="1418"/>
                    <a:pt x="4758" y="1418"/>
                    <a:pt x="4632" y="1418"/>
                  </a:cubicBezTo>
                  <a:cubicBezTo>
                    <a:pt x="4506" y="1418"/>
                    <a:pt x="4411" y="1418"/>
                    <a:pt x="4285" y="1449"/>
                  </a:cubicBezTo>
                  <a:lnTo>
                    <a:pt x="4285" y="1071"/>
                  </a:lnTo>
                  <a:cubicBezTo>
                    <a:pt x="4285" y="882"/>
                    <a:pt x="4443" y="725"/>
                    <a:pt x="4632" y="725"/>
                  </a:cubicBezTo>
                  <a:close/>
                  <a:moveTo>
                    <a:pt x="4632" y="2143"/>
                  </a:moveTo>
                  <a:cubicBezTo>
                    <a:pt x="5230" y="2143"/>
                    <a:pt x="5703" y="2615"/>
                    <a:pt x="5703" y="3182"/>
                  </a:cubicBezTo>
                  <a:cubicBezTo>
                    <a:pt x="5703" y="3781"/>
                    <a:pt x="5230" y="4253"/>
                    <a:pt x="4632" y="4253"/>
                  </a:cubicBezTo>
                  <a:cubicBezTo>
                    <a:pt x="4033" y="4253"/>
                    <a:pt x="3592" y="3781"/>
                    <a:pt x="3592" y="3182"/>
                  </a:cubicBezTo>
                  <a:cubicBezTo>
                    <a:pt x="3592" y="2615"/>
                    <a:pt x="4033" y="2143"/>
                    <a:pt x="4632" y="2143"/>
                  </a:cubicBezTo>
                  <a:close/>
                  <a:moveTo>
                    <a:pt x="4632" y="5356"/>
                  </a:moveTo>
                  <a:lnTo>
                    <a:pt x="6018" y="8191"/>
                  </a:lnTo>
                  <a:cubicBezTo>
                    <a:pt x="5671" y="8349"/>
                    <a:pt x="5356" y="8443"/>
                    <a:pt x="4978" y="8443"/>
                  </a:cubicBezTo>
                  <a:lnTo>
                    <a:pt x="4978" y="8065"/>
                  </a:lnTo>
                  <a:cubicBezTo>
                    <a:pt x="4978" y="7876"/>
                    <a:pt x="4821" y="7719"/>
                    <a:pt x="4632" y="7719"/>
                  </a:cubicBezTo>
                  <a:cubicBezTo>
                    <a:pt x="4443" y="7719"/>
                    <a:pt x="4285" y="7876"/>
                    <a:pt x="4285" y="8065"/>
                  </a:cubicBezTo>
                  <a:lnTo>
                    <a:pt x="4285" y="8443"/>
                  </a:lnTo>
                  <a:cubicBezTo>
                    <a:pt x="3939" y="8380"/>
                    <a:pt x="3592" y="8317"/>
                    <a:pt x="3246" y="8191"/>
                  </a:cubicBezTo>
                  <a:lnTo>
                    <a:pt x="4632" y="5356"/>
                  </a:lnTo>
                  <a:close/>
                  <a:moveTo>
                    <a:pt x="3466" y="4505"/>
                  </a:moveTo>
                  <a:cubicBezTo>
                    <a:pt x="3624" y="4663"/>
                    <a:pt x="3844" y="4757"/>
                    <a:pt x="4096" y="4852"/>
                  </a:cubicBezTo>
                  <a:cubicBezTo>
                    <a:pt x="4033" y="5009"/>
                    <a:pt x="1481" y="10271"/>
                    <a:pt x="1450" y="10365"/>
                  </a:cubicBezTo>
                  <a:cubicBezTo>
                    <a:pt x="1381" y="10504"/>
                    <a:pt x="1261" y="10591"/>
                    <a:pt x="1127" y="10591"/>
                  </a:cubicBezTo>
                  <a:cubicBezTo>
                    <a:pt x="1078" y="10591"/>
                    <a:pt x="1028" y="10580"/>
                    <a:pt x="977" y="10554"/>
                  </a:cubicBezTo>
                  <a:cubicBezTo>
                    <a:pt x="820" y="10491"/>
                    <a:pt x="694" y="10271"/>
                    <a:pt x="788" y="10082"/>
                  </a:cubicBezTo>
                  <a:lnTo>
                    <a:pt x="3466" y="4505"/>
                  </a:lnTo>
                  <a:close/>
                  <a:moveTo>
                    <a:pt x="5829" y="4537"/>
                  </a:moveTo>
                  <a:lnTo>
                    <a:pt x="8507" y="10113"/>
                  </a:lnTo>
                  <a:cubicBezTo>
                    <a:pt x="8570" y="10271"/>
                    <a:pt x="8507" y="10523"/>
                    <a:pt x="8318" y="10586"/>
                  </a:cubicBezTo>
                  <a:cubicBezTo>
                    <a:pt x="8271" y="10599"/>
                    <a:pt x="8225" y="10606"/>
                    <a:pt x="8181" y="10606"/>
                  </a:cubicBezTo>
                  <a:cubicBezTo>
                    <a:pt x="8021" y="10606"/>
                    <a:pt x="7888" y="10521"/>
                    <a:pt x="7814" y="10397"/>
                  </a:cubicBezTo>
                  <a:cubicBezTo>
                    <a:pt x="7719" y="10176"/>
                    <a:pt x="5293" y="5167"/>
                    <a:pt x="5199" y="4883"/>
                  </a:cubicBezTo>
                  <a:cubicBezTo>
                    <a:pt x="5419" y="4820"/>
                    <a:pt x="5608" y="4694"/>
                    <a:pt x="5829" y="4537"/>
                  </a:cubicBezTo>
                  <a:close/>
                  <a:moveTo>
                    <a:pt x="4632" y="0"/>
                  </a:moveTo>
                  <a:cubicBezTo>
                    <a:pt x="4033" y="0"/>
                    <a:pt x="3592" y="473"/>
                    <a:pt x="3592" y="1071"/>
                  </a:cubicBezTo>
                  <a:lnTo>
                    <a:pt x="3592" y="1764"/>
                  </a:lnTo>
                  <a:cubicBezTo>
                    <a:pt x="3151" y="2080"/>
                    <a:pt x="2867" y="2584"/>
                    <a:pt x="2867" y="3182"/>
                  </a:cubicBezTo>
                  <a:cubicBezTo>
                    <a:pt x="2867" y="3434"/>
                    <a:pt x="2899" y="3655"/>
                    <a:pt x="3025" y="3875"/>
                  </a:cubicBezTo>
                  <a:lnTo>
                    <a:pt x="1576" y="6900"/>
                  </a:lnTo>
                  <a:cubicBezTo>
                    <a:pt x="1355" y="6648"/>
                    <a:pt x="1229" y="6396"/>
                    <a:pt x="1103" y="6081"/>
                  </a:cubicBezTo>
                  <a:cubicBezTo>
                    <a:pt x="1032" y="5914"/>
                    <a:pt x="906" y="5837"/>
                    <a:pt x="767" y="5837"/>
                  </a:cubicBezTo>
                  <a:cubicBezTo>
                    <a:pt x="722" y="5837"/>
                    <a:pt x="676" y="5845"/>
                    <a:pt x="631" y="5860"/>
                  </a:cubicBezTo>
                  <a:cubicBezTo>
                    <a:pt x="442" y="5955"/>
                    <a:pt x="347" y="6144"/>
                    <a:pt x="442" y="6333"/>
                  </a:cubicBezTo>
                  <a:cubicBezTo>
                    <a:pt x="631" y="6805"/>
                    <a:pt x="883" y="7215"/>
                    <a:pt x="1229" y="7593"/>
                  </a:cubicBezTo>
                  <a:lnTo>
                    <a:pt x="158" y="9798"/>
                  </a:lnTo>
                  <a:cubicBezTo>
                    <a:pt x="1" y="10208"/>
                    <a:pt x="64" y="10649"/>
                    <a:pt x="347" y="10964"/>
                  </a:cubicBezTo>
                  <a:lnTo>
                    <a:pt x="95" y="11468"/>
                  </a:lnTo>
                  <a:cubicBezTo>
                    <a:pt x="32" y="11625"/>
                    <a:pt x="95" y="11846"/>
                    <a:pt x="253" y="11941"/>
                  </a:cubicBezTo>
                  <a:cubicBezTo>
                    <a:pt x="293" y="11957"/>
                    <a:pt x="340" y="11965"/>
                    <a:pt x="389" y="11965"/>
                  </a:cubicBezTo>
                  <a:cubicBezTo>
                    <a:pt x="528" y="11965"/>
                    <a:pt x="678" y="11900"/>
                    <a:pt x="725" y="11783"/>
                  </a:cubicBezTo>
                  <a:lnTo>
                    <a:pt x="977" y="11247"/>
                  </a:lnTo>
                  <a:cubicBezTo>
                    <a:pt x="1027" y="11255"/>
                    <a:pt x="1077" y="11258"/>
                    <a:pt x="1127" y="11258"/>
                  </a:cubicBezTo>
                  <a:cubicBezTo>
                    <a:pt x="1521" y="11258"/>
                    <a:pt x="1912" y="11040"/>
                    <a:pt x="2080" y="10649"/>
                  </a:cubicBezTo>
                  <a:lnTo>
                    <a:pt x="2930" y="8822"/>
                  </a:lnTo>
                  <a:cubicBezTo>
                    <a:pt x="3372" y="8979"/>
                    <a:pt x="3813" y="9105"/>
                    <a:pt x="4285" y="9137"/>
                  </a:cubicBezTo>
                  <a:lnTo>
                    <a:pt x="4285" y="9483"/>
                  </a:lnTo>
                  <a:cubicBezTo>
                    <a:pt x="4285" y="9704"/>
                    <a:pt x="4443" y="9861"/>
                    <a:pt x="4632" y="9861"/>
                  </a:cubicBezTo>
                  <a:cubicBezTo>
                    <a:pt x="4821" y="9861"/>
                    <a:pt x="4978" y="9704"/>
                    <a:pt x="4978" y="9483"/>
                  </a:cubicBezTo>
                  <a:lnTo>
                    <a:pt x="4978" y="9137"/>
                  </a:lnTo>
                  <a:cubicBezTo>
                    <a:pt x="5451" y="9105"/>
                    <a:pt x="5892" y="9011"/>
                    <a:pt x="6333" y="8822"/>
                  </a:cubicBezTo>
                  <a:lnTo>
                    <a:pt x="7184" y="10649"/>
                  </a:lnTo>
                  <a:cubicBezTo>
                    <a:pt x="7382" y="11016"/>
                    <a:pt x="7732" y="11257"/>
                    <a:pt x="8143" y="11257"/>
                  </a:cubicBezTo>
                  <a:cubicBezTo>
                    <a:pt x="8190" y="11257"/>
                    <a:pt x="8238" y="11254"/>
                    <a:pt x="8286" y="11247"/>
                  </a:cubicBezTo>
                  <a:lnTo>
                    <a:pt x="8538" y="11783"/>
                  </a:lnTo>
                  <a:cubicBezTo>
                    <a:pt x="8585" y="11900"/>
                    <a:pt x="8718" y="11965"/>
                    <a:pt x="8861" y="11965"/>
                  </a:cubicBezTo>
                  <a:cubicBezTo>
                    <a:pt x="8911" y="11965"/>
                    <a:pt x="8962" y="11957"/>
                    <a:pt x="9011" y="11941"/>
                  </a:cubicBezTo>
                  <a:cubicBezTo>
                    <a:pt x="9168" y="11846"/>
                    <a:pt x="9231" y="11657"/>
                    <a:pt x="9168" y="11468"/>
                  </a:cubicBezTo>
                  <a:lnTo>
                    <a:pt x="8916" y="10964"/>
                  </a:lnTo>
                  <a:cubicBezTo>
                    <a:pt x="9200" y="10649"/>
                    <a:pt x="9326" y="10208"/>
                    <a:pt x="9137" y="9798"/>
                  </a:cubicBezTo>
                  <a:lnTo>
                    <a:pt x="8066" y="7593"/>
                  </a:lnTo>
                  <a:cubicBezTo>
                    <a:pt x="8381" y="7246"/>
                    <a:pt x="8664" y="6805"/>
                    <a:pt x="8853" y="6333"/>
                  </a:cubicBezTo>
                  <a:cubicBezTo>
                    <a:pt x="8916" y="6144"/>
                    <a:pt x="8853" y="5955"/>
                    <a:pt x="8664" y="5860"/>
                  </a:cubicBezTo>
                  <a:cubicBezTo>
                    <a:pt x="8611" y="5845"/>
                    <a:pt x="8559" y="5837"/>
                    <a:pt x="8511" y="5837"/>
                  </a:cubicBezTo>
                  <a:cubicBezTo>
                    <a:pt x="8360" y="5837"/>
                    <a:pt x="8240" y="5914"/>
                    <a:pt x="8192" y="6081"/>
                  </a:cubicBezTo>
                  <a:cubicBezTo>
                    <a:pt x="8066" y="6333"/>
                    <a:pt x="7908" y="6616"/>
                    <a:pt x="7719" y="6900"/>
                  </a:cubicBezTo>
                  <a:lnTo>
                    <a:pt x="6270" y="3875"/>
                  </a:lnTo>
                  <a:cubicBezTo>
                    <a:pt x="6333" y="3655"/>
                    <a:pt x="6396" y="3434"/>
                    <a:pt x="6396" y="3182"/>
                  </a:cubicBezTo>
                  <a:cubicBezTo>
                    <a:pt x="6396" y="2584"/>
                    <a:pt x="6144" y="2080"/>
                    <a:pt x="5703" y="1764"/>
                  </a:cubicBezTo>
                  <a:lnTo>
                    <a:pt x="5703" y="1071"/>
                  </a:lnTo>
                  <a:cubicBezTo>
                    <a:pt x="5703" y="473"/>
                    <a:pt x="5230" y="0"/>
                    <a:pt x="46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5" name="Google Shape;13295;p141"/>
          <p:cNvGrpSpPr/>
          <p:nvPr/>
        </p:nvGrpSpPr>
        <p:grpSpPr>
          <a:xfrm>
            <a:off x="849616" y="1757960"/>
            <a:ext cx="357274" cy="358199"/>
            <a:chOff x="-50523475" y="2316000"/>
            <a:chExt cx="299325" cy="300100"/>
          </a:xfrm>
        </p:grpSpPr>
        <p:sp>
          <p:nvSpPr>
            <p:cNvPr id="13296" name="Google Shape;13296;p141"/>
            <p:cNvSpPr/>
            <p:nvPr/>
          </p:nvSpPr>
          <p:spPr>
            <a:xfrm>
              <a:off x="-50453375" y="2387675"/>
              <a:ext cx="158350" cy="228425"/>
            </a:xfrm>
            <a:custGeom>
              <a:avLst/>
              <a:gdLst/>
              <a:ahLst/>
              <a:cxnLst/>
              <a:rect l="l" t="t" r="r" b="b"/>
              <a:pathLst>
                <a:path w="6334" h="9137" extrusionOk="0">
                  <a:moveTo>
                    <a:pt x="3183" y="4222"/>
                  </a:moveTo>
                  <a:cubicBezTo>
                    <a:pt x="3372" y="4222"/>
                    <a:pt x="3529" y="4380"/>
                    <a:pt x="3529" y="4569"/>
                  </a:cubicBezTo>
                  <a:cubicBezTo>
                    <a:pt x="3529" y="4758"/>
                    <a:pt x="3372" y="4915"/>
                    <a:pt x="3183" y="4915"/>
                  </a:cubicBezTo>
                  <a:cubicBezTo>
                    <a:pt x="2994" y="4915"/>
                    <a:pt x="2836" y="4758"/>
                    <a:pt x="2836" y="4569"/>
                  </a:cubicBezTo>
                  <a:cubicBezTo>
                    <a:pt x="2836" y="4380"/>
                    <a:pt x="2994" y="4222"/>
                    <a:pt x="3183" y="4222"/>
                  </a:cubicBezTo>
                  <a:close/>
                  <a:moveTo>
                    <a:pt x="3183" y="1009"/>
                  </a:moveTo>
                  <a:lnTo>
                    <a:pt x="5609" y="5230"/>
                  </a:lnTo>
                  <a:lnTo>
                    <a:pt x="4411" y="6994"/>
                  </a:lnTo>
                  <a:lnTo>
                    <a:pt x="3529" y="6994"/>
                  </a:lnTo>
                  <a:lnTo>
                    <a:pt x="3529" y="5545"/>
                  </a:lnTo>
                  <a:cubicBezTo>
                    <a:pt x="3939" y="5388"/>
                    <a:pt x="4254" y="5010"/>
                    <a:pt x="4254" y="4569"/>
                  </a:cubicBezTo>
                  <a:cubicBezTo>
                    <a:pt x="4254" y="3970"/>
                    <a:pt x="3781" y="3497"/>
                    <a:pt x="3183" y="3497"/>
                  </a:cubicBezTo>
                  <a:cubicBezTo>
                    <a:pt x="2584" y="3497"/>
                    <a:pt x="2143" y="3970"/>
                    <a:pt x="2143" y="4569"/>
                  </a:cubicBezTo>
                  <a:cubicBezTo>
                    <a:pt x="2143" y="5041"/>
                    <a:pt x="2395" y="5419"/>
                    <a:pt x="2836" y="5545"/>
                  </a:cubicBezTo>
                  <a:lnTo>
                    <a:pt x="2836" y="6994"/>
                  </a:lnTo>
                  <a:lnTo>
                    <a:pt x="1986" y="6994"/>
                  </a:lnTo>
                  <a:lnTo>
                    <a:pt x="788" y="5230"/>
                  </a:lnTo>
                  <a:lnTo>
                    <a:pt x="3183" y="1009"/>
                  </a:lnTo>
                  <a:close/>
                  <a:moveTo>
                    <a:pt x="4600" y="7688"/>
                  </a:moveTo>
                  <a:cubicBezTo>
                    <a:pt x="4821" y="7688"/>
                    <a:pt x="4947" y="7845"/>
                    <a:pt x="4947" y="8034"/>
                  </a:cubicBezTo>
                  <a:lnTo>
                    <a:pt x="4947" y="8412"/>
                  </a:lnTo>
                  <a:lnTo>
                    <a:pt x="1450" y="8412"/>
                  </a:lnTo>
                  <a:lnTo>
                    <a:pt x="1450" y="8034"/>
                  </a:lnTo>
                  <a:cubicBezTo>
                    <a:pt x="1450" y="7845"/>
                    <a:pt x="1607" y="7688"/>
                    <a:pt x="1797" y="7688"/>
                  </a:cubicBezTo>
                  <a:close/>
                  <a:moveTo>
                    <a:pt x="3183" y="0"/>
                  </a:moveTo>
                  <a:cubicBezTo>
                    <a:pt x="3057" y="0"/>
                    <a:pt x="2962" y="63"/>
                    <a:pt x="2868" y="158"/>
                  </a:cubicBezTo>
                  <a:lnTo>
                    <a:pt x="64" y="5073"/>
                  </a:lnTo>
                  <a:cubicBezTo>
                    <a:pt x="1" y="5199"/>
                    <a:pt x="1" y="5356"/>
                    <a:pt x="64" y="5419"/>
                  </a:cubicBezTo>
                  <a:lnTo>
                    <a:pt x="1229" y="7152"/>
                  </a:lnTo>
                  <a:cubicBezTo>
                    <a:pt x="914" y="7373"/>
                    <a:pt x="694" y="7688"/>
                    <a:pt x="694" y="8066"/>
                  </a:cubicBezTo>
                  <a:lnTo>
                    <a:pt x="694" y="8790"/>
                  </a:lnTo>
                  <a:cubicBezTo>
                    <a:pt x="694" y="8979"/>
                    <a:pt x="851" y="9137"/>
                    <a:pt x="1072" y="9137"/>
                  </a:cubicBezTo>
                  <a:lnTo>
                    <a:pt x="5262" y="9137"/>
                  </a:lnTo>
                  <a:cubicBezTo>
                    <a:pt x="5483" y="9137"/>
                    <a:pt x="5640" y="8979"/>
                    <a:pt x="5640" y="8790"/>
                  </a:cubicBezTo>
                  <a:lnTo>
                    <a:pt x="5640" y="8066"/>
                  </a:lnTo>
                  <a:cubicBezTo>
                    <a:pt x="5640" y="7688"/>
                    <a:pt x="5420" y="7373"/>
                    <a:pt x="5105" y="7152"/>
                  </a:cubicBezTo>
                  <a:lnTo>
                    <a:pt x="6270" y="5419"/>
                  </a:lnTo>
                  <a:cubicBezTo>
                    <a:pt x="6333" y="5325"/>
                    <a:pt x="6333" y="5199"/>
                    <a:pt x="6270" y="5073"/>
                  </a:cubicBezTo>
                  <a:lnTo>
                    <a:pt x="3498" y="158"/>
                  </a:lnTo>
                  <a:cubicBezTo>
                    <a:pt x="3435" y="32"/>
                    <a:pt x="3309" y="0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7" name="Google Shape;13297;p141"/>
            <p:cNvSpPr/>
            <p:nvPr/>
          </p:nvSpPr>
          <p:spPr>
            <a:xfrm>
              <a:off x="-50523475" y="2316000"/>
              <a:ext cx="299325" cy="178025"/>
            </a:xfrm>
            <a:custGeom>
              <a:avLst/>
              <a:gdLst/>
              <a:ahLst/>
              <a:cxnLst/>
              <a:rect l="l" t="t" r="r" b="b"/>
              <a:pathLst>
                <a:path w="11973" h="7121" extrusionOk="0">
                  <a:moveTo>
                    <a:pt x="1072" y="694"/>
                  </a:moveTo>
                  <a:cubicBezTo>
                    <a:pt x="1261" y="694"/>
                    <a:pt x="1419" y="851"/>
                    <a:pt x="1419" y="1040"/>
                  </a:cubicBezTo>
                  <a:cubicBezTo>
                    <a:pt x="1419" y="1229"/>
                    <a:pt x="1261" y="1418"/>
                    <a:pt x="1072" y="1418"/>
                  </a:cubicBezTo>
                  <a:cubicBezTo>
                    <a:pt x="883" y="1418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6333" y="694"/>
                  </a:moveTo>
                  <a:lnTo>
                    <a:pt x="6333" y="1418"/>
                  </a:lnTo>
                  <a:lnTo>
                    <a:pt x="5640" y="1418"/>
                  </a:lnTo>
                  <a:lnTo>
                    <a:pt x="5640" y="694"/>
                  </a:lnTo>
                  <a:close/>
                  <a:moveTo>
                    <a:pt x="10902" y="725"/>
                  </a:moveTo>
                  <a:cubicBezTo>
                    <a:pt x="11122" y="725"/>
                    <a:pt x="11280" y="883"/>
                    <a:pt x="11280" y="1103"/>
                  </a:cubicBezTo>
                  <a:cubicBezTo>
                    <a:pt x="11280" y="1292"/>
                    <a:pt x="11122" y="1450"/>
                    <a:pt x="10902" y="1450"/>
                  </a:cubicBezTo>
                  <a:cubicBezTo>
                    <a:pt x="10712" y="1450"/>
                    <a:pt x="10555" y="1292"/>
                    <a:pt x="10555" y="1103"/>
                  </a:cubicBezTo>
                  <a:cubicBezTo>
                    <a:pt x="10586" y="883"/>
                    <a:pt x="10744" y="725"/>
                    <a:pt x="10902" y="725"/>
                  </a:cubicBezTo>
                  <a:close/>
                  <a:moveTo>
                    <a:pt x="2143" y="5640"/>
                  </a:moveTo>
                  <a:lnTo>
                    <a:pt x="2143" y="6364"/>
                  </a:lnTo>
                  <a:lnTo>
                    <a:pt x="1419" y="6364"/>
                  </a:lnTo>
                  <a:lnTo>
                    <a:pt x="1419" y="5640"/>
                  </a:lnTo>
                  <a:close/>
                  <a:moveTo>
                    <a:pt x="10555" y="5640"/>
                  </a:moveTo>
                  <a:lnTo>
                    <a:pt x="10555" y="6364"/>
                  </a:lnTo>
                  <a:lnTo>
                    <a:pt x="9862" y="6364"/>
                  </a:lnTo>
                  <a:lnTo>
                    <a:pt x="9862" y="5640"/>
                  </a:lnTo>
                  <a:close/>
                  <a:moveTo>
                    <a:pt x="10902" y="0"/>
                  </a:moveTo>
                  <a:cubicBezTo>
                    <a:pt x="10460" y="0"/>
                    <a:pt x="10051" y="252"/>
                    <a:pt x="9925" y="694"/>
                  </a:cubicBezTo>
                  <a:lnTo>
                    <a:pt x="7058" y="694"/>
                  </a:lnTo>
                  <a:lnTo>
                    <a:pt x="7058" y="379"/>
                  </a:lnTo>
                  <a:cubicBezTo>
                    <a:pt x="7058" y="189"/>
                    <a:pt x="6900" y="32"/>
                    <a:pt x="6711" y="32"/>
                  </a:cubicBezTo>
                  <a:lnTo>
                    <a:pt x="5294" y="32"/>
                  </a:lnTo>
                  <a:cubicBezTo>
                    <a:pt x="5073" y="32"/>
                    <a:pt x="4947" y="189"/>
                    <a:pt x="4947" y="379"/>
                  </a:cubicBezTo>
                  <a:lnTo>
                    <a:pt x="4947" y="725"/>
                  </a:lnTo>
                  <a:lnTo>
                    <a:pt x="2049" y="725"/>
                  </a:lnTo>
                  <a:cubicBezTo>
                    <a:pt x="1891" y="347"/>
                    <a:pt x="1513" y="32"/>
                    <a:pt x="1072" y="32"/>
                  </a:cubicBezTo>
                  <a:cubicBezTo>
                    <a:pt x="473" y="32"/>
                    <a:pt x="1" y="505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545" y="2143"/>
                    <a:pt x="1923" y="1828"/>
                    <a:pt x="2049" y="1450"/>
                  </a:cubicBezTo>
                  <a:lnTo>
                    <a:pt x="3592" y="1450"/>
                  </a:lnTo>
                  <a:cubicBezTo>
                    <a:pt x="3183" y="1670"/>
                    <a:pt x="2836" y="1985"/>
                    <a:pt x="2521" y="2332"/>
                  </a:cubicBezTo>
                  <a:cubicBezTo>
                    <a:pt x="1891" y="3088"/>
                    <a:pt x="1545" y="4002"/>
                    <a:pt x="1450" y="4978"/>
                  </a:cubicBezTo>
                  <a:lnTo>
                    <a:pt x="1103" y="4978"/>
                  </a:lnTo>
                  <a:cubicBezTo>
                    <a:pt x="914" y="4978"/>
                    <a:pt x="757" y="5136"/>
                    <a:pt x="757" y="5325"/>
                  </a:cubicBezTo>
                  <a:lnTo>
                    <a:pt x="757" y="6742"/>
                  </a:lnTo>
                  <a:cubicBezTo>
                    <a:pt x="757" y="6963"/>
                    <a:pt x="914" y="7121"/>
                    <a:pt x="1103" y="7121"/>
                  </a:cubicBezTo>
                  <a:lnTo>
                    <a:pt x="2521" y="7121"/>
                  </a:lnTo>
                  <a:cubicBezTo>
                    <a:pt x="2742" y="7121"/>
                    <a:pt x="2899" y="6963"/>
                    <a:pt x="2899" y="6742"/>
                  </a:cubicBezTo>
                  <a:lnTo>
                    <a:pt x="2899" y="5325"/>
                  </a:lnTo>
                  <a:cubicBezTo>
                    <a:pt x="2899" y="5136"/>
                    <a:pt x="2742" y="4978"/>
                    <a:pt x="2521" y="4978"/>
                  </a:cubicBezTo>
                  <a:lnTo>
                    <a:pt x="2175" y="4978"/>
                  </a:lnTo>
                  <a:cubicBezTo>
                    <a:pt x="2332" y="3403"/>
                    <a:pt x="3435" y="2017"/>
                    <a:pt x="4979" y="1607"/>
                  </a:cubicBezTo>
                  <a:lnTo>
                    <a:pt x="4979" y="1796"/>
                  </a:lnTo>
                  <a:cubicBezTo>
                    <a:pt x="4979" y="1985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89" y="1985"/>
                    <a:pt x="7089" y="1796"/>
                  </a:cubicBezTo>
                  <a:lnTo>
                    <a:pt x="7089" y="1576"/>
                  </a:lnTo>
                  <a:cubicBezTo>
                    <a:pt x="8633" y="1985"/>
                    <a:pt x="9736" y="3371"/>
                    <a:pt x="9893" y="4947"/>
                  </a:cubicBezTo>
                  <a:lnTo>
                    <a:pt x="9547" y="4947"/>
                  </a:lnTo>
                  <a:cubicBezTo>
                    <a:pt x="9358" y="4947"/>
                    <a:pt x="9200" y="5104"/>
                    <a:pt x="9200" y="5293"/>
                  </a:cubicBezTo>
                  <a:lnTo>
                    <a:pt x="9200" y="6711"/>
                  </a:lnTo>
                  <a:cubicBezTo>
                    <a:pt x="9200" y="6932"/>
                    <a:pt x="9358" y="7089"/>
                    <a:pt x="9547" y="7089"/>
                  </a:cubicBezTo>
                  <a:lnTo>
                    <a:pt x="10965" y="7089"/>
                  </a:lnTo>
                  <a:cubicBezTo>
                    <a:pt x="11154" y="7089"/>
                    <a:pt x="11311" y="6932"/>
                    <a:pt x="11311" y="6711"/>
                  </a:cubicBezTo>
                  <a:lnTo>
                    <a:pt x="11311" y="5293"/>
                  </a:lnTo>
                  <a:cubicBezTo>
                    <a:pt x="11311" y="5104"/>
                    <a:pt x="11154" y="4947"/>
                    <a:pt x="10965" y="4947"/>
                  </a:cubicBezTo>
                  <a:lnTo>
                    <a:pt x="10618" y="4947"/>
                  </a:lnTo>
                  <a:cubicBezTo>
                    <a:pt x="10523" y="4002"/>
                    <a:pt x="10177" y="3056"/>
                    <a:pt x="9547" y="2300"/>
                  </a:cubicBezTo>
                  <a:cubicBezTo>
                    <a:pt x="9232" y="1954"/>
                    <a:pt x="8885" y="1639"/>
                    <a:pt x="8476" y="1418"/>
                  </a:cubicBezTo>
                  <a:lnTo>
                    <a:pt x="10019" y="1418"/>
                  </a:lnTo>
                  <a:cubicBezTo>
                    <a:pt x="10082" y="1828"/>
                    <a:pt x="10492" y="2111"/>
                    <a:pt x="10902" y="2111"/>
                  </a:cubicBezTo>
                  <a:cubicBezTo>
                    <a:pt x="11500" y="2111"/>
                    <a:pt x="11973" y="1639"/>
                    <a:pt x="11973" y="1040"/>
                  </a:cubicBezTo>
                  <a:cubicBezTo>
                    <a:pt x="11973" y="473"/>
                    <a:pt x="11500" y="0"/>
                    <a:pt x="109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8" name="Google Shape;13298;p141"/>
          <p:cNvGrpSpPr/>
          <p:nvPr/>
        </p:nvGrpSpPr>
        <p:grpSpPr>
          <a:xfrm>
            <a:off x="848213" y="2207269"/>
            <a:ext cx="360079" cy="357304"/>
            <a:chOff x="-50524250" y="2686150"/>
            <a:chExt cx="301675" cy="299350"/>
          </a:xfrm>
        </p:grpSpPr>
        <p:sp>
          <p:nvSpPr>
            <p:cNvPr id="13299" name="Google Shape;13299;p141"/>
            <p:cNvSpPr/>
            <p:nvPr/>
          </p:nvSpPr>
          <p:spPr>
            <a:xfrm>
              <a:off x="-50488025" y="279250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2"/>
                    <a:pt x="379" y="2112"/>
                  </a:cubicBezTo>
                  <a:cubicBezTo>
                    <a:pt x="568" y="2112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0" name="Google Shape;13300;p141"/>
            <p:cNvSpPr/>
            <p:nvPr/>
          </p:nvSpPr>
          <p:spPr>
            <a:xfrm>
              <a:off x="-50488025" y="2897250"/>
              <a:ext cx="18150" cy="53600"/>
            </a:xfrm>
            <a:custGeom>
              <a:avLst/>
              <a:gdLst/>
              <a:ahLst/>
              <a:cxnLst/>
              <a:rect l="l" t="t" r="r" b="b"/>
              <a:pathLst>
                <a:path w="726" h="2144" extrusionOk="0">
                  <a:moveTo>
                    <a:pt x="379" y="1"/>
                  </a:moveTo>
                  <a:cubicBezTo>
                    <a:pt x="158" y="1"/>
                    <a:pt x="1" y="159"/>
                    <a:pt x="1" y="379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79" y="2143"/>
                  </a:cubicBezTo>
                  <a:cubicBezTo>
                    <a:pt x="568" y="2143"/>
                    <a:pt x="725" y="1986"/>
                    <a:pt x="725" y="1797"/>
                  </a:cubicBezTo>
                  <a:lnTo>
                    <a:pt x="725" y="379"/>
                  </a:lnTo>
                  <a:cubicBezTo>
                    <a:pt x="725" y="159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1" name="Google Shape;13301;p141"/>
            <p:cNvSpPr/>
            <p:nvPr/>
          </p:nvSpPr>
          <p:spPr>
            <a:xfrm>
              <a:off x="-50488025" y="2861825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2" name="Google Shape;13302;p141"/>
            <p:cNvSpPr/>
            <p:nvPr/>
          </p:nvSpPr>
          <p:spPr>
            <a:xfrm>
              <a:off x="-50524250" y="2686150"/>
              <a:ext cx="301675" cy="52825"/>
            </a:xfrm>
            <a:custGeom>
              <a:avLst/>
              <a:gdLst/>
              <a:ahLst/>
              <a:cxnLst/>
              <a:rect l="l" t="t" r="r" b="b"/>
              <a:pathLst>
                <a:path w="12067" h="2113" extrusionOk="0">
                  <a:moveTo>
                    <a:pt x="2143" y="695"/>
                  </a:moveTo>
                  <a:lnTo>
                    <a:pt x="2143" y="1419"/>
                  </a:lnTo>
                  <a:lnTo>
                    <a:pt x="1891" y="1419"/>
                  </a:lnTo>
                  <a:lnTo>
                    <a:pt x="1166" y="1041"/>
                  </a:lnTo>
                  <a:lnTo>
                    <a:pt x="1891" y="695"/>
                  </a:lnTo>
                  <a:close/>
                  <a:moveTo>
                    <a:pt x="9924" y="695"/>
                  </a:moveTo>
                  <a:lnTo>
                    <a:pt x="9924" y="1419"/>
                  </a:lnTo>
                  <a:lnTo>
                    <a:pt x="2836" y="1419"/>
                  </a:lnTo>
                  <a:lnTo>
                    <a:pt x="2836" y="695"/>
                  </a:lnTo>
                  <a:close/>
                  <a:moveTo>
                    <a:pt x="10996" y="695"/>
                  </a:moveTo>
                  <a:cubicBezTo>
                    <a:pt x="11185" y="695"/>
                    <a:pt x="11342" y="852"/>
                    <a:pt x="11342" y="1041"/>
                  </a:cubicBezTo>
                  <a:cubicBezTo>
                    <a:pt x="11342" y="1262"/>
                    <a:pt x="11185" y="1419"/>
                    <a:pt x="10996" y="1419"/>
                  </a:cubicBezTo>
                  <a:lnTo>
                    <a:pt x="10649" y="1419"/>
                  </a:lnTo>
                  <a:lnTo>
                    <a:pt x="10649" y="695"/>
                  </a:lnTo>
                  <a:close/>
                  <a:moveTo>
                    <a:pt x="1782" y="1"/>
                  </a:moveTo>
                  <a:cubicBezTo>
                    <a:pt x="1689" y="1"/>
                    <a:pt x="1556" y="47"/>
                    <a:pt x="252" y="726"/>
                  </a:cubicBezTo>
                  <a:cubicBezTo>
                    <a:pt x="0" y="852"/>
                    <a:pt x="0" y="1199"/>
                    <a:pt x="252" y="1356"/>
                  </a:cubicBezTo>
                  <a:cubicBezTo>
                    <a:pt x="1765" y="2113"/>
                    <a:pt x="1702" y="2113"/>
                    <a:pt x="1828" y="2113"/>
                  </a:cubicBezTo>
                  <a:lnTo>
                    <a:pt x="10996" y="2113"/>
                  </a:lnTo>
                  <a:cubicBezTo>
                    <a:pt x="11594" y="2113"/>
                    <a:pt x="12067" y="1640"/>
                    <a:pt x="12067" y="1041"/>
                  </a:cubicBezTo>
                  <a:cubicBezTo>
                    <a:pt x="12067" y="474"/>
                    <a:pt x="11594" y="2"/>
                    <a:pt x="10996" y="2"/>
                  </a:cubicBezTo>
                  <a:lnTo>
                    <a:pt x="1828" y="2"/>
                  </a:lnTo>
                  <a:cubicBezTo>
                    <a:pt x="1810" y="2"/>
                    <a:pt x="1796" y="1"/>
                    <a:pt x="17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3" name="Google Shape;13303;p141"/>
            <p:cNvSpPr/>
            <p:nvPr/>
          </p:nvSpPr>
          <p:spPr>
            <a:xfrm>
              <a:off x="-50523475" y="2757075"/>
              <a:ext cx="300900" cy="228425"/>
            </a:xfrm>
            <a:custGeom>
              <a:avLst/>
              <a:gdLst/>
              <a:ahLst/>
              <a:cxnLst/>
              <a:rect l="l" t="t" r="r" b="b"/>
              <a:pathLst>
                <a:path w="12036" h="9137" extrusionOk="0">
                  <a:moveTo>
                    <a:pt x="10965" y="725"/>
                  </a:moveTo>
                  <a:cubicBezTo>
                    <a:pt x="11154" y="725"/>
                    <a:pt x="11311" y="882"/>
                    <a:pt x="11311" y="1103"/>
                  </a:cubicBezTo>
                  <a:lnTo>
                    <a:pt x="11311" y="8097"/>
                  </a:lnTo>
                  <a:cubicBezTo>
                    <a:pt x="11311" y="8286"/>
                    <a:pt x="11154" y="8443"/>
                    <a:pt x="10965" y="8443"/>
                  </a:cubicBezTo>
                  <a:lnTo>
                    <a:pt x="1072" y="8443"/>
                  </a:lnTo>
                  <a:cubicBezTo>
                    <a:pt x="883" y="8443"/>
                    <a:pt x="725" y="8286"/>
                    <a:pt x="725" y="8097"/>
                  </a:cubicBezTo>
                  <a:lnTo>
                    <a:pt x="725" y="1103"/>
                  </a:lnTo>
                  <a:cubicBezTo>
                    <a:pt x="725" y="882"/>
                    <a:pt x="883" y="725"/>
                    <a:pt x="1072" y="725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065"/>
                  </a:lnTo>
                  <a:cubicBezTo>
                    <a:pt x="1" y="8664"/>
                    <a:pt x="473" y="9137"/>
                    <a:pt x="1072" y="9137"/>
                  </a:cubicBezTo>
                  <a:lnTo>
                    <a:pt x="10965" y="9137"/>
                  </a:lnTo>
                  <a:cubicBezTo>
                    <a:pt x="11532" y="9137"/>
                    <a:pt x="12004" y="8664"/>
                    <a:pt x="12004" y="8065"/>
                  </a:cubicBezTo>
                  <a:lnTo>
                    <a:pt x="12004" y="1040"/>
                  </a:lnTo>
                  <a:cubicBezTo>
                    <a:pt x="12036" y="473"/>
                    <a:pt x="11532" y="0"/>
                    <a:pt x="109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4" name="Google Shape;13304;p141"/>
            <p:cNvSpPr/>
            <p:nvPr/>
          </p:nvSpPr>
          <p:spPr>
            <a:xfrm>
              <a:off x="-50453375" y="2792500"/>
              <a:ext cx="194575" cy="158350"/>
            </a:xfrm>
            <a:custGeom>
              <a:avLst/>
              <a:gdLst/>
              <a:ahLst/>
              <a:cxnLst/>
              <a:rect l="l" t="t" r="r" b="b"/>
              <a:pathLst>
                <a:path w="7783" h="6334" extrusionOk="0">
                  <a:moveTo>
                    <a:pt x="7089" y="694"/>
                  </a:moveTo>
                  <a:lnTo>
                    <a:pt x="7089" y="5609"/>
                  </a:lnTo>
                  <a:lnTo>
                    <a:pt x="694" y="5609"/>
                  </a:lnTo>
                  <a:lnTo>
                    <a:pt x="69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987"/>
                  </a:lnTo>
                  <a:cubicBezTo>
                    <a:pt x="1" y="6176"/>
                    <a:pt x="158" y="6333"/>
                    <a:pt x="347" y="6333"/>
                  </a:cubicBezTo>
                  <a:lnTo>
                    <a:pt x="7436" y="6333"/>
                  </a:lnTo>
                  <a:cubicBezTo>
                    <a:pt x="7656" y="6333"/>
                    <a:pt x="7782" y="6176"/>
                    <a:pt x="7782" y="5987"/>
                  </a:cubicBezTo>
                  <a:lnTo>
                    <a:pt x="7782" y="347"/>
                  </a:lnTo>
                  <a:cubicBezTo>
                    <a:pt x="7782" y="158"/>
                    <a:pt x="7656" y="1"/>
                    <a:pt x="74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05" name="Google Shape;13305;p141"/>
          <p:cNvGrpSpPr/>
          <p:nvPr/>
        </p:nvGrpSpPr>
        <p:grpSpPr>
          <a:xfrm>
            <a:off x="3070976" y="1333082"/>
            <a:ext cx="358199" cy="359154"/>
            <a:chOff x="-48633950" y="1972600"/>
            <a:chExt cx="300100" cy="300900"/>
          </a:xfrm>
        </p:grpSpPr>
        <p:sp>
          <p:nvSpPr>
            <p:cNvPr id="13306" name="Google Shape;13306;p141"/>
            <p:cNvSpPr/>
            <p:nvPr/>
          </p:nvSpPr>
          <p:spPr>
            <a:xfrm>
              <a:off x="-48633950" y="1972600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1418" y="756"/>
                  </a:moveTo>
                  <a:lnTo>
                    <a:pt x="1418" y="1481"/>
                  </a:lnTo>
                  <a:lnTo>
                    <a:pt x="693" y="1481"/>
                  </a:lnTo>
                  <a:lnTo>
                    <a:pt x="693" y="756"/>
                  </a:lnTo>
                  <a:close/>
                  <a:moveTo>
                    <a:pt x="11310" y="756"/>
                  </a:moveTo>
                  <a:lnTo>
                    <a:pt x="11310" y="1481"/>
                  </a:lnTo>
                  <a:lnTo>
                    <a:pt x="10586" y="1481"/>
                  </a:lnTo>
                  <a:lnTo>
                    <a:pt x="10586" y="756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5293"/>
                  </a:lnTo>
                  <a:cubicBezTo>
                    <a:pt x="10365" y="5104"/>
                    <a:pt x="10050" y="4915"/>
                    <a:pt x="9672" y="4663"/>
                  </a:cubicBezTo>
                  <a:cubicBezTo>
                    <a:pt x="8822" y="4159"/>
                    <a:pt x="7530" y="3560"/>
                    <a:pt x="6018" y="3560"/>
                  </a:cubicBezTo>
                  <a:cubicBezTo>
                    <a:pt x="4537" y="3560"/>
                    <a:pt x="3214" y="4159"/>
                    <a:pt x="2363" y="4663"/>
                  </a:cubicBezTo>
                  <a:cubicBezTo>
                    <a:pt x="2017" y="4852"/>
                    <a:pt x="1701" y="5104"/>
                    <a:pt x="1449" y="5293"/>
                  </a:cubicBezTo>
                  <a:lnTo>
                    <a:pt x="1449" y="2143"/>
                  </a:lnTo>
                  <a:lnTo>
                    <a:pt x="1764" y="2143"/>
                  </a:lnTo>
                  <a:cubicBezTo>
                    <a:pt x="1954" y="2143"/>
                    <a:pt x="2111" y="1985"/>
                    <a:pt x="2111" y="1796"/>
                  </a:cubicBezTo>
                  <a:lnTo>
                    <a:pt x="2111" y="1418"/>
                  </a:lnTo>
                  <a:close/>
                  <a:moveTo>
                    <a:pt x="8065" y="4695"/>
                  </a:moveTo>
                  <a:cubicBezTo>
                    <a:pt x="8538" y="4915"/>
                    <a:pt x="8979" y="5104"/>
                    <a:pt x="9326" y="5293"/>
                  </a:cubicBezTo>
                  <a:cubicBezTo>
                    <a:pt x="9798" y="5577"/>
                    <a:pt x="10208" y="5860"/>
                    <a:pt x="10428" y="6049"/>
                  </a:cubicBezTo>
                  <a:cubicBezTo>
                    <a:pt x="10208" y="6238"/>
                    <a:pt x="9798" y="6522"/>
                    <a:pt x="9326" y="6805"/>
                  </a:cubicBezTo>
                  <a:cubicBezTo>
                    <a:pt x="8979" y="6994"/>
                    <a:pt x="8570" y="7215"/>
                    <a:pt x="8065" y="7372"/>
                  </a:cubicBezTo>
                  <a:cubicBezTo>
                    <a:pt x="8349" y="6994"/>
                    <a:pt x="8475" y="6522"/>
                    <a:pt x="8475" y="6049"/>
                  </a:cubicBezTo>
                  <a:cubicBezTo>
                    <a:pt x="8475" y="5514"/>
                    <a:pt x="8318" y="5104"/>
                    <a:pt x="8065" y="4695"/>
                  </a:cubicBezTo>
                  <a:close/>
                  <a:moveTo>
                    <a:pt x="3970" y="4726"/>
                  </a:moveTo>
                  <a:cubicBezTo>
                    <a:pt x="3718" y="5136"/>
                    <a:pt x="3592" y="5608"/>
                    <a:pt x="3592" y="6081"/>
                  </a:cubicBezTo>
                  <a:cubicBezTo>
                    <a:pt x="3529" y="6553"/>
                    <a:pt x="3686" y="7026"/>
                    <a:pt x="3970" y="7435"/>
                  </a:cubicBezTo>
                  <a:cubicBezTo>
                    <a:pt x="3497" y="7215"/>
                    <a:pt x="3056" y="7026"/>
                    <a:pt x="2710" y="6837"/>
                  </a:cubicBezTo>
                  <a:cubicBezTo>
                    <a:pt x="2237" y="6553"/>
                    <a:pt x="1859" y="6270"/>
                    <a:pt x="1607" y="6081"/>
                  </a:cubicBezTo>
                  <a:cubicBezTo>
                    <a:pt x="1859" y="5892"/>
                    <a:pt x="2237" y="5608"/>
                    <a:pt x="2710" y="5325"/>
                  </a:cubicBezTo>
                  <a:cubicBezTo>
                    <a:pt x="3056" y="5136"/>
                    <a:pt x="3466" y="4915"/>
                    <a:pt x="3970" y="4726"/>
                  </a:cubicBezTo>
                  <a:close/>
                  <a:moveTo>
                    <a:pt x="6018" y="4285"/>
                  </a:moveTo>
                  <a:cubicBezTo>
                    <a:pt x="6994" y="4285"/>
                    <a:pt x="7782" y="5073"/>
                    <a:pt x="7782" y="6049"/>
                  </a:cubicBezTo>
                  <a:cubicBezTo>
                    <a:pt x="7782" y="7026"/>
                    <a:pt x="6994" y="7814"/>
                    <a:pt x="6018" y="7814"/>
                  </a:cubicBezTo>
                  <a:cubicBezTo>
                    <a:pt x="5041" y="7814"/>
                    <a:pt x="4253" y="7026"/>
                    <a:pt x="4253" y="6049"/>
                  </a:cubicBezTo>
                  <a:cubicBezTo>
                    <a:pt x="4253" y="5073"/>
                    <a:pt x="5041" y="4285"/>
                    <a:pt x="6018" y="4285"/>
                  </a:cubicBezTo>
                  <a:close/>
                  <a:moveTo>
                    <a:pt x="10554" y="6805"/>
                  </a:moveTo>
                  <a:lnTo>
                    <a:pt x="10554" y="9956"/>
                  </a:lnTo>
                  <a:lnTo>
                    <a:pt x="10239" y="9956"/>
                  </a:lnTo>
                  <a:cubicBezTo>
                    <a:pt x="10050" y="9956"/>
                    <a:pt x="9893" y="10113"/>
                    <a:pt x="9893" y="10302"/>
                  </a:cubicBezTo>
                  <a:lnTo>
                    <a:pt x="9893" y="10649"/>
                  </a:lnTo>
                  <a:lnTo>
                    <a:pt x="2143" y="10649"/>
                  </a:lnTo>
                  <a:lnTo>
                    <a:pt x="2143" y="10302"/>
                  </a:lnTo>
                  <a:cubicBezTo>
                    <a:pt x="2143" y="10113"/>
                    <a:pt x="1985" y="9956"/>
                    <a:pt x="1764" y="9956"/>
                  </a:cubicBezTo>
                  <a:lnTo>
                    <a:pt x="1418" y="9956"/>
                  </a:lnTo>
                  <a:lnTo>
                    <a:pt x="1418" y="6805"/>
                  </a:lnTo>
                  <a:cubicBezTo>
                    <a:pt x="1670" y="6994"/>
                    <a:pt x="1985" y="7183"/>
                    <a:pt x="2332" y="7435"/>
                  </a:cubicBezTo>
                  <a:cubicBezTo>
                    <a:pt x="3182" y="7940"/>
                    <a:pt x="4505" y="8538"/>
                    <a:pt x="5986" y="8538"/>
                  </a:cubicBezTo>
                  <a:cubicBezTo>
                    <a:pt x="7498" y="8538"/>
                    <a:pt x="8790" y="7940"/>
                    <a:pt x="9641" y="7435"/>
                  </a:cubicBezTo>
                  <a:cubicBezTo>
                    <a:pt x="10019" y="7215"/>
                    <a:pt x="10334" y="6994"/>
                    <a:pt x="10554" y="6805"/>
                  </a:cubicBezTo>
                  <a:close/>
                  <a:moveTo>
                    <a:pt x="1418" y="10617"/>
                  </a:moveTo>
                  <a:lnTo>
                    <a:pt x="1418" y="11311"/>
                  </a:lnTo>
                  <a:lnTo>
                    <a:pt x="693" y="11311"/>
                  </a:lnTo>
                  <a:lnTo>
                    <a:pt x="693" y="10617"/>
                  </a:lnTo>
                  <a:close/>
                  <a:moveTo>
                    <a:pt x="11310" y="10617"/>
                  </a:moveTo>
                  <a:lnTo>
                    <a:pt x="11310" y="11311"/>
                  </a:lnTo>
                  <a:lnTo>
                    <a:pt x="10586" y="11311"/>
                  </a:lnTo>
                  <a:lnTo>
                    <a:pt x="10586" y="10617"/>
                  </a:lnTo>
                  <a:close/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0"/>
                    <a:pt x="0" y="10239"/>
                  </a:cubicBezTo>
                  <a:lnTo>
                    <a:pt x="0" y="11657"/>
                  </a:lnTo>
                  <a:cubicBezTo>
                    <a:pt x="0" y="11878"/>
                    <a:pt x="158" y="12035"/>
                    <a:pt x="347" y="12035"/>
                  </a:cubicBezTo>
                  <a:lnTo>
                    <a:pt x="1764" y="12035"/>
                  </a:lnTo>
                  <a:cubicBezTo>
                    <a:pt x="1954" y="12035"/>
                    <a:pt x="2111" y="11878"/>
                    <a:pt x="2111" y="11657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7"/>
                  </a:lnTo>
                  <a:cubicBezTo>
                    <a:pt x="9893" y="11878"/>
                    <a:pt x="10050" y="12035"/>
                    <a:pt x="10239" y="12035"/>
                  </a:cubicBezTo>
                  <a:lnTo>
                    <a:pt x="11657" y="12035"/>
                  </a:lnTo>
                  <a:cubicBezTo>
                    <a:pt x="11846" y="12035"/>
                    <a:pt x="12004" y="11878"/>
                    <a:pt x="12004" y="11657"/>
                  </a:cubicBezTo>
                  <a:lnTo>
                    <a:pt x="12004" y="10239"/>
                  </a:lnTo>
                  <a:cubicBezTo>
                    <a:pt x="12004" y="10050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43"/>
                  </a:lnTo>
                  <a:lnTo>
                    <a:pt x="11657" y="2143"/>
                  </a:lnTo>
                  <a:cubicBezTo>
                    <a:pt x="11846" y="2143"/>
                    <a:pt x="12004" y="1985"/>
                    <a:pt x="12004" y="1796"/>
                  </a:cubicBezTo>
                  <a:lnTo>
                    <a:pt x="12004" y="378"/>
                  </a:lnTo>
                  <a:cubicBezTo>
                    <a:pt x="12004" y="189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89"/>
                    <a:pt x="9893" y="378"/>
                  </a:cubicBezTo>
                  <a:lnTo>
                    <a:pt x="9893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89"/>
                    <a:pt x="1954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7" name="Google Shape;13307;p141"/>
            <p:cNvSpPr/>
            <p:nvPr/>
          </p:nvSpPr>
          <p:spPr>
            <a:xfrm>
              <a:off x="-48509525" y="2097050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041" y="725"/>
                  </a:moveTo>
                  <a:cubicBezTo>
                    <a:pt x="1230" y="725"/>
                    <a:pt x="1387" y="882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82"/>
                    <a:pt x="852" y="725"/>
                    <a:pt x="1041" y="725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70"/>
                    <a:pt x="442" y="2111"/>
                    <a:pt x="1041" y="2111"/>
                  </a:cubicBezTo>
                  <a:cubicBezTo>
                    <a:pt x="1639" y="2111"/>
                    <a:pt x="2112" y="1670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08" name="Google Shape;13308;p141"/>
          <p:cNvGrpSpPr/>
          <p:nvPr/>
        </p:nvGrpSpPr>
        <p:grpSpPr>
          <a:xfrm>
            <a:off x="3070499" y="1788993"/>
            <a:ext cx="359154" cy="361004"/>
            <a:chOff x="-48634750" y="2342000"/>
            <a:chExt cx="300900" cy="302450"/>
          </a:xfrm>
        </p:grpSpPr>
        <p:sp>
          <p:nvSpPr>
            <p:cNvPr id="13309" name="Google Shape;13309;p141"/>
            <p:cNvSpPr/>
            <p:nvPr/>
          </p:nvSpPr>
          <p:spPr>
            <a:xfrm>
              <a:off x="-48545750" y="2342000"/>
              <a:ext cx="211900" cy="300875"/>
            </a:xfrm>
            <a:custGeom>
              <a:avLst/>
              <a:gdLst/>
              <a:ahLst/>
              <a:cxnLst/>
              <a:rect l="l" t="t" r="r" b="b"/>
              <a:pathLst>
                <a:path w="8476" h="12035" extrusionOk="0">
                  <a:moveTo>
                    <a:pt x="6711" y="725"/>
                  </a:moveTo>
                  <a:cubicBezTo>
                    <a:pt x="7310" y="725"/>
                    <a:pt x="7782" y="1197"/>
                    <a:pt x="7782" y="1764"/>
                  </a:cubicBezTo>
                  <a:lnTo>
                    <a:pt x="7782" y="10239"/>
                  </a:lnTo>
                  <a:cubicBezTo>
                    <a:pt x="7782" y="10838"/>
                    <a:pt x="7310" y="11310"/>
                    <a:pt x="6711" y="11310"/>
                  </a:cubicBezTo>
                  <a:lnTo>
                    <a:pt x="1797" y="11310"/>
                  </a:lnTo>
                  <a:cubicBezTo>
                    <a:pt x="1198" y="11310"/>
                    <a:pt x="725" y="10838"/>
                    <a:pt x="725" y="10239"/>
                  </a:cubicBezTo>
                  <a:lnTo>
                    <a:pt x="725" y="1764"/>
                  </a:lnTo>
                  <a:cubicBezTo>
                    <a:pt x="725" y="1197"/>
                    <a:pt x="1198" y="725"/>
                    <a:pt x="1797" y="725"/>
                  </a:cubicBezTo>
                  <a:close/>
                  <a:moveTo>
                    <a:pt x="1797" y="0"/>
                  </a:moveTo>
                  <a:cubicBezTo>
                    <a:pt x="788" y="0"/>
                    <a:pt x="1" y="788"/>
                    <a:pt x="1" y="1764"/>
                  </a:cubicBezTo>
                  <a:lnTo>
                    <a:pt x="1" y="10239"/>
                  </a:lnTo>
                  <a:cubicBezTo>
                    <a:pt x="1" y="11247"/>
                    <a:pt x="788" y="12035"/>
                    <a:pt x="1797" y="12035"/>
                  </a:cubicBezTo>
                  <a:lnTo>
                    <a:pt x="6711" y="12035"/>
                  </a:lnTo>
                  <a:cubicBezTo>
                    <a:pt x="7688" y="12035"/>
                    <a:pt x="8476" y="11247"/>
                    <a:pt x="8476" y="10239"/>
                  </a:cubicBezTo>
                  <a:lnTo>
                    <a:pt x="8476" y="1764"/>
                  </a:lnTo>
                  <a:cubicBezTo>
                    <a:pt x="8476" y="788"/>
                    <a:pt x="7688" y="0"/>
                    <a:pt x="67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0" name="Google Shape;13310;p141"/>
            <p:cNvSpPr/>
            <p:nvPr/>
          </p:nvSpPr>
          <p:spPr>
            <a:xfrm>
              <a:off x="-48509525" y="23955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1" y="694"/>
                  </a:moveTo>
                  <a:cubicBezTo>
                    <a:pt x="1230" y="694"/>
                    <a:pt x="1387" y="851"/>
                    <a:pt x="1387" y="1040"/>
                  </a:cubicBezTo>
                  <a:cubicBezTo>
                    <a:pt x="1387" y="1261"/>
                    <a:pt x="1230" y="1418"/>
                    <a:pt x="1041" y="1418"/>
                  </a:cubicBezTo>
                  <a:cubicBezTo>
                    <a:pt x="852" y="1418"/>
                    <a:pt x="694" y="1261"/>
                    <a:pt x="694" y="1040"/>
                  </a:cubicBezTo>
                  <a:cubicBezTo>
                    <a:pt x="694" y="851"/>
                    <a:pt x="852" y="694"/>
                    <a:pt x="1041" y="694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39"/>
                    <a:pt x="442" y="2111"/>
                    <a:pt x="1041" y="2111"/>
                  </a:cubicBezTo>
                  <a:cubicBezTo>
                    <a:pt x="1639" y="2111"/>
                    <a:pt x="2112" y="1639"/>
                    <a:pt x="2112" y="1040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1" name="Google Shape;13311;p141"/>
            <p:cNvSpPr/>
            <p:nvPr/>
          </p:nvSpPr>
          <p:spPr>
            <a:xfrm>
              <a:off x="-48509525" y="24664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1" y="694"/>
                  </a:moveTo>
                  <a:cubicBezTo>
                    <a:pt x="1230" y="694"/>
                    <a:pt x="1387" y="851"/>
                    <a:pt x="1387" y="1072"/>
                  </a:cubicBezTo>
                  <a:cubicBezTo>
                    <a:pt x="1387" y="1261"/>
                    <a:pt x="1230" y="1419"/>
                    <a:pt x="1041" y="1419"/>
                  </a:cubicBezTo>
                  <a:cubicBezTo>
                    <a:pt x="852" y="1419"/>
                    <a:pt x="694" y="1261"/>
                    <a:pt x="694" y="1072"/>
                  </a:cubicBezTo>
                  <a:cubicBezTo>
                    <a:pt x="694" y="851"/>
                    <a:pt x="852" y="694"/>
                    <a:pt x="1041" y="694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cubicBezTo>
                    <a:pt x="1" y="1639"/>
                    <a:pt x="442" y="2112"/>
                    <a:pt x="1041" y="2112"/>
                  </a:cubicBezTo>
                  <a:cubicBezTo>
                    <a:pt x="1639" y="2112"/>
                    <a:pt x="2112" y="1639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2" name="Google Shape;13312;p141"/>
            <p:cNvSpPr/>
            <p:nvPr/>
          </p:nvSpPr>
          <p:spPr>
            <a:xfrm>
              <a:off x="-48509525" y="25373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1" y="693"/>
                  </a:moveTo>
                  <a:cubicBezTo>
                    <a:pt x="1230" y="693"/>
                    <a:pt x="1387" y="851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51"/>
                    <a:pt x="852" y="693"/>
                    <a:pt x="1041" y="693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39"/>
                    <a:pt x="442" y="2111"/>
                    <a:pt x="1041" y="2111"/>
                  </a:cubicBezTo>
                  <a:cubicBezTo>
                    <a:pt x="1639" y="2111"/>
                    <a:pt x="2112" y="1639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3" name="Google Shape;13313;p141"/>
            <p:cNvSpPr/>
            <p:nvPr/>
          </p:nvSpPr>
          <p:spPr>
            <a:xfrm>
              <a:off x="-48421300" y="23955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387" y="1261"/>
                    <a:pt x="1229" y="1418"/>
                    <a:pt x="1072" y="1418"/>
                  </a:cubicBezTo>
                  <a:cubicBezTo>
                    <a:pt x="851" y="1418"/>
                    <a:pt x="725" y="1261"/>
                    <a:pt x="725" y="1040"/>
                  </a:cubicBezTo>
                  <a:cubicBezTo>
                    <a:pt x="725" y="851"/>
                    <a:pt x="851" y="694"/>
                    <a:pt x="1072" y="694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39"/>
                    <a:pt x="473" y="2111"/>
                    <a:pt x="1072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080" y="473"/>
                    <a:pt x="1607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4" name="Google Shape;13314;p141"/>
            <p:cNvSpPr/>
            <p:nvPr/>
          </p:nvSpPr>
          <p:spPr>
            <a:xfrm>
              <a:off x="-48421300" y="24664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72"/>
                  </a:cubicBezTo>
                  <a:cubicBezTo>
                    <a:pt x="1387" y="1261"/>
                    <a:pt x="1229" y="1419"/>
                    <a:pt x="1072" y="1419"/>
                  </a:cubicBezTo>
                  <a:cubicBezTo>
                    <a:pt x="851" y="1419"/>
                    <a:pt x="725" y="1261"/>
                    <a:pt x="725" y="1072"/>
                  </a:cubicBezTo>
                  <a:cubicBezTo>
                    <a:pt x="725" y="851"/>
                    <a:pt x="851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39"/>
                    <a:pt x="473" y="2112"/>
                    <a:pt x="1072" y="2112"/>
                  </a:cubicBezTo>
                  <a:cubicBezTo>
                    <a:pt x="1639" y="2112"/>
                    <a:pt x="2111" y="1639"/>
                    <a:pt x="2111" y="1072"/>
                  </a:cubicBez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5" name="Google Shape;13315;p141"/>
            <p:cNvSpPr/>
            <p:nvPr/>
          </p:nvSpPr>
          <p:spPr>
            <a:xfrm>
              <a:off x="-48421300" y="25373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72" y="693"/>
                  </a:moveTo>
                  <a:cubicBezTo>
                    <a:pt x="1261" y="693"/>
                    <a:pt x="1418" y="851"/>
                    <a:pt x="1418" y="1071"/>
                  </a:cubicBezTo>
                  <a:cubicBezTo>
                    <a:pt x="1418" y="1260"/>
                    <a:pt x="1229" y="1418"/>
                    <a:pt x="1072" y="1418"/>
                  </a:cubicBezTo>
                  <a:cubicBezTo>
                    <a:pt x="851" y="1418"/>
                    <a:pt x="725" y="1260"/>
                    <a:pt x="725" y="1071"/>
                  </a:cubicBezTo>
                  <a:cubicBezTo>
                    <a:pt x="725" y="851"/>
                    <a:pt x="851" y="693"/>
                    <a:pt x="1072" y="693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639"/>
                    <a:pt x="473" y="2111"/>
                    <a:pt x="1072" y="2111"/>
                  </a:cubicBezTo>
                  <a:cubicBezTo>
                    <a:pt x="1639" y="2111"/>
                    <a:pt x="2111" y="1639"/>
                    <a:pt x="2111" y="1071"/>
                  </a:cubicBezTo>
                  <a:cubicBezTo>
                    <a:pt x="2080" y="473"/>
                    <a:pt x="1607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6" name="Google Shape;13316;p141"/>
            <p:cNvSpPr/>
            <p:nvPr/>
          </p:nvSpPr>
          <p:spPr>
            <a:xfrm>
              <a:off x="-48634750" y="2342775"/>
              <a:ext cx="71700" cy="301675"/>
            </a:xfrm>
            <a:custGeom>
              <a:avLst/>
              <a:gdLst/>
              <a:ahLst/>
              <a:cxnLst/>
              <a:rect l="l" t="t" r="r" b="b"/>
              <a:pathLst>
                <a:path w="2868" h="12067" extrusionOk="0">
                  <a:moveTo>
                    <a:pt x="1891" y="725"/>
                  </a:moveTo>
                  <a:lnTo>
                    <a:pt x="1891" y="725"/>
                  </a:lnTo>
                  <a:cubicBezTo>
                    <a:pt x="1828" y="851"/>
                    <a:pt x="1796" y="946"/>
                    <a:pt x="1796" y="1072"/>
                  </a:cubicBezTo>
                  <a:cubicBezTo>
                    <a:pt x="1765" y="1450"/>
                    <a:pt x="1859" y="1796"/>
                    <a:pt x="2112" y="2143"/>
                  </a:cubicBezTo>
                  <a:cubicBezTo>
                    <a:pt x="2175" y="2174"/>
                    <a:pt x="2206" y="2269"/>
                    <a:pt x="2175" y="2332"/>
                  </a:cubicBezTo>
                  <a:cubicBezTo>
                    <a:pt x="2049" y="2616"/>
                    <a:pt x="1796" y="2805"/>
                    <a:pt x="1481" y="2805"/>
                  </a:cubicBezTo>
                  <a:cubicBezTo>
                    <a:pt x="1103" y="2805"/>
                    <a:pt x="788" y="2489"/>
                    <a:pt x="788" y="2111"/>
                  </a:cubicBezTo>
                  <a:cubicBezTo>
                    <a:pt x="725" y="1702"/>
                    <a:pt x="883" y="1355"/>
                    <a:pt x="1166" y="1135"/>
                  </a:cubicBezTo>
                  <a:cubicBezTo>
                    <a:pt x="1418" y="883"/>
                    <a:pt x="1607" y="788"/>
                    <a:pt x="1891" y="725"/>
                  </a:cubicBezTo>
                  <a:close/>
                  <a:moveTo>
                    <a:pt x="1481" y="3529"/>
                  </a:moveTo>
                  <a:cubicBezTo>
                    <a:pt x="1733" y="3750"/>
                    <a:pt x="1891" y="4600"/>
                    <a:pt x="1954" y="4947"/>
                  </a:cubicBezTo>
                  <a:lnTo>
                    <a:pt x="977" y="4947"/>
                  </a:lnTo>
                  <a:cubicBezTo>
                    <a:pt x="1040" y="4600"/>
                    <a:pt x="1198" y="3750"/>
                    <a:pt x="1481" y="3529"/>
                  </a:cubicBezTo>
                  <a:close/>
                  <a:moveTo>
                    <a:pt x="2049" y="5608"/>
                  </a:moveTo>
                  <a:cubicBezTo>
                    <a:pt x="2112" y="6176"/>
                    <a:pt x="2112" y="6743"/>
                    <a:pt x="2112" y="7373"/>
                  </a:cubicBezTo>
                  <a:cubicBezTo>
                    <a:pt x="2143" y="9421"/>
                    <a:pt x="1796" y="10933"/>
                    <a:pt x="1450" y="11279"/>
                  </a:cubicBezTo>
                  <a:cubicBezTo>
                    <a:pt x="1387" y="11216"/>
                    <a:pt x="1166" y="10964"/>
                    <a:pt x="1009" y="10145"/>
                  </a:cubicBezTo>
                  <a:cubicBezTo>
                    <a:pt x="851" y="9389"/>
                    <a:pt x="725" y="8412"/>
                    <a:pt x="725" y="7373"/>
                  </a:cubicBezTo>
                  <a:cubicBezTo>
                    <a:pt x="725" y="6743"/>
                    <a:pt x="788" y="6176"/>
                    <a:pt x="820" y="5608"/>
                  </a:cubicBezTo>
                  <a:close/>
                  <a:moveTo>
                    <a:pt x="2458" y="1"/>
                  </a:moveTo>
                  <a:cubicBezTo>
                    <a:pt x="1765" y="1"/>
                    <a:pt x="1198" y="64"/>
                    <a:pt x="631" y="631"/>
                  </a:cubicBezTo>
                  <a:cubicBezTo>
                    <a:pt x="221" y="1040"/>
                    <a:pt x="1" y="1576"/>
                    <a:pt x="1" y="2143"/>
                  </a:cubicBezTo>
                  <a:cubicBezTo>
                    <a:pt x="1" y="2647"/>
                    <a:pt x="253" y="3120"/>
                    <a:pt x="694" y="3372"/>
                  </a:cubicBezTo>
                  <a:cubicBezTo>
                    <a:pt x="158" y="4317"/>
                    <a:pt x="1" y="6333"/>
                    <a:pt x="1" y="7467"/>
                  </a:cubicBezTo>
                  <a:cubicBezTo>
                    <a:pt x="1" y="8570"/>
                    <a:pt x="95" y="10586"/>
                    <a:pt x="694" y="11563"/>
                  </a:cubicBezTo>
                  <a:cubicBezTo>
                    <a:pt x="883" y="11909"/>
                    <a:pt x="1135" y="12067"/>
                    <a:pt x="1418" y="12067"/>
                  </a:cubicBezTo>
                  <a:cubicBezTo>
                    <a:pt x="1670" y="12067"/>
                    <a:pt x="1923" y="11909"/>
                    <a:pt x="2112" y="11563"/>
                  </a:cubicBezTo>
                  <a:cubicBezTo>
                    <a:pt x="2679" y="10618"/>
                    <a:pt x="2836" y="8601"/>
                    <a:pt x="2836" y="7467"/>
                  </a:cubicBezTo>
                  <a:cubicBezTo>
                    <a:pt x="2868" y="6270"/>
                    <a:pt x="2742" y="4285"/>
                    <a:pt x="2143" y="3309"/>
                  </a:cubicBezTo>
                  <a:cubicBezTo>
                    <a:pt x="2427" y="3151"/>
                    <a:pt x="2679" y="2899"/>
                    <a:pt x="2742" y="2584"/>
                  </a:cubicBezTo>
                  <a:cubicBezTo>
                    <a:pt x="2868" y="2269"/>
                    <a:pt x="2773" y="1954"/>
                    <a:pt x="2584" y="1702"/>
                  </a:cubicBezTo>
                  <a:cubicBezTo>
                    <a:pt x="2395" y="1481"/>
                    <a:pt x="2269" y="1166"/>
                    <a:pt x="2742" y="568"/>
                  </a:cubicBezTo>
                  <a:cubicBezTo>
                    <a:pt x="2836" y="442"/>
                    <a:pt x="2868" y="347"/>
                    <a:pt x="2773" y="221"/>
                  </a:cubicBezTo>
                  <a:cubicBezTo>
                    <a:pt x="2742" y="95"/>
                    <a:pt x="2584" y="1"/>
                    <a:pt x="2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17" name="Google Shape;13317;p141"/>
          <p:cNvGrpSpPr/>
          <p:nvPr/>
        </p:nvGrpSpPr>
        <p:grpSpPr>
          <a:xfrm>
            <a:off x="3071439" y="2237377"/>
            <a:ext cx="357274" cy="357274"/>
            <a:chOff x="-48633175" y="2711375"/>
            <a:chExt cx="299325" cy="299325"/>
          </a:xfrm>
        </p:grpSpPr>
        <p:sp>
          <p:nvSpPr>
            <p:cNvPr id="13318" name="Google Shape;13318;p141"/>
            <p:cNvSpPr/>
            <p:nvPr/>
          </p:nvSpPr>
          <p:spPr>
            <a:xfrm>
              <a:off x="-48633175" y="2711375"/>
              <a:ext cx="299325" cy="299325"/>
            </a:xfrm>
            <a:custGeom>
              <a:avLst/>
              <a:gdLst/>
              <a:ahLst/>
              <a:cxnLst/>
              <a:rect l="l" t="t" r="r" b="b"/>
              <a:pathLst>
                <a:path w="11973" h="11973" extrusionOk="0">
                  <a:moveTo>
                    <a:pt x="6459" y="662"/>
                  </a:moveTo>
                  <a:lnTo>
                    <a:pt x="6774" y="1356"/>
                  </a:lnTo>
                  <a:cubicBezTo>
                    <a:pt x="6837" y="1419"/>
                    <a:pt x="6900" y="1513"/>
                    <a:pt x="7026" y="1545"/>
                  </a:cubicBezTo>
                  <a:cubicBezTo>
                    <a:pt x="7499" y="1671"/>
                    <a:pt x="7971" y="1860"/>
                    <a:pt x="8413" y="2080"/>
                  </a:cubicBezTo>
                  <a:cubicBezTo>
                    <a:pt x="8459" y="2126"/>
                    <a:pt x="8539" y="2156"/>
                    <a:pt x="8627" y="2156"/>
                  </a:cubicBezTo>
                  <a:cubicBezTo>
                    <a:pt x="8660" y="2156"/>
                    <a:pt x="8694" y="2152"/>
                    <a:pt x="8728" y="2143"/>
                  </a:cubicBezTo>
                  <a:lnTo>
                    <a:pt x="9389" y="1891"/>
                  </a:lnTo>
                  <a:lnTo>
                    <a:pt x="10051" y="2553"/>
                  </a:lnTo>
                  <a:lnTo>
                    <a:pt x="9799" y="3214"/>
                  </a:lnTo>
                  <a:cubicBezTo>
                    <a:pt x="9767" y="3340"/>
                    <a:pt x="9767" y="3435"/>
                    <a:pt x="9862" y="3561"/>
                  </a:cubicBezTo>
                  <a:cubicBezTo>
                    <a:pt x="10114" y="3970"/>
                    <a:pt x="10334" y="4412"/>
                    <a:pt x="10397" y="4916"/>
                  </a:cubicBezTo>
                  <a:cubicBezTo>
                    <a:pt x="10460" y="5042"/>
                    <a:pt x="10492" y="5136"/>
                    <a:pt x="10586" y="5168"/>
                  </a:cubicBezTo>
                  <a:lnTo>
                    <a:pt x="11279" y="5483"/>
                  </a:lnTo>
                  <a:lnTo>
                    <a:pt x="11279" y="6459"/>
                  </a:lnTo>
                  <a:lnTo>
                    <a:pt x="10586" y="6774"/>
                  </a:lnTo>
                  <a:cubicBezTo>
                    <a:pt x="10523" y="6806"/>
                    <a:pt x="10460" y="6900"/>
                    <a:pt x="10397" y="7026"/>
                  </a:cubicBezTo>
                  <a:cubicBezTo>
                    <a:pt x="10271" y="7499"/>
                    <a:pt x="10082" y="7972"/>
                    <a:pt x="9862" y="8381"/>
                  </a:cubicBezTo>
                  <a:cubicBezTo>
                    <a:pt x="9799" y="8476"/>
                    <a:pt x="9767" y="8602"/>
                    <a:pt x="9799" y="8696"/>
                  </a:cubicBezTo>
                  <a:lnTo>
                    <a:pt x="10051" y="9389"/>
                  </a:lnTo>
                  <a:lnTo>
                    <a:pt x="9389" y="10051"/>
                  </a:lnTo>
                  <a:lnTo>
                    <a:pt x="8728" y="9799"/>
                  </a:lnTo>
                  <a:cubicBezTo>
                    <a:pt x="8681" y="9787"/>
                    <a:pt x="8640" y="9780"/>
                    <a:pt x="8600" y="9780"/>
                  </a:cubicBezTo>
                  <a:cubicBezTo>
                    <a:pt x="8532" y="9780"/>
                    <a:pt x="8472" y="9802"/>
                    <a:pt x="8413" y="9862"/>
                  </a:cubicBezTo>
                  <a:cubicBezTo>
                    <a:pt x="7971" y="10114"/>
                    <a:pt x="7530" y="10303"/>
                    <a:pt x="7026" y="10397"/>
                  </a:cubicBezTo>
                  <a:cubicBezTo>
                    <a:pt x="6900" y="10429"/>
                    <a:pt x="6837" y="10492"/>
                    <a:pt x="6774" y="10586"/>
                  </a:cubicBezTo>
                  <a:lnTo>
                    <a:pt x="6459" y="11280"/>
                  </a:lnTo>
                  <a:lnTo>
                    <a:pt x="5483" y="11280"/>
                  </a:lnTo>
                  <a:lnTo>
                    <a:pt x="5168" y="10586"/>
                  </a:lnTo>
                  <a:cubicBezTo>
                    <a:pt x="5136" y="10523"/>
                    <a:pt x="5042" y="10429"/>
                    <a:pt x="4915" y="10397"/>
                  </a:cubicBezTo>
                  <a:cubicBezTo>
                    <a:pt x="4443" y="10271"/>
                    <a:pt x="3970" y="10082"/>
                    <a:pt x="3561" y="9862"/>
                  </a:cubicBezTo>
                  <a:cubicBezTo>
                    <a:pt x="3492" y="9816"/>
                    <a:pt x="3406" y="9786"/>
                    <a:pt x="3327" y="9786"/>
                  </a:cubicBezTo>
                  <a:cubicBezTo>
                    <a:pt x="3299" y="9786"/>
                    <a:pt x="3271" y="9790"/>
                    <a:pt x="3246" y="9799"/>
                  </a:cubicBezTo>
                  <a:lnTo>
                    <a:pt x="2553" y="10051"/>
                  </a:lnTo>
                  <a:lnTo>
                    <a:pt x="1891" y="9389"/>
                  </a:lnTo>
                  <a:lnTo>
                    <a:pt x="2143" y="8696"/>
                  </a:lnTo>
                  <a:cubicBezTo>
                    <a:pt x="2175" y="8602"/>
                    <a:pt x="2175" y="8507"/>
                    <a:pt x="2080" y="8381"/>
                  </a:cubicBezTo>
                  <a:cubicBezTo>
                    <a:pt x="1828" y="7972"/>
                    <a:pt x="1607" y="7531"/>
                    <a:pt x="1544" y="7026"/>
                  </a:cubicBezTo>
                  <a:cubicBezTo>
                    <a:pt x="1513" y="6900"/>
                    <a:pt x="1450" y="6806"/>
                    <a:pt x="1355" y="6774"/>
                  </a:cubicBezTo>
                  <a:lnTo>
                    <a:pt x="662" y="6459"/>
                  </a:lnTo>
                  <a:lnTo>
                    <a:pt x="662" y="5483"/>
                  </a:lnTo>
                  <a:lnTo>
                    <a:pt x="1355" y="5168"/>
                  </a:lnTo>
                  <a:cubicBezTo>
                    <a:pt x="1418" y="5136"/>
                    <a:pt x="1513" y="5042"/>
                    <a:pt x="1544" y="4916"/>
                  </a:cubicBezTo>
                  <a:cubicBezTo>
                    <a:pt x="1670" y="4443"/>
                    <a:pt x="1860" y="3970"/>
                    <a:pt x="2080" y="3561"/>
                  </a:cubicBezTo>
                  <a:cubicBezTo>
                    <a:pt x="2143" y="3466"/>
                    <a:pt x="2175" y="3340"/>
                    <a:pt x="2143" y="3214"/>
                  </a:cubicBezTo>
                  <a:lnTo>
                    <a:pt x="1891" y="2553"/>
                  </a:lnTo>
                  <a:lnTo>
                    <a:pt x="2553" y="1891"/>
                  </a:lnTo>
                  <a:lnTo>
                    <a:pt x="3246" y="2143"/>
                  </a:lnTo>
                  <a:cubicBezTo>
                    <a:pt x="3280" y="2155"/>
                    <a:pt x="3315" y="2162"/>
                    <a:pt x="3351" y="2162"/>
                  </a:cubicBezTo>
                  <a:cubicBezTo>
                    <a:pt x="3414" y="2162"/>
                    <a:pt x="3481" y="2140"/>
                    <a:pt x="3561" y="2080"/>
                  </a:cubicBezTo>
                  <a:cubicBezTo>
                    <a:pt x="3970" y="1828"/>
                    <a:pt x="4411" y="1608"/>
                    <a:pt x="4915" y="1545"/>
                  </a:cubicBezTo>
                  <a:cubicBezTo>
                    <a:pt x="5042" y="1513"/>
                    <a:pt x="5136" y="1450"/>
                    <a:pt x="5168" y="1356"/>
                  </a:cubicBezTo>
                  <a:lnTo>
                    <a:pt x="5483" y="662"/>
                  </a:lnTo>
                  <a:close/>
                  <a:moveTo>
                    <a:pt x="5294" y="1"/>
                  </a:moveTo>
                  <a:cubicBezTo>
                    <a:pt x="5168" y="1"/>
                    <a:pt x="5010" y="64"/>
                    <a:pt x="4978" y="190"/>
                  </a:cubicBezTo>
                  <a:lnTo>
                    <a:pt x="4632" y="915"/>
                  </a:lnTo>
                  <a:cubicBezTo>
                    <a:pt x="4191" y="1041"/>
                    <a:pt x="3750" y="1198"/>
                    <a:pt x="3372" y="1419"/>
                  </a:cubicBezTo>
                  <a:lnTo>
                    <a:pt x="2616" y="1198"/>
                  </a:lnTo>
                  <a:cubicBezTo>
                    <a:pt x="2579" y="1180"/>
                    <a:pt x="2539" y="1172"/>
                    <a:pt x="2500" y="1172"/>
                  </a:cubicBezTo>
                  <a:cubicBezTo>
                    <a:pt x="2405" y="1172"/>
                    <a:pt x="2314" y="1217"/>
                    <a:pt x="2269" y="1261"/>
                  </a:cubicBezTo>
                  <a:lnTo>
                    <a:pt x="1261" y="2238"/>
                  </a:lnTo>
                  <a:cubicBezTo>
                    <a:pt x="1198" y="2332"/>
                    <a:pt x="1166" y="2490"/>
                    <a:pt x="1198" y="2616"/>
                  </a:cubicBezTo>
                  <a:lnTo>
                    <a:pt x="1418" y="3340"/>
                  </a:lnTo>
                  <a:cubicBezTo>
                    <a:pt x="1198" y="3750"/>
                    <a:pt x="1040" y="4191"/>
                    <a:pt x="914" y="4601"/>
                  </a:cubicBezTo>
                  <a:lnTo>
                    <a:pt x="221" y="4979"/>
                  </a:lnTo>
                  <a:cubicBezTo>
                    <a:pt x="95" y="5010"/>
                    <a:pt x="1" y="5168"/>
                    <a:pt x="1" y="5294"/>
                  </a:cubicBezTo>
                  <a:lnTo>
                    <a:pt x="1" y="6711"/>
                  </a:lnTo>
                  <a:cubicBezTo>
                    <a:pt x="1" y="6806"/>
                    <a:pt x="95" y="6963"/>
                    <a:pt x="221" y="7026"/>
                  </a:cubicBezTo>
                  <a:lnTo>
                    <a:pt x="914" y="7373"/>
                  </a:lnTo>
                  <a:cubicBezTo>
                    <a:pt x="1040" y="7814"/>
                    <a:pt x="1198" y="8224"/>
                    <a:pt x="1418" y="8633"/>
                  </a:cubicBezTo>
                  <a:lnTo>
                    <a:pt x="1198" y="9389"/>
                  </a:lnTo>
                  <a:cubicBezTo>
                    <a:pt x="1166" y="9484"/>
                    <a:pt x="1198" y="9641"/>
                    <a:pt x="1261" y="9736"/>
                  </a:cubicBezTo>
                  <a:lnTo>
                    <a:pt x="2269" y="10712"/>
                  </a:lnTo>
                  <a:cubicBezTo>
                    <a:pt x="2316" y="10783"/>
                    <a:pt x="2417" y="10819"/>
                    <a:pt x="2517" y="10819"/>
                  </a:cubicBezTo>
                  <a:cubicBezTo>
                    <a:pt x="2551" y="10819"/>
                    <a:pt x="2584" y="10815"/>
                    <a:pt x="2616" y="10807"/>
                  </a:cubicBezTo>
                  <a:lnTo>
                    <a:pt x="3372" y="10555"/>
                  </a:lnTo>
                  <a:cubicBezTo>
                    <a:pt x="3750" y="10807"/>
                    <a:pt x="4191" y="10965"/>
                    <a:pt x="4632" y="11059"/>
                  </a:cubicBezTo>
                  <a:lnTo>
                    <a:pt x="4978" y="11784"/>
                  </a:lnTo>
                  <a:cubicBezTo>
                    <a:pt x="5010" y="11910"/>
                    <a:pt x="5168" y="11973"/>
                    <a:pt x="5294" y="11973"/>
                  </a:cubicBezTo>
                  <a:lnTo>
                    <a:pt x="6711" y="11973"/>
                  </a:lnTo>
                  <a:cubicBezTo>
                    <a:pt x="6837" y="11973"/>
                    <a:pt x="6995" y="11910"/>
                    <a:pt x="7026" y="11784"/>
                  </a:cubicBezTo>
                  <a:lnTo>
                    <a:pt x="7373" y="11059"/>
                  </a:lnTo>
                  <a:cubicBezTo>
                    <a:pt x="7814" y="10965"/>
                    <a:pt x="8255" y="10807"/>
                    <a:pt x="8633" y="10555"/>
                  </a:cubicBezTo>
                  <a:lnTo>
                    <a:pt x="9389" y="10807"/>
                  </a:lnTo>
                  <a:cubicBezTo>
                    <a:pt x="9421" y="10815"/>
                    <a:pt x="9454" y="10819"/>
                    <a:pt x="9488" y="10819"/>
                  </a:cubicBezTo>
                  <a:cubicBezTo>
                    <a:pt x="9588" y="10819"/>
                    <a:pt x="9688" y="10783"/>
                    <a:pt x="9736" y="10712"/>
                  </a:cubicBezTo>
                  <a:lnTo>
                    <a:pt x="10712" y="9736"/>
                  </a:lnTo>
                  <a:cubicBezTo>
                    <a:pt x="10807" y="9641"/>
                    <a:pt x="10838" y="9484"/>
                    <a:pt x="10807" y="9389"/>
                  </a:cubicBezTo>
                  <a:lnTo>
                    <a:pt x="10555" y="8633"/>
                  </a:lnTo>
                  <a:cubicBezTo>
                    <a:pt x="10807" y="8224"/>
                    <a:pt x="10964" y="7814"/>
                    <a:pt x="11059" y="7373"/>
                  </a:cubicBezTo>
                  <a:lnTo>
                    <a:pt x="11784" y="7026"/>
                  </a:lnTo>
                  <a:cubicBezTo>
                    <a:pt x="11910" y="6963"/>
                    <a:pt x="11973" y="6806"/>
                    <a:pt x="11973" y="6711"/>
                  </a:cubicBezTo>
                  <a:lnTo>
                    <a:pt x="11973" y="5294"/>
                  </a:lnTo>
                  <a:cubicBezTo>
                    <a:pt x="11973" y="5168"/>
                    <a:pt x="11910" y="5042"/>
                    <a:pt x="11784" y="4979"/>
                  </a:cubicBezTo>
                  <a:lnTo>
                    <a:pt x="11059" y="4601"/>
                  </a:lnTo>
                  <a:cubicBezTo>
                    <a:pt x="10964" y="4191"/>
                    <a:pt x="10807" y="3750"/>
                    <a:pt x="10555" y="3340"/>
                  </a:cubicBezTo>
                  <a:lnTo>
                    <a:pt x="10807" y="2616"/>
                  </a:lnTo>
                  <a:cubicBezTo>
                    <a:pt x="10838" y="2490"/>
                    <a:pt x="10807" y="2332"/>
                    <a:pt x="10712" y="2238"/>
                  </a:cubicBezTo>
                  <a:lnTo>
                    <a:pt x="9736" y="1261"/>
                  </a:lnTo>
                  <a:cubicBezTo>
                    <a:pt x="9691" y="1217"/>
                    <a:pt x="9584" y="1172"/>
                    <a:pt x="9491" y="1172"/>
                  </a:cubicBezTo>
                  <a:cubicBezTo>
                    <a:pt x="9453" y="1172"/>
                    <a:pt x="9417" y="1180"/>
                    <a:pt x="9389" y="1198"/>
                  </a:cubicBezTo>
                  <a:lnTo>
                    <a:pt x="8633" y="1419"/>
                  </a:lnTo>
                  <a:cubicBezTo>
                    <a:pt x="8255" y="1198"/>
                    <a:pt x="7814" y="1041"/>
                    <a:pt x="7373" y="915"/>
                  </a:cubicBezTo>
                  <a:lnTo>
                    <a:pt x="7026" y="190"/>
                  </a:lnTo>
                  <a:cubicBezTo>
                    <a:pt x="6995" y="64"/>
                    <a:pt x="6837" y="1"/>
                    <a:pt x="67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9" name="Google Shape;13319;p141"/>
            <p:cNvSpPr/>
            <p:nvPr/>
          </p:nvSpPr>
          <p:spPr>
            <a:xfrm>
              <a:off x="-48579600" y="2764950"/>
              <a:ext cx="192975" cy="191400"/>
            </a:xfrm>
            <a:custGeom>
              <a:avLst/>
              <a:gdLst/>
              <a:ahLst/>
              <a:cxnLst/>
              <a:rect l="l" t="t" r="r" b="b"/>
              <a:pathLst>
                <a:path w="7719" h="7656" extrusionOk="0">
                  <a:moveTo>
                    <a:pt x="3844" y="3214"/>
                  </a:moveTo>
                  <a:lnTo>
                    <a:pt x="4442" y="4411"/>
                  </a:lnTo>
                  <a:cubicBezTo>
                    <a:pt x="4237" y="4490"/>
                    <a:pt x="4033" y="4529"/>
                    <a:pt x="3832" y="4529"/>
                  </a:cubicBezTo>
                  <a:cubicBezTo>
                    <a:pt x="3631" y="4529"/>
                    <a:pt x="3434" y="4490"/>
                    <a:pt x="3245" y="4411"/>
                  </a:cubicBezTo>
                  <a:lnTo>
                    <a:pt x="3844" y="3214"/>
                  </a:lnTo>
                  <a:close/>
                  <a:moveTo>
                    <a:pt x="3781" y="693"/>
                  </a:moveTo>
                  <a:cubicBezTo>
                    <a:pt x="5513" y="693"/>
                    <a:pt x="6931" y="2111"/>
                    <a:pt x="6931" y="3844"/>
                  </a:cubicBezTo>
                  <a:cubicBezTo>
                    <a:pt x="6994" y="5104"/>
                    <a:pt x="6301" y="6175"/>
                    <a:pt x="5230" y="6679"/>
                  </a:cubicBezTo>
                  <a:lnTo>
                    <a:pt x="5230" y="4568"/>
                  </a:lnTo>
                  <a:cubicBezTo>
                    <a:pt x="5230" y="4411"/>
                    <a:pt x="5230" y="4442"/>
                    <a:pt x="4127" y="2300"/>
                  </a:cubicBezTo>
                  <a:cubicBezTo>
                    <a:pt x="4033" y="2206"/>
                    <a:pt x="3938" y="2111"/>
                    <a:pt x="3812" y="2111"/>
                  </a:cubicBezTo>
                  <a:cubicBezTo>
                    <a:pt x="3686" y="2111"/>
                    <a:pt x="3560" y="2206"/>
                    <a:pt x="3497" y="2300"/>
                  </a:cubicBezTo>
                  <a:cubicBezTo>
                    <a:pt x="2363" y="4600"/>
                    <a:pt x="2394" y="4442"/>
                    <a:pt x="2394" y="4568"/>
                  </a:cubicBezTo>
                  <a:lnTo>
                    <a:pt x="2394" y="6679"/>
                  </a:lnTo>
                  <a:cubicBezTo>
                    <a:pt x="1355" y="6175"/>
                    <a:pt x="630" y="5104"/>
                    <a:pt x="630" y="3844"/>
                  </a:cubicBezTo>
                  <a:cubicBezTo>
                    <a:pt x="630" y="2111"/>
                    <a:pt x="2048" y="693"/>
                    <a:pt x="3781" y="693"/>
                  </a:cubicBezTo>
                  <a:close/>
                  <a:moveTo>
                    <a:pt x="4568" y="5104"/>
                  </a:moveTo>
                  <a:lnTo>
                    <a:pt x="4568" y="6931"/>
                  </a:lnTo>
                  <a:cubicBezTo>
                    <a:pt x="4316" y="6963"/>
                    <a:pt x="4096" y="6994"/>
                    <a:pt x="3844" y="6994"/>
                  </a:cubicBezTo>
                  <a:cubicBezTo>
                    <a:pt x="3623" y="6994"/>
                    <a:pt x="3371" y="6994"/>
                    <a:pt x="3151" y="6931"/>
                  </a:cubicBezTo>
                  <a:lnTo>
                    <a:pt x="3151" y="5104"/>
                  </a:lnTo>
                  <a:cubicBezTo>
                    <a:pt x="3371" y="5198"/>
                    <a:pt x="3623" y="5230"/>
                    <a:pt x="3844" y="5230"/>
                  </a:cubicBezTo>
                  <a:cubicBezTo>
                    <a:pt x="4096" y="5230"/>
                    <a:pt x="4316" y="5198"/>
                    <a:pt x="4568" y="5104"/>
                  </a:cubicBezTo>
                  <a:close/>
                  <a:moveTo>
                    <a:pt x="3844" y="0"/>
                  </a:moveTo>
                  <a:cubicBezTo>
                    <a:pt x="1733" y="0"/>
                    <a:pt x="0" y="1733"/>
                    <a:pt x="0" y="3844"/>
                  </a:cubicBezTo>
                  <a:cubicBezTo>
                    <a:pt x="0" y="5577"/>
                    <a:pt x="1134" y="7026"/>
                    <a:pt x="2678" y="7498"/>
                  </a:cubicBezTo>
                  <a:lnTo>
                    <a:pt x="2709" y="7498"/>
                  </a:lnTo>
                  <a:cubicBezTo>
                    <a:pt x="3056" y="7624"/>
                    <a:pt x="3466" y="7656"/>
                    <a:pt x="3844" y="7656"/>
                  </a:cubicBezTo>
                  <a:cubicBezTo>
                    <a:pt x="4253" y="7656"/>
                    <a:pt x="4631" y="7593"/>
                    <a:pt x="4978" y="7498"/>
                  </a:cubicBezTo>
                  <a:lnTo>
                    <a:pt x="5041" y="7498"/>
                  </a:lnTo>
                  <a:cubicBezTo>
                    <a:pt x="6616" y="6994"/>
                    <a:pt x="7719" y="5545"/>
                    <a:pt x="7719" y="3844"/>
                  </a:cubicBezTo>
                  <a:cubicBezTo>
                    <a:pt x="7719" y="1733"/>
                    <a:pt x="5986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0" name="Google Shape;13320;p141"/>
          <p:cNvGrpSpPr/>
          <p:nvPr/>
        </p:nvGrpSpPr>
        <p:grpSpPr>
          <a:xfrm>
            <a:off x="1757928" y="2689329"/>
            <a:ext cx="314006" cy="358229"/>
            <a:chOff x="-46753100" y="1965500"/>
            <a:chExt cx="263075" cy="300125"/>
          </a:xfrm>
        </p:grpSpPr>
        <p:sp>
          <p:nvSpPr>
            <p:cNvPr id="13321" name="Google Shape;13321;p141"/>
            <p:cNvSpPr/>
            <p:nvPr/>
          </p:nvSpPr>
          <p:spPr>
            <a:xfrm>
              <a:off x="-46647575" y="203482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072" y="756"/>
                  </a:moveTo>
                  <a:cubicBezTo>
                    <a:pt x="1261" y="756"/>
                    <a:pt x="1418" y="914"/>
                    <a:pt x="1418" y="1103"/>
                  </a:cubicBezTo>
                  <a:cubicBezTo>
                    <a:pt x="1418" y="1323"/>
                    <a:pt x="1261" y="1481"/>
                    <a:pt x="1072" y="1481"/>
                  </a:cubicBezTo>
                  <a:cubicBezTo>
                    <a:pt x="883" y="1481"/>
                    <a:pt x="725" y="1323"/>
                    <a:pt x="725" y="1103"/>
                  </a:cubicBezTo>
                  <a:cubicBezTo>
                    <a:pt x="725" y="914"/>
                    <a:pt x="883" y="756"/>
                    <a:pt x="1072" y="756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1"/>
                  </a:cubicBezTo>
                  <a:cubicBezTo>
                    <a:pt x="2143" y="473"/>
                    <a:pt x="1670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2" name="Google Shape;13322;p141"/>
            <p:cNvSpPr/>
            <p:nvPr/>
          </p:nvSpPr>
          <p:spPr>
            <a:xfrm>
              <a:off x="-46753100" y="1965500"/>
              <a:ext cx="263075" cy="300125"/>
            </a:xfrm>
            <a:custGeom>
              <a:avLst/>
              <a:gdLst/>
              <a:ahLst/>
              <a:cxnLst/>
              <a:rect l="l" t="t" r="r" b="b"/>
              <a:pathLst>
                <a:path w="10523" h="12005" extrusionOk="0">
                  <a:moveTo>
                    <a:pt x="5293" y="694"/>
                  </a:moveTo>
                  <a:cubicBezTo>
                    <a:pt x="5765" y="694"/>
                    <a:pt x="6175" y="977"/>
                    <a:pt x="6270" y="1419"/>
                  </a:cubicBezTo>
                  <a:lnTo>
                    <a:pt x="4316" y="1419"/>
                  </a:lnTo>
                  <a:cubicBezTo>
                    <a:pt x="4442" y="977"/>
                    <a:pt x="4820" y="694"/>
                    <a:pt x="5293" y="694"/>
                  </a:cubicBezTo>
                  <a:close/>
                  <a:moveTo>
                    <a:pt x="3875" y="5766"/>
                  </a:moveTo>
                  <a:lnTo>
                    <a:pt x="5135" y="7026"/>
                  </a:lnTo>
                  <a:lnTo>
                    <a:pt x="2615" y="7026"/>
                  </a:lnTo>
                  <a:lnTo>
                    <a:pt x="3875" y="5766"/>
                  </a:lnTo>
                  <a:close/>
                  <a:moveTo>
                    <a:pt x="6679" y="5766"/>
                  </a:moveTo>
                  <a:lnTo>
                    <a:pt x="7939" y="7026"/>
                  </a:lnTo>
                  <a:lnTo>
                    <a:pt x="6144" y="7026"/>
                  </a:lnTo>
                  <a:lnTo>
                    <a:pt x="5797" y="6711"/>
                  </a:lnTo>
                  <a:lnTo>
                    <a:pt x="6679" y="5766"/>
                  </a:lnTo>
                  <a:close/>
                  <a:moveTo>
                    <a:pt x="8758" y="2112"/>
                  </a:moveTo>
                  <a:cubicBezTo>
                    <a:pt x="8947" y="2112"/>
                    <a:pt x="9105" y="2269"/>
                    <a:pt x="9105" y="2458"/>
                  </a:cubicBezTo>
                  <a:lnTo>
                    <a:pt x="9105" y="7089"/>
                  </a:lnTo>
                  <a:lnTo>
                    <a:pt x="8916" y="7089"/>
                  </a:lnTo>
                  <a:lnTo>
                    <a:pt x="6900" y="5073"/>
                  </a:lnTo>
                  <a:cubicBezTo>
                    <a:pt x="6825" y="4999"/>
                    <a:pt x="6744" y="4966"/>
                    <a:pt x="6662" y="4966"/>
                  </a:cubicBezTo>
                  <a:cubicBezTo>
                    <a:pt x="6571" y="4966"/>
                    <a:pt x="6479" y="5007"/>
                    <a:pt x="6396" y="5073"/>
                  </a:cubicBezTo>
                  <a:lnTo>
                    <a:pt x="5293" y="6239"/>
                  </a:lnTo>
                  <a:lnTo>
                    <a:pt x="4127" y="5073"/>
                  </a:lnTo>
                  <a:cubicBezTo>
                    <a:pt x="4064" y="5010"/>
                    <a:pt x="3970" y="4979"/>
                    <a:pt x="3871" y="4979"/>
                  </a:cubicBezTo>
                  <a:cubicBezTo>
                    <a:pt x="3773" y="4979"/>
                    <a:pt x="3670" y="5010"/>
                    <a:pt x="3592" y="5073"/>
                  </a:cubicBezTo>
                  <a:lnTo>
                    <a:pt x="1607" y="7089"/>
                  </a:lnTo>
                  <a:lnTo>
                    <a:pt x="1386" y="7089"/>
                  </a:lnTo>
                  <a:lnTo>
                    <a:pt x="1386" y="2458"/>
                  </a:lnTo>
                  <a:cubicBezTo>
                    <a:pt x="1449" y="2269"/>
                    <a:pt x="1607" y="2112"/>
                    <a:pt x="1764" y="2112"/>
                  </a:cubicBezTo>
                  <a:close/>
                  <a:moveTo>
                    <a:pt x="9168" y="7751"/>
                  </a:moveTo>
                  <a:lnTo>
                    <a:pt x="9168" y="8444"/>
                  </a:lnTo>
                  <a:lnTo>
                    <a:pt x="1449" y="8444"/>
                  </a:lnTo>
                  <a:lnTo>
                    <a:pt x="1449" y="7751"/>
                  </a:lnTo>
                  <a:close/>
                  <a:moveTo>
                    <a:pt x="7782" y="9137"/>
                  </a:moveTo>
                  <a:lnTo>
                    <a:pt x="7971" y="9830"/>
                  </a:lnTo>
                  <a:lnTo>
                    <a:pt x="2552" y="9830"/>
                  </a:lnTo>
                  <a:lnTo>
                    <a:pt x="2709" y="9137"/>
                  </a:lnTo>
                  <a:close/>
                  <a:moveTo>
                    <a:pt x="5261" y="1"/>
                  </a:moveTo>
                  <a:cubicBezTo>
                    <a:pt x="4411" y="1"/>
                    <a:pt x="3686" y="568"/>
                    <a:pt x="3529" y="1419"/>
                  </a:cubicBezTo>
                  <a:lnTo>
                    <a:pt x="1764" y="1419"/>
                  </a:lnTo>
                  <a:cubicBezTo>
                    <a:pt x="1166" y="1419"/>
                    <a:pt x="693" y="1891"/>
                    <a:pt x="693" y="2458"/>
                  </a:cubicBezTo>
                  <a:lnTo>
                    <a:pt x="693" y="8444"/>
                  </a:lnTo>
                  <a:lnTo>
                    <a:pt x="347" y="8444"/>
                  </a:lnTo>
                  <a:cubicBezTo>
                    <a:pt x="158" y="8444"/>
                    <a:pt x="0" y="8602"/>
                    <a:pt x="0" y="8822"/>
                  </a:cubicBezTo>
                  <a:cubicBezTo>
                    <a:pt x="0" y="9011"/>
                    <a:pt x="158" y="9169"/>
                    <a:pt x="347" y="9169"/>
                  </a:cubicBezTo>
                  <a:lnTo>
                    <a:pt x="1985" y="9169"/>
                  </a:lnTo>
                  <a:cubicBezTo>
                    <a:pt x="1922" y="9484"/>
                    <a:pt x="1481" y="11217"/>
                    <a:pt x="1418" y="11563"/>
                  </a:cubicBezTo>
                  <a:cubicBezTo>
                    <a:pt x="1355" y="11752"/>
                    <a:pt x="1481" y="11973"/>
                    <a:pt x="1670" y="12004"/>
                  </a:cubicBezTo>
                  <a:lnTo>
                    <a:pt x="1764" y="12004"/>
                  </a:lnTo>
                  <a:cubicBezTo>
                    <a:pt x="1922" y="12004"/>
                    <a:pt x="2079" y="11878"/>
                    <a:pt x="2111" y="11721"/>
                  </a:cubicBezTo>
                  <a:lnTo>
                    <a:pt x="2394" y="10586"/>
                  </a:lnTo>
                  <a:lnTo>
                    <a:pt x="8128" y="10586"/>
                  </a:lnTo>
                  <a:lnTo>
                    <a:pt x="8412" y="11721"/>
                  </a:lnTo>
                  <a:cubicBezTo>
                    <a:pt x="8443" y="11878"/>
                    <a:pt x="8601" y="12004"/>
                    <a:pt x="8758" y="12004"/>
                  </a:cubicBezTo>
                  <a:lnTo>
                    <a:pt x="8853" y="12004"/>
                  </a:lnTo>
                  <a:cubicBezTo>
                    <a:pt x="9042" y="11973"/>
                    <a:pt x="9168" y="11752"/>
                    <a:pt x="9105" y="11563"/>
                  </a:cubicBezTo>
                  <a:cubicBezTo>
                    <a:pt x="9042" y="11217"/>
                    <a:pt x="8601" y="9484"/>
                    <a:pt x="8538" y="9169"/>
                  </a:cubicBezTo>
                  <a:lnTo>
                    <a:pt x="10176" y="9169"/>
                  </a:lnTo>
                  <a:cubicBezTo>
                    <a:pt x="10365" y="9169"/>
                    <a:pt x="10523" y="9011"/>
                    <a:pt x="10523" y="8822"/>
                  </a:cubicBezTo>
                  <a:cubicBezTo>
                    <a:pt x="10523" y="8602"/>
                    <a:pt x="10365" y="8444"/>
                    <a:pt x="10176" y="8444"/>
                  </a:cubicBezTo>
                  <a:lnTo>
                    <a:pt x="9830" y="8444"/>
                  </a:lnTo>
                  <a:lnTo>
                    <a:pt x="9830" y="2458"/>
                  </a:lnTo>
                  <a:cubicBezTo>
                    <a:pt x="9830" y="1891"/>
                    <a:pt x="9357" y="1419"/>
                    <a:pt x="8758" y="1419"/>
                  </a:cubicBezTo>
                  <a:lnTo>
                    <a:pt x="6994" y="1419"/>
                  </a:lnTo>
                  <a:cubicBezTo>
                    <a:pt x="6837" y="631"/>
                    <a:pt x="6144" y="1"/>
                    <a:pt x="5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3" name="Google Shape;13323;p141"/>
          <p:cNvGrpSpPr/>
          <p:nvPr/>
        </p:nvGrpSpPr>
        <p:grpSpPr>
          <a:xfrm>
            <a:off x="1735354" y="3156542"/>
            <a:ext cx="359154" cy="315916"/>
            <a:chOff x="-46772025" y="2350650"/>
            <a:chExt cx="300900" cy="264675"/>
          </a:xfrm>
        </p:grpSpPr>
        <p:sp>
          <p:nvSpPr>
            <p:cNvPr id="13324" name="Google Shape;13324;p141"/>
            <p:cNvSpPr/>
            <p:nvPr/>
          </p:nvSpPr>
          <p:spPr>
            <a:xfrm>
              <a:off x="-46772025" y="2350650"/>
              <a:ext cx="300900" cy="264675"/>
            </a:xfrm>
            <a:custGeom>
              <a:avLst/>
              <a:gdLst/>
              <a:ahLst/>
              <a:cxnLst/>
              <a:rect l="l" t="t" r="r" b="b"/>
              <a:pathLst>
                <a:path w="12036" h="10587" extrusionOk="0">
                  <a:moveTo>
                    <a:pt x="6050" y="820"/>
                  </a:moveTo>
                  <a:cubicBezTo>
                    <a:pt x="7184" y="820"/>
                    <a:pt x="8287" y="1229"/>
                    <a:pt x="9169" y="1985"/>
                  </a:cubicBezTo>
                  <a:cubicBezTo>
                    <a:pt x="9326" y="2111"/>
                    <a:pt x="9326" y="2332"/>
                    <a:pt x="9169" y="2458"/>
                  </a:cubicBezTo>
                  <a:lnTo>
                    <a:pt x="9137" y="2490"/>
                  </a:lnTo>
                  <a:cubicBezTo>
                    <a:pt x="9064" y="2533"/>
                    <a:pt x="8978" y="2557"/>
                    <a:pt x="8896" y="2557"/>
                  </a:cubicBezTo>
                  <a:cubicBezTo>
                    <a:pt x="8802" y="2557"/>
                    <a:pt x="8715" y="2526"/>
                    <a:pt x="8665" y="2458"/>
                  </a:cubicBezTo>
                  <a:cubicBezTo>
                    <a:pt x="7940" y="1828"/>
                    <a:pt x="7027" y="1481"/>
                    <a:pt x="6050" y="1481"/>
                  </a:cubicBezTo>
                  <a:cubicBezTo>
                    <a:pt x="5073" y="1481"/>
                    <a:pt x="4160" y="1828"/>
                    <a:pt x="3466" y="2458"/>
                  </a:cubicBezTo>
                  <a:cubicBezTo>
                    <a:pt x="3378" y="2529"/>
                    <a:pt x="3270" y="2570"/>
                    <a:pt x="3175" y="2570"/>
                  </a:cubicBezTo>
                  <a:cubicBezTo>
                    <a:pt x="3101" y="2570"/>
                    <a:pt x="3035" y="2545"/>
                    <a:pt x="2994" y="2490"/>
                  </a:cubicBezTo>
                  <a:lnTo>
                    <a:pt x="2931" y="2458"/>
                  </a:lnTo>
                  <a:cubicBezTo>
                    <a:pt x="2836" y="2301"/>
                    <a:pt x="2836" y="2111"/>
                    <a:pt x="2931" y="1985"/>
                  </a:cubicBezTo>
                  <a:cubicBezTo>
                    <a:pt x="3782" y="1198"/>
                    <a:pt x="4884" y="820"/>
                    <a:pt x="6050" y="820"/>
                  </a:cubicBezTo>
                  <a:close/>
                  <a:moveTo>
                    <a:pt x="1450" y="7152"/>
                  </a:moveTo>
                  <a:lnTo>
                    <a:pt x="1450" y="9106"/>
                  </a:lnTo>
                  <a:cubicBezTo>
                    <a:pt x="1041" y="9011"/>
                    <a:pt x="726" y="8601"/>
                    <a:pt x="726" y="8129"/>
                  </a:cubicBezTo>
                  <a:cubicBezTo>
                    <a:pt x="726" y="7656"/>
                    <a:pt x="1009" y="7278"/>
                    <a:pt x="1450" y="7152"/>
                  </a:cubicBezTo>
                  <a:close/>
                  <a:moveTo>
                    <a:pt x="10618" y="7152"/>
                  </a:moveTo>
                  <a:cubicBezTo>
                    <a:pt x="11028" y="7310"/>
                    <a:pt x="11343" y="7688"/>
                    <a:pt x="11343" y="8129"/>
                  </a:cubicBezTo>
                  <a:cubicBezTo>
                    <a:pt x="11343" y="8601"/>
                    <a:pt x="11059" y="9011"/>
                    <a:pt x="10618" y="9106"/>
                  </a:cubicBezTo>
                  <a:lnTo>
                    <a:pt x="10618" y="7152"/>
                  </a:lnTo>
                  <a:close/>
                  <a:moveTo>
                    <a:pt x="2521" y="6396"/>
                  </a:moveTo>
                  <a:cubicBezTo>
                    <a:pt x="2710" y="6396"/>
                    <a:pt x="2868" y="6554"/>
                    <a:pt x="2868" y="6743"/>
                  </a:cubicBezTo>
                  <a:lnTo>
                    <a:pt x="2868" y="9547"/>
                  </a:lnTo>
                  <a:cubicBezTo>
                    <a:pt x="2868" y="9736"/>
                    <a:pt x="2710" y="9893"/>
                    <a:pt x="2521" y="9893"/>
                  </a:cubicBezTo>
                  <a:cubicBezTo>
                    <a:pt x="2301" y="9893"/>
                    <a:pt x="2175" y="9736"/>
                    <a:pt x="2175" y="9547"/>
                  </a:cubicBezTo>
                  <a:lnTo>
                    <a:pt x="2175" y="6743"/>
                  </a:lnTo>
                  <a:cubicBezTo>
                    <a:pt x="2175" y="6554"/>
                    <a:pt x="2301" y="6396"/>
                    <a:pt x="2521" y="6396"/>
                  </a:cubicBezTo>
                  <a:close/>
                  <a:moveTo>
                    <a:pt x="9547" y="6396"/>
                  </a:moveTo>
                  <a:cubicBezTo>
                    <a:pt x="9767" y="6396"/>
                    <a:pt x="9925" y="6554"/>
                    <a:pt x="9925" y="6743"/>
                  </a:cubicBezTo>
                  <a:lnTo>
                    <a:pt x="9925" y="9547"/>
                  </a:lnTo>
                  <a:cubicBezTo>
                    <a:pt x="9925" y="9736"/>
                    <a:pt x="9767" y="9893"/>
                    <a:pt x="9547" y="9893"/>
                  </a:cubicBezTo>
                  <a:cubicBezTo>
                    <a:pt x="9358" y="9893"/>
                    <a:pt x="9200" y="9736"/>
                    <a:pt x="9200" y="9547"/>
                  </a:cubicBezTo>
                  <a:lnTo>
                    <a:pt x="9200" y="6743"/>
                  </a:lnTo>
                  <a:cubicBezTo>
                    <a:pt x="9200" y="6554"/>
                    <a:pt x="9358" y="6396"/>
                    <a:pt x="9547" y="6396"/>
                  </a:cubicBezTo>
                  <a:close/>
                  <a:moveTo>
                    <a:pt x="6018" y="1"/>
                  </a:moveTo>
                  <a:cubicBezTo>
                    <a:pt x="4664" y="1"/>
                    <a:pt x="3403" y="473"/>
                    <a:pt x="2427" y="1387"/>
                  </a:cubicBezTo>
                  <a:cubicBezTo>
                    <a:pt x="2080" y="1733"/>
                    <a:pt x="1986" y="2269"/>
                    <a:pt x="2238" y="2679"/>
                  </a:cubicBezTo>
                  <a:cubicBezTo>
                    <a:pt x="1671" y="3435"/>
                    <a:pt x="1419" y="4348"/>
                    <a:pt x="1419" y="5293"/>
                  </a:cubicBezTo>
                  <a:lnTo>
                    <a:pt x="1419" y="6396"/>
                  </a:lnTo>
                  <a:cubicBezTo>
                    <a:pt x="631" y="6554"/>
                    <a:pt x="1" y="7247"/>
                    <a:pt x="1" y="8129"/>
                  </a:cubicBezTo>
                  <a:cubicBezTo>
                    <a:pt x="1" y="8980"/>
                    <a:pt x="631" y="9704"/>
                    <a:pt x="1450" y="9862"/>
                  </a:cubicBezTo>
                  <a:cubicBezTo>
                    <a:pt x="1576" y="10303"/>
                    <a:pt x="1986" y="10586"/>
                    <a:pt x="2427" y="10586"/>
                  </a:cubicBezTo>
                  <a:cubicBezTo>
                    <a:pt x="3025" y="10586"/>
                    <a:pt x="3498" y="10114"/>
                    <a:pt x="3498" y="9515"/>
                  </a:cubicBezTo>
                  <a:lnTo>
                    <a:pt x="3498" y="6711"/>
                  </a:lnTo>
                  <a:cubicBezTo>
                    <a:pt x="3498" y="6113"/>
                    <a:pt x="3025" y="5640"/>
                    <a:pt x="2427" y="5640"/>
                  </a:cubicBezTo>
                  <a:cubicBezTo>
                    <a:pt x="2301" y="5640"/>
                    <a:pt x="2206" y="5703"/>
                    <a:pt x="2080" y="5735"/>
                  </a:cubicBezTo>
                  <a:lnTo>
                    <a:pt x="2080" y="5325"/>
                  </a:lnTo>
                  <a:cubicBezTo>
                    <a:pt x="2080" y="4537"/>
                    <a:pt x="2301" y="3844"/>
                    <a:pt x="2710" y="3214"/>
                  </a:cubicBezTo>
                  <a:cubicBezTo>
                    <a:pt x="2827" y="3263"/>
                    <a:pt x="2948" y="3285"/>
                    <a:pt x="3067" y="3285"/>
                  </a:cubicBezTo>
                  <a:cubicBezTo>
                    <a:pt x="3333" y="3285"/>
                    <a:pt x="3596" y="3177"/>
                    <a:pt x="3813" y="3025"/>
                  </a:cubicBezTo>
                  <a:cubicBezTo>
                    <a:pt x="4412" y="2490"/>
                    <a:pt x="5136" y="2238"/>
                    <a:pt x="5924" y="2238"/>
                  </a:cubicBezTo>
                  <a:cubicBezTo>
                    <a:pt x="6711" y="2238"/>
                    <a:pt x="7499" y="2490"/>
                    <a:pt x="8066" y="3025"/>
                  </a:cubicBezTo>
                  <a:cubicBezTo>
                    <a:pt x="8276" y="3193"/>
                    <a:pt x="8542" y="3291"/>
                    <a:pt x="8799" y="3291"/>
                  </a:cubicBezTo>
                  <a:cubicBezTo>
                    <a:pt x="8927" y="3291"/>
                    <a:pt x="9053" y="3267"/>
                    <a:pt x="9169" y="3214"/>
                  </a:cubicBezTo>
                  <a:cubicBezTo>
                    <a:pt x="9610" y="3844"/>
                    <a:pt x="9799" y="4600"/>
                    <a:pt x="9799" y="5325"/>
                  </a:cubicBezTo>
                  <a:lnTo>
                    <a:pt x="9799" y="5735"/>
                  </a:lnTo>
                  <a:cubicBezTo>
                    <a:pt x="9673" y="5703"/>
                    <a:pt x="9547" y="5640"/>
                    <a:pt x="9452" y="5640"/>
                  </a:cubicBezTo>
                  <a:cubicBezTo>
                    <a:pt x="8854" y="5640"/>
                    <a:pt x="8381" y="6113"/>
                    <a:pt x="8381" y="6711"/>
                  </a:cubicBezTo>
                  <a:lnTo>
                    <a:pt x="8381" y="9515"/>
                  </a:lnTo>
                  <a:cubicBezTo>
                    <a:pt x="8381" y="10114"/>
                    <a:pt x="8854" y="10586"/>
                    <a:pt x="9452" y="10586"/>
                  </a:cubicBezTo>
                  <a:cubicBezTo>
                    <a:pt x="9925" y="10586"/>
                    <a:pt x="10303" y="10271"/>
                    <a:pt x="10429" y="9862"/>
                  </a:cubicBezTo>
                  <a:cubicBezTo>
                    <a:pt x="11406" y="9704"/>
                    <a:pt x="12036" y="9011"/>
                    <a:pt x="12036" y="8129"/>
                  </a:cubicBezTo>
                  <a:cubicBezTo>
                    <a:pt x="12036" y="7278"/>
                    <a:pt x="11437" y="6554"/>
                    <a:pt x="10618" y="6396"/>
                  </a:cubicBezTo>
                  <a:lnTo>
                    <a:pt x="10618" y="5293"/>
                  </a:lnTo>
                  <a:cubicBezTo>
                    <a:pt x="10618" y="4348"/>
                    <a:pt x="10335" y="3435"/>
                    <a:pt x="9799" y="2679"/>
                  </a:cubicBezTo>
                  <a:cubicBezTo>
                    <a:pt x="10020" y="2269"/>
                    <a:pt x="9957" y="1733"/>
                    <a:pt x="9610" y="1387"/>
                  </a:cubicBezTo>
                  <a:cubicBezTo>
                    <a:pt x="8602" y="473"/>
                    <a:pt x="7342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5" name="Google Shape;13325;p141"/>
            <p:cNvSpPr/>
            <p:nvPr/>
          </p:nvSpPr>
          <p:spPr>
            <a:xfrm>
              <a:off x="-46664900" y="2475100"/>
              <a:ext cx="92175" cy="122900"/>
            </a:xfrm>
            <a:custGeom>
              <a:avLst/>
              <a:gdLst/>
              <a:ahLst/>
              <a:cxnLst/>
              <a:rect l="l" t="t" r="r" b="b"/>
              <a:pathLst>
                <a:path w="3687" h="4916" extrusionOk="0">
                  <a:moveTo>
                    <a:pt x="1072" y="3497"/>
                  </a:moveTo>
                  <a:cubicBezTo>
                    <a:pt x="1261" y="3497"/>
                    <a:pt x="1418" y="3655"/>
                    <a:pt x="1418" y="3876"/>
                  </a:cubicBezTo>
                  <a:cubicBezTo>
                    <a:pt x="1418" y="4065"/>
                    <a:pt x="1261" y="4222"/>
                    <a:pt x="1072" y="4222"/>
                  </a:cubicBezTo>
                  <a:cubicBezTo>
                    <a:pt x="851" y="4222"/>
                    <a:pt x="694" y="4065"/>
                    <a:pt x="694" y="3876"/>
                  </a:cubicBezTo>
                  <a:cubicBezTo>
                    <a:pt x="694" y="3655"/>
                    <a:pt x="851" y="3497"/>
                    <a:pt x="1072" y="3497"/>
                  </a:cubicBezTo>
                  <a:close/>
                  <a:moveTo>
                    <a:pt x="1765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2867"/>
                  </a:lnTo>
                  <a:cubicBezTo>
                    <a:pt x="1292" y="2836"/>
                    <a:pt x="1166" y="2804"/>
                    <a:pt x="1072" y="2804"/>
                  </a:cubicBezTo>
                  <a:cubicBezTo>
                    <a:pt x="473" y="2804"/>
                    <a:pt x="1" y="3277"/>
                    <a:pt x="1" y="3876"/>
                  </a:cubicBezTo>
                  <a:cubicBezTo>
                    <a:pt x="1" y="4443"/>
                    <a:pt x="473" y="4915"/>
                    <a:pt x="1072" y="4915"/>
                  </a:cubicBezTo>
                  <a:cubicBezTo>
                    <a:pt x="1670" y="4915"/>
                    <a:pt x="2143" y="4443"/>
                    <a:pt x="2143" y="3876"/>
                  </a:cubicBezTo>
                  <a:lnTo>
                    <a:pt x="2143" y="1450"/>
                  </a:lnTo>
                  <a:cubicBezTo>
                    <a:pt x="2363" y="1544"/>
                    <a:pt x="2521" y="1702"/>
                    <a:pt x="2616" y="1828"/>
                  </a:cubicBezTo>
                  <a:cubicBezTo>
                    <a:pt x="2868" y="2143"/>
                    <a:pt x="2962" y="2615"/>
                    <a:pt x="2836" y="3088"/>
                  </a:cubicBezTo>
                  <a:cubicBezTo>
                    <a:pt x="2805" y="3308"/>
                    <a:pt x="2962" y="3497"/>
                    <a:pt x="3183" y="3497"/>
                  </a:cubicBezTo>
                  <a:cubicBezTo>
                    <a:pt x="3340" y="3497"/>
                    <a:pt x="3498" y="3403"/>
                    <a:pt x="3529" y="3245"/>
                  </a:cubicBezTo>
                  <a:cubicBezTo>
                    <a:pt x="3687" y="2552"/>
                    <a:pt x="3592" y="1859"/>
                    <a:pt x="3183" y="1355"/>
                  </a:cubicBezTo>
                  <a:cubicBezTo>
                    <a:pt x="2868" y="1040"/>
                    <a:pt x="2521" y="820"/>
                    <a:pt x="2111" y="757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6" name="Google Shape;13326;p141"/>
          <p:cNvGrpSpPr/>
          <p:nvPr/>
        </p:nvGrpSpPr>
        <p:grpSpPr>
          <a:xfrm>
            <a:off x="1735354" y="3590820"/>
            <a:ext cx="359154" cy="359154"/>
            <a:chOff x="-46772025" y="2701925"/>
            <a:chExt cx="300900" cy="300900"/>
          </a:xfrm>
        </p:grpSpPr>
        <p:sp>
          <p:nvSpPr>
            <p:cNvPr id="13327" name="Google Shape;13327;p141"/>
            <p:cNvSpPr/>
            <p:nvPr/>
          </p:nvSpPr>
          <p:spPr>
            <a:xfrm>
              <a:off x="-46647575" y="282637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29"/>
                    <a:pt x="1261" y="1387"/>
                    <a:pt x="1072" y="1387"/>
                  </a:cubicBezTo>
                  <a:cubicBezTo>
                    <a:pt x="883" y="1387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2"/>
                  </a:cubicBezTo>
                  <a:cubicBezTo>
                    <a:pt x="2112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8" name="Google Shape;13328;p141"/>
            <p:cNvSpPr/>
            <p:nvPr/>
          </p:nvSpPr>
          <p:spPr>
            <a:xfrm>
              <a:off x="-46772025" y="270192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6365" y="1482"/>
                  </a:moveTo>
                  <a:cubicBezTo>
                    <a:pt x="8602" y="1639"/>
                    <a:pt x="10429" y="3466"/>
                    <a:pt x="10587" y="5672"/>
                  </a:cubicBezTo>
                  <a:lnTo>
                    <a:pt x="9862" y="5672"/>
                  </a:lnTo>
                  <a:cubicBezTo>
                    <a:pt x="9704" y="3813"/>
                    <a:pt x="8224" y="2301"/>
                    <a:pt x="6365" y="2143"/>
                  </a:cubicBezTo>
                  <a:lnTo>
                    <a:pt x="6365" y="1482"/>
                  </a:lnTo>
                  <a:close/>
                  <a:moveTo>
                    <a:pt x="5703" y="1482"/>
                  </a:moveTo>
                  <a:lnTo>
                    <a:pt x="5703" y="2206"/>
                  </a:lnTo>
                  <a:cubicBezTo>
                    <a:pt x="3845" y="2364"/>
                    <a:pt x="2364" y="3844"/>
                    <a:pt x="2206" y="5703"/>
                  </a:cubicBezTo>
                  <a:lnTo>
                    <a:pt x="1482" y="5703"/>
                  </a:lnTo>
                  <a:cubicBezTo>
                    <a:pt x="1639" y="3466"/>
                    <a:pt x="3466" y="1639"/>
                    <a:pt x="5703" y="1482"/>
                  </a:cubicBezTo>
                  <a:close/>
                  <a:moveTo>
                    <a:pt x="6365" y="2868"/>
                  </a:moveTo>
                  <a:cubicBezTo>
                    <a:pt x="7814" y="3025"/>
                    <a:pt x="9011" y="4191"/>
                    <a:pt x="9169" y="5672"/>
                  </a:cubicBezTo>
                  <a:lnTo>
                    <a:pt x="8854" y="5672"/>
                  </a:lnTo>
                  <a:cubicBezTo>
                    <a:pt x="8665" y="5672"/>
                    <a:pt x="8507" y="5829"/>
                    <a:pt x="8507" y="6018"/>
                  </a:cubicBezTo>
                  <a:cubicBezTo>
                    <a:pt x="8507" y="6207"/>
                    <a:pt x="8665" y="6365"/>
                    <a:pt x="8854" y="6365"/>
                  </a:cubicBezTo>
                  <a:lnTo>
                    <a:pt x="9169" y="6365"/>
                  </a:lnTo>
                  <a:cubicBezTo>
                    <a:pt x="9011" y="7814"/>
                    <a:pt x="7846" y="9011"/>
                    <a:pt x="6365" y="9169"/>
                  </a:cubicBezTo>
                  <a:lnTo>
                    <a:pt x="6365" y="8854"/>
                  </a:lnTo>
                  <a:cubicBezTo>
                    <a:pt x="6365" y="8665"/>
                    <a:pt x="6207" y="8507"/>
                    <a:pt x="6018" y="8507"/>
                  </a:cubicBezTo>
                  <a:cubicBezTo>
                    <a:pt x="5829" y="8507"/>
                    <a:pt x="5672" y="8665"/>
                    <a:pt x="5672" y="8854"/>
                  </a:cubicBezTo>
                  <a:lnTo>
                    <a:pt x="5672" y="9169"/>
                  </a:lnTo>
                  <a:cubicBezTo>
                    <a:pt x="4223" y="9011"/>
                    <a:pt x="3025" y="7814"/>
                    <a:pt x="2868" y="6365"/>
                  </a:cubicBezTo>
                  <a:lnTo>
                    <a:pt x="3183" y="6365"/>
                  </a:lnTo>
                  <a:cubicBezTo>
                    <a:pt x="3372" y="6365"/>
                    <a:pt x="3529" y="6207"/>
                    <a:pt x="3529" y="6018"/>
                  </a:cubicBezTo>
                  <a:cubicBezTo>
                    <a:pt x="3529" y="5829"/>
                    <a:pt x="3372" y="5672"/>
                    <a:pt x="3183" y="5672"/>
                  </a:cubicBezTo>
                  <a:lnTo>
                    <a:pt x="2868" y="5672"/>
                  </a:lnTo>
                  <a:cubicBezTo>
                    <a:pt x="3025" y="4191"/>
                    <a:pt x="4191" y="3025"/>
                    <a:pt x="5672" y="2868"/>
                  </a:cubicBezTo>
                  <a:lnTo>
                    <a:pt x="5672" y="3183"/>
                  </a:lnTo>
                  <a:cubicBezTo>
                    <a:pt x="5672" y="3372"/>
                    <a:pt x="5829" y="3529"/>
                    <a:pt x="6018" y="3529"/>
                  </a:cubicBezTo>
                  <a:cubicBezTo>
                    <a:pt x="6207" y="3529"/>
                    <a:pt x="6365" y="3372"/>
                    <a:pt x="6365" y="3183"/>
                  </a:cubicBezTo>
                  <a:lnTo>
                    <a:pt x="6365" y="2868"/>
                  </a:lnTo>
                  <a:close/>
                  <a:moveTo>
                    <a:pt x="2206" y="6365"/>
                  </a:moveTo>
                  <a:cubicBezTo>
                    <a:pt x="2364" y="8224"/>
                    <a:pt x="3845" y="9704"/>
                    <a:pt x="5703" y="9862"/>
                  </a:cubicBezTo>
                  <a:lnTo>
                    <a:pt x="5703" y="10586"/>
                  </a:lnTo>
                  <a:cubicBezTo>
                    <a:pt x="3466" y="10429"/>
                    <a:pt x="1639" y="8602"/>
                    <a:pt x="1482" y="6365"/>
                  </a:cubicBezTo>
                  <a:close/>
                  <a:moveTo>
                    <a:pt x="10618" y="6365"/>
                  </a:moveTo>
                  <a:cubicBezTo>
                    <a:pt x="10429" y="8602"/>
                    <a:pt x="8602" y="10429"/>
                    <a:pt x="6396" y="10586"/>
                  </a:cubicBezTo>
                  <a:lnTo>
                    <a:pt x="6396" y="9862"/>
                  </a:lnTo>
                  <a:cubicBezTo>
                    <a:pt x="8255" y="9704"/>
                    <a:pt x="9767" y="8224"/>
                    <a:pt x="9925" y="6365"/>
                  </a:cubicBezTo>
                  <a:close/>
                  <a:moveTo>
                    <a:pt x="6018" y="1"/>
                  </a:moveTo>
                  <a:cubicBezTo>
                    <a:pt x="5829" y="1"/>
                    <a:pt x="5672" y="158"/>
                    <a:pt x="5672" y="347"/>
                  </a:cubicBezTo>
                  <a:lnTo>
                    <a:pt x="5672" y="725"/>
                  </a:lnTo>
                  <a:cubicBezTo>
                    <a:pt x="4412" y="820"/>
                    <a:pt x="3183" y="1356"/>
                    <a:pt x="2269" y="2269"/>
                  </a:cubicBezTo>
                  <a:cubicBezTo>
                    <a:pt x="1387" y="3183"/>
                    <a:pt x="820" y="4348"/>
                    <a:pt x="757" y="5672"/>
                  </a:cubicBez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07"/>
                    <a:pt x="158" y="6365"/>
                    <a:pt x="347" y="6365"/>
                  </a:cubicBezTo>
                  <a:lnTo>
                    <a:pt x="757" y="6365"/>
                  </a:lnTo>
                  <a:cubicBezTo>
                    <a:pt x="820" y="7625"/>
                    <a:pt x="1387" y="8854"/>
                    <a:pt x="2269" y="9767"/>
                  </a:cubicBezTo>
                  <a:cubicBezTo>
                    <a:pt x="3183" y="10649"/>
                    <a:pt x="4380" y="11217"/>
                    <a:pt x="5672" y="11280"/>
                  </a:cubicBez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1280"/>
                  </a:lnTo>
                  <a:cubicBezTo>
                    <a:pt x="7625" y="11217"/>
                    <a:pt x="8854" y="10649"/>
                    <a:pt x="9767" y="9767"/>
                  </a:cubicBezTo>
                  <a:cubicBezTo>
                    <a:pt x="10681" y="8854"/>
                    <a:pt x="11217" y="7656"/>
                    <a:pt x="11280" y="6365"/>
                  </a:cubicBezTo>
                  <a:lnTo>
                    <a:pt x="11689" y="6365"/>
                  </a:lnTo>
                  <a:cubicBezTo>
                    <a:pt x="11878" y="6365"/>
                    <a:pt x="12036" y="6207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1280" y="5672"/>
                  </a:lnTo>
                  <a:cubicBezTo>
                    <a:pt x="11217" y="4411"/>
                    <a:pt x="10650" y="3183"/>
                    <a:pt x="9767" y="2269"/>
                  </a:cubicBezTo>
                  <a:cubicBezTo>
                    <a:pt x="8854" y="1356"/>
                    <a:pt x="7688" y="820"/>
                    <a:pt x="6365" y="725"/>
                  </a:cubicBez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29" name="Google Shape;13329;p141"/>
          <p:cNvSpPr/>
          <p:nvPr/>
        </p:nvSpPr>
        <p:spPr>
          <a:xfrm>
            <a:off x="3964861" y="2731511"/>
            <a:ext cx="358199" cy="359154"/>
          </a:xfrm>
          <a:custGeom>
            <a:avLst/>
            <a:gdLst/>
            <a:ahLst/>
            <a:cxnLst/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30" name="Google Shape;13330;p141"/>
          <p:cNvGrpSpPr/>
          <p:nvPr/>
        </p:nvGrpSpPr>
        <p:grpSpPr>
          <a:xfrm>
            <a:off x="1293035" y="1303928"/>
            <a:ext cx="358199" cy="359154"/>
            <a:chOff x="-50154075" y="1948175"/>
            <a:chExt cx="300100" cy="300900"/>
          </a:xfrm>
        </p:grpSpPr>
        <p:sp>
          <p:nvSpPr>
            <p:cNvPr id="13331" name="Google Shape;13331;p141"/>
            <p:cNvSpPr/>
            <p:nvPr/>
          </p:nvSpPr>
          <p:spPr>
            <a:xfrm>
              <a:off x="-50154075" y="1948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2805" y="694"/>
                  </a:moveTo>
                  <a:lnTo>
                    <a:pt x="2805" y="2805"/>
                  </a:lnTo>
                  <a:lnTo>
                    <a:pt x="662" y="2805"/>
                  </a:lnTo>
                  <a:lnTo>
                    <a:pt x="662" y="694"/>
                  </a:lnTo>
                  <a:close/>
                  <a:moveTo>
                    <a:pt x="2805" y="3466"/>
                  </a:moveTo>
                  <a:lnTo>
                    <a:pt x="2805" y="5609"/>
                  </a:lnTo>
                  <a:lnTo>
                    <a:pt x="662" y="5609"/>
                  </a:lnTo>
                  <a:lnTo>
                    <a:pt x="662" y="3466"/>
                  </a:lnTo>
                  <a:close/>
                  <a:moveTo>
                    <a:pt x="7908" y="2521"/>
                  </a:moveTo>
                  <a:lnTo>
                    <a:pt x="9421" y="4033"/>
                  </a:lnTo>
                  <a:lnTo>
                    <a:pt x="7782" y="5640"/>
                  </a:lnTo>
                  <a:lnTo>
                    <a:pt x="6302" y="4128"/>
                  </a:lnTo>
                  <a:lnTo>
                    <a:pt x="7908" y="2521"/>
                  </a:lnTo>
                  <a:close/>
                  <a:moveTo>
                    <a:pt x="5798" y="4663"/>
                  </a:moveTo>
                  <a:lnTo>
                    <a:pt x="7278" y="6144"/>
                  </a:lnTo>
                  <a:lnTo>
                    <a:pt x="5766" y="7688"/>
                  </a:lnTo>
                  <a:lnTo>
                    <a:pt x="4254" y="6207"/>
                  </a:lnTo>
                  <a:lnTo>
                    <a:pt x="5798" y="4663"/>
                  </a:lnTo>
                  <a:close/>
                  <a:moveTo>
                    <a:pt x="2805" y="6302"/>
                  </a:moveTo>
                  <a:lnTo>
                    <a:pt x="2805" y="8791"/>
                  </a:lnTo>
                  <a:cubicBezTo>
                    <a:pt x="2521" y="8570"/>
                    <a:pt x="2111" y="8444"/>
                    <a:pt x="1733" y="8444"/>
                  </a:cubicBezTo>
                  <a:cubicBezTo>
                    <a:pt x="1324" y="8444"/>
                    <a:pt x="977" y="8570"/>
                    <a:pt x="662" y="8791"/>
                  </a:cubicBezTo>
                  <a:lnTo>
                    <a:pt x="662" y="6302"/>
                  </a:lnTo>
                  <a:close/>
                  <a:moveTo>
                    <a:pt x="3750" y="6711"/>
                  </a:moveTo>
                  <a:lnTo>
                    <a:pt x="5230" y="8192"/>
                  </a:lnTo>
                  <a:lnTo>
                    <a:pt x="3498" y="9925"/>
                  </a:lnTo>
                  <a:lnTo>
                    <a:pt x="3498" y="6932"/>
                  </a:lnTo>
                  <a:lnTo>
                    <a:pt x="3750" y="6711"/>
                  </a:lnTo>
                  <a:close/>
                  <a:moveTo>
                    <a:pt x="1733" y="9137"/>
                  </a:moveTo>
                  <a:cubicBezTo>
                    <a:pt x="2332" y="9137"/>
                    <a:pt x="2805" y="9610"/>
                    <a:pt x="2805" y="10208"/>
                  </a:cubicBezTo>
                  <a:cubicBezTo>
                    <a:pt x="2805" y="10807"/>
                    <a:pt x="2332" y="11279"/>
                    <a:pt x="1733" y="11279"/>
                  </a:cubicBezTo>
                  <a:cubicBezTo>
                    <a:pt x="1135" y="11279"/>
                    <a:pt x="662" y="10807"/>
                    <a:pt x="662" y="10208"/>
                  </a:cubicBezTo>
                  <a:cubicBezTo>
                    <a:pt x="662" y="9610"/>
                    <a:pt x="1135" y="9137"/>
                    <a:pt x="1733" y="9137"/>
                  </a:cubicBezTo>
                  <a:close/>
                  <a:moveTo>
                    <a:pt x="5640" y="9137"/>
                  </a:moveTo>
                  <a:lnTo>
                    <a:pt x="5640" y="11279"/>
                  </a:lnTo>
                  <a:lnTo>
                    <a:pt x="3183" y="11279"/>
                  </a:lnTo>
                  <a:lnTo>
                    <a:pt x="5262" y="9137"/>
                  </a:lnTo>
                  <a:close/>
                  <a:moveTo>
                    <a:pt x="8412" y="9137"/>
                  </a:moveTo>
                  <a:lnTo>
                    <a:pt x="8412" y="11279"/>
                  </a:lnTo>
                  <a:lnTo>
                    <a:pt x="6333" y="11279"/>
                  </a:lnTo>
                  <a:lnTo>
                    <a:pt x="6333" y="9137"/>
                  </a:lnTo>
                  <a:close/>
                  <a:moveTo>
                    <a:pt x="11248" y="9137"/>
                  </a:moveTo>
                  <a:lnTo>
                    <a:pt x="11248" y="11279"/>
                  </a:lnTo>
                  <a:lnTo>
                    <a:pt x="9106" y="11279"/>
                  </a:lnTo>
                  <a:lnTo>
                    <a:pt x="9106" y="9137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0240"/>
                  </a:lnTo>
                  <a:cubicBezTo>
                    <a:pt x="1" y="11248"/>
                    <a:pt x="788" y="12036"/>
                    <a:pt x="1765" y="12036"/>
                  </a:cubicBezTo>
                  <a:lnTo>
                    <a:pt x="11657" y="12036"/>
                  </a:lnTo>
                  <a:cubicBezTo>
                    <a:pt x="11846" y="12036"/>
                    <a:pt x="12004" y="11878"/>
                    <a:pt x="12004" y="11657"/>
                  </a:cubicBezTo>
                  <a:lnTo>
                    <a:pt x="12004" y="8791"/>
                  </a:lnTo>
                  <a:cubicBezTo>
                    <a:pt x="11973" y="8602"/>
                    <a:pt x="11815" y="8444"/>
                    <a:pt x="11626" y="8444"/>
                  </a:cubicBezTo>
                  <a:lnTo>
                    <a:pt x="5987" y="8444"/>
                  </a:lnTo>
                  <a:lnTo>
                    <a:pt x="10177" y="4254"/>
                  </a:lnTo>
                  <a:cubicBezTo>
                    <a:pt x="10240" y="4191"/>
                    <a:pt x="10271" y="4096"/>
                    <a:pt x="10271" y="4033"/>
                  </a:cubicBezTo>
                  <a:cubicBezTo>
                    <a:pt x="10271" y="3939"/>
                    <a:pt x="10240" y="3844"/>
                    <a:pt x="10177" y="3781"/>
                  </a:cubicBezTo>
                  <a:lnTo>
                    <a:pt x="8192" y="1828"/>
                  </a:lnTo>
                  <a:cubicBezTo>
                    <a:pt x="8129" y="1765"/>
                    <a:pt x="8042" y="1733"/>
                    <a:pt x="7952" y="1733"/>
                  </a:cubicBezTo>
                  <a:cubicBezTo>
                    <a:pt x="7861" y="1733"/>
                    <a:pt x="7767" y="1765"/>
                    <a:pt x="7688" y="1828"/>
                  </a:cubicBezTo>
                  <a:lnTo>
                    <a:pt x="3498" y="5987"/>
                  </a:ln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2" name="Google Shape;13332;p141"/>
            <p:cNvSpPr/>
            <p:nvPr/>
          </p:nvSpPr>
          <p:spPr>
            <a:xfrm>
              <a:off x="-501194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33" name="Google Shape;13333;p141"/>
          <p:cNvGrpSpPr/>
          <p:nvPr/>
        </p:nvGrpSpPr>
        <p:grpSpPr>
          <a:xfrm>
            <a:off x="1293035" y="1758885"/>
            <a:ext cx="358199" cy="358229"/>
            <a:chOff x="-50154850" y="2316775"/>
            <a:chExt cx="300100" cy="300125"/>
          </a:xfrm>
        </p:grpSpPr>
        <p:sp>
          <p:nvSpPr>
            <p:cNvPr id="13334" name="Google Shape;13334;p141"/>
            <p:cNvSpPr/>
            <p:nvPr/>
          </p:nvSpPr>
          <p:spPr>
            <a:xfrm>
              <a:off x="-50154850" y="23167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1418" y="694"/>
                  </a:moveTo>
                  <a:lnTo>
                    <a:pt x="1418" y="1419"/>
                  </a:lnTo>
                  <a:lnTo>
                    <a:pt x="693" y="1419"/>
                  </a:lnTo>
                  <a:lnTo>
                    <a:pt x="693" y="694"/>
                  </a:lnTo>
                  <a:close/>
                  <a:moveTo>
                    <a:pt x="11279" y="694"/>
                  </a:moveTo>
                  <a:lnTo>
                    <a:pt x="11279" y="1419"/>
                  </a:lnTo>
                  <a:lnTo>
                    <a:pt x="10586" y="1419"/>
                  </a:lnTo>
                  <a:lnTo>
                    <a:pt x="10586" y="694"/>
                  </a:lnTo>
                  <a:close/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54"/>
                    <a:pt x="10019" y="2112"/>
                    <a:pt x="10239" y="2112"/>
                  </a:cubicBezTo>
                  <a:lnTo>
                    <a:pt x="10586" y="2112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19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11" y="10587"/>
                  </a:lnTo>
                  <a:lnTo>
                    <a:pt x="2111" y="10240"/>
                  </a:lnTo>
                  <a:cubicBezTo>
                    <a:pt x="2111" y="10051"/>
                    <a:pt x="1953" y="9893"/>
                    <a:pt x="1764" y="9893"/>
                  </a:cubicBezTo>
                  <a:lnTo>
                    <a:pt x="1418" y="9893"/>
                  </a:lnTo>
                  <a:lnTo>
                    <a:pt x="1418" y="2112"/>
                  </a:lnTo>
                  <a:lnTo>
                    <a:pt x="1764" y="2112"/>
                  </a:lnTo>
                  <a:cubicBezTo>
                    <a:pt x="1953" y="2112"/>
                    <a:pt x="2111" y="1954"/>
                    <a:pt x="2111" y="1765"/>
                  </a:cubicBezTo>
                  <a:lnTo>
                    <a:pt x="2111" y="1419"/>
                  </a:lnTo>
                  <a:close/>
                  <a:moveTo>
                    <a:pt x="1418" y="10555"/>
                  </a:moveTo>
                  <a:lnTo>
                    <a:pt x="1418" y="11248"/>
                  </a:lnTo>
                  <a:lnTo>
                    <a:pt x="693" y="11248"/>
                  </a:lnTo>
                  <a:lnTo>
                    <a:pt x="693" y="10555"/>
                  </a:lnTo>
                  <a:close/>
                  <a:moveTo>
                    <a:pt x="11279" y="10555"/>
                  </a:moveTo>
                  <a:lnTo>
                    <a:pt x="11279" y="11248"/>
                  </a:lnTo>
                  <a:lnTo>
                    <a:pt x="10586" y="11248"/>
                  </a:lnTo>
                  <a:lnTo>
                    <a:pt x="10586" y="1055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1765"/>
                  </a:lnTo>
                  <a:cubicBezTo>
                    <a:pt x="0" y="1954"/>
                    <a:pt x="158" y="2112"/>
                    <a:pt x="347" y="2112"/>
                  </a:cubicBezTo>
                  <a:lnTo>
                    <a:pt x="693" y="2112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4" y="12004"/>
                  </a:lnTo>
                  <a:cubicBezTo>
                    <a:pt x="1953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19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12"/>
                  </a:lnTo>
                  <a:lnTo>
                    <a:pt x="11657" y="2112"/>
                  </a:lnTo>
                  <a:lnTo>
                    <a:pt x="11657" y="2080"/>
                  </a:lnTo>
                  <a:cubicBezTo>
                    <a:pt x="11846" y="2080"/>
                    <a:pt x="12004" y="1923"/>
                    <a:pt x="12004" y="1734"/>
                  </a:cubicBezTo>
                  <a:lnTo>
                    <a:pt x="12004" y="348"/>
                  </a:lnTo>
                  <a:cubicBezTo>
                    <a:pt x="12004" y="158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19" y="1"/>
                    <a:pt x="9893" y="158"/>
                    <a:pt x="9893" y="348"/>
                  </a:cubicBezTo>
                  <a:lnTo>
                    <a:pt x="9893" y="694"/>
                  </a:lnTo>
                  <a:lnTo>
                    <a:pt x="2111" y="694"/>
                  </a:lnTo>
                  <a:lnTo>
                    <a:pt x="2111" y="348"/>
                  </a:lnTo>
                  <a:cubicBezTo>
                    <a:pt x="2111" y="158"/>
                    <a:pt x="1953" y="1"/>
                    <a:pt x="17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5" name="Google Shape;13335;p141"/>
            <p:cNvSpPr/>
            <p:nvPr/>
          </p:nvSpPr>
          <p:spPr>
            <a:xfrm>
              <a:off x="-50083975" y="2368775"/>
              <a:ext cx="158325" cy="193775"/>
            </a:xfrm>
            <a:custGeom>
              <a:avLst/>
              <a:gdLst/>
              <a:ahLst/>
              <a:cxnLst/>
              <a:rect l="l" t="t" r="r" b="b"/>
              <a:pathLst>
                <a:path w="6333" h="7751" extrusionOk="0">
                  <a:moveTo>
                    <a:pt x="5577" y="693"/>
                  </a:moveTo>
                  <a:lnTo>
                    <a:pt x="5577" y="1567"/>
                  </a:lnTo>
                  <a:lnTo>
                    <a:pt x="5577" y="1567"/>
                  </a:lnTo>
                  <a:cubicBezTo>
                    <a:pt x="5492" y="1468"/>
                    <a:pt x="5402" y="1418"/>
                    <a:pt x="5262" y="1418"/>
                  </a:cubicBezTo>
                  <a:lnTo>
                    <a:pt x="3844" y="1418"/>
                  </a:lnTo>
                  <a:cubicBezTo>
                    <a:pt x="3655" y="1418"/>
                    <a:pt x="3498" y="1576"/>
                    <a:pt x="3498" y="1765"/>
                  </a:cubicBezTo>
                  <a:lnTo>
                    <a:pt x="3498" y="6742"/>
                  </a:lnTo>
                  <a:cubicBezTo>
                    <a:pt x="3498" y="6900"/>
                    <a:pt x="3624" y="6963"/>
                    <a:pt x="3687" y="7089"/>
                  </a:cubicBezTo>
                  <a:lnTo>
                    <a:pt x="2584" y="7089"/>
                  </a:lnTo>
                  <a:cubicBezTo>
                    <a:pt x="2710" y="6963"/>
                    <a:pt x="2773" y="6900"/>
                    <a:pt x="2773" y="6742"/>
                  </a:cubicBezTo>
                  <a:lnTo>
                    <a:pt x="2773" y="1765"/>
                  </a:lnTo>
                  <a:cubicBezTo>
                    <a:pt x="2773" y="1576"/>
                    <a:pt x="2647" y="1418"/>
                    <a:pt x="2426" y="1418"/>
                  </a:cubicBezTo>
                  <a:lnTo>
                    <a:pt x="1009" y="1418"/>
                  </a:lnTo>
                  <a:cubicBezTo>
                    <a:pt x="851" y="1418"/>
                    <a:pt x="788" y="1544"/>
                    <a:pt x="662" y="1607"/>
                  </a:cubicBezTo>
                  <a:lnTo>
                    <a:pt x="662" y="693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2696"/>
                    <a:pt x="163" y="2835"/>
                    <a:pt x="328" y="2835"/>
                  </a:cubicBezTo>
                  <a:cubicBezTo>
                    <a:pt x="415" y="2835"/>
                    <a:pt x="503" y="2796"/>
                    <a:pt x="568" y="2710"/>
                  </a:cubicBezTo>
                  <a:lnTo>
                    <a:pt x="1166" y="2143"/>
                  </a:lnTo>
                  <a:lnTo>
                    <a:pt x="2080" y="2143"/>
                  </a:lnTo>
                  <a:lnTo>
                    <a:pt x="2080" y="6585"/>
                  </a:lnTo>
                  <a:lnTo>
                    <a:pt x="1481" y="7183"/>
                  </a:lnTo>
                  <a:cubicBezTo>
                    <a:pt x="1261" y="7404"/>
                    <a:pt x="1418" y="7750"/>
                    <a:pt x="1733" y="7750"/>
                  </a:cubicBezTo>
                  <a:lnTo>
                    <a:pt x="4537" y="7750"/>
                  </a:lnTo>
                  <a:cubicBezTo>
                    <a:pt x="4852" y="7750"/>
                    <a:pt x="5010" y="7372"/>
                    <a:pt x="4758" y="7183"/>
                  </a:cubicBezTo>
                  <a:lnTo>
                    <a:pt x="4159" y="6585"/>
                  </a:lnTo>
                  <a:lnTo>
                    <a:pt x="4159" y="2143"/>
                  </a:lnTo>
                  <a:lnTo>
                    <a:pt x="5073" y="2143"/>
                  </a:lnTo>
                  <a:lnTo>
                    <a:pt x="5671" y="2710"/>
                  </a:lnTo>
                  <a:cubicBezTo>
                    <a:pt x="5747" y="2796"/>
                    <a:pt x="5842" y="2835"/>
                    <a:pt x="5933" y="2835"/>
                  </a:cubicBezTo>
                  <a:cubicBezTo>
                    <a:pt x="6107" y="2835"/>
                    <a:pt x="6270" y="2696"/>
                    <a:pt x="6270" y="2489"/>
                  </a:cubicBezTo>
                  <a:lnTo>
                    <a:pt x="6270" y="347"/>
                  </a:lnTo>
                  <a:cubicBezTo>
                    <a:pt x="6333" y="158"/>
                    <a:pt x="6176" y="0"/>
                    <a:pt x="59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36" name="Google Shape;13336;p141"/>
          <p:cNvGrpSpPr/>
          <p:nvPr/>
        </p:nvGrpSpPr>
        <p:grpSpPr>
          <a:xfrm>
            <a:off x="1288813" y="2205896"/>
            <a:ext cx="366644" cy="356558"/>
            <a:chOff x="-50158000" y="2685000"/>
            <a:chExt cx="307175" cy="298725"/>
          </a:xfrm>
        </p:grpSpPr>
        <p:sp>
          <p:nvSpPr>
            <p:cNvPr id="13337" name="Google Shape;13337;p141"/>
            <p:cNvSpPr/>
            <p:nvPr/>
          </p:nvSpPr>
          <p:spPr>
            <a:xfrm>
              <a:off x="-50158000" y="2685000"/>
              <a:ext cx="307175" cy="298725"/>
            </a:xfrm>
            <a:custGeom>
              <a:avLst/>
              <a:gdLst/>
              <a:ahLst/>
              <a:cxnLst/>
              <a:rect l="l" t="t" r="r" b="b"/>
              <a:pathLst>
                <a:path w="12287" h="11949" extrusionOk="0">
                  <a:moveTo>
                    <a:pt x="8054" y="717"/>
                  </a:moveTo>
                  <a:cubicBezTo>
                    <a:pt x="8325" y="717"/>
                    <a:pt x="8601" y="820"/>
                    <a:pt x="8821" y="1024"/>
                  </a:cubicBezTo>
                  <a:lnTo>
                    <a:pt x="11090" y="3293"/>
                  </a:lnTo>
                  <a:cubicBezTo>
                    <a:pt x="11531" y="3702"/>
                    <a:pt x="11531" y="4364"/>
                    <a:pt x="11090" y="4805"/>
                  </a:cubicBezTo>
                  <a:lnTo>
                    <a:pt x="10302" y="5593"/>
                  </a:lnTo>
                  <a:lnTo>
                    <a:pt x="6522" y="1812"/>
                  </a:lnTo>
                  <a:lnTo>
                    <a:pt x="7309" y="1024"/>
                  </a:lnTo>
                  <a:cubicBezTo>
                    <a:pt x="7514" y="820"/>
                    <a:pt x="7782" y="717"/>
                    <a:pt x="8054" y="717"/>
                  </a:cubicBezTo>
                  <a:close/>
                  <a:moveTo>
                    <a:pt x="6018" y="2285"/>
                  </a:moveTo>
                  <a:lnTo>
                    <a:pt x="9798" y="6065"/>
                  </a:lnTo>
                  <a:lnTo>
                    <a:pt x="6144" y="9720"/>
                  </a:lnTo>
                  <a:lnTo>
                    <a:pt x="2363" y="5939"/>
                  </a:lnTo>
                  <a:lnTo>
                    <a:pt x="6018" y="2285"/>
                  </a:lnTo>
                  <a:close/>
                  <a:moveTo>
                    <a:pt x="1890" y="6443"/>
                  </a:moveTo>
                  <a:lnTo>
                    <a:pt x="5671" y="10224"/>
                  </a:lnTo>
                  <a:lnTo>
                    <a:pt x="4915" y="10980"/>
                  </a:lnTo>
                  <a:cubicBezTo>
                    <a:pt x="4726" y="11185"/>
                    <a:pt x="4458" y="11287"/>
                    <a:pt x="4186" y="11287"/>
                  </a:cubicBezTo>
                  <a:cubicBezTo>
                    <a:pt x="3915" y="11287"/>
                    <a:pt x="3639" y="11185"/>
                    <a:pt x="3434" y="10980"/>
                  </a:cubicBezTo>
                  <a:lnTo>
                    <a:pt x="1134" y="8712"/>
                  </a:lnTo>
                  <a:cubicBezTo>
                    <a:pt x="756" y="8302"/>
                    <a:pt x="756" y="7640"/>
                    <a:pt x="1134" y="7199"/>
                  </a:cubicBezTo>
                  <a:lnTo>
                    <a:pt x="1890" y="6443"/>
                  </a:lnTo>
                  <a:close/>
                  <a:moveTo>
                    <a:pt x="8093" y="0"/>
                  </a:moveTo>
                  <a:cubicBezTo>
                    <a:pt x="7640" y="0"/>
                    <a:pt x="7183" y="174"/>
                    <a:pt x="6837" y="520"/>
                  </a:cubicBezTo>
                  <a:lnTo>
                    <a:pt x="662" y="6695"/>
                  </a:lnTo>
                  <a:cubicBezTo>
                    <a:pt x="0" y="7357"/>
                    <a:pt x="0" y="8491"/>
                    <a:pt x="662" y="9184"/>
                  </a:cubicBezTo>
                  <a:lnTo>
                    <a:pt x="2962" y="11452"/>
                  </a:lnTo>
                  <a:cubicBezTo>
                    <a:pt x="3292" y="11783"/>
                    <a:pt x="3741" y="11949"/>
                    <a:pt x="4190" y="11949"/>
                  </a:cubicBezTo>
                  <a:cubicBezTo>
                    <a:pt x="4639" y="11949"/>
                    <a:pt x="5088" y="11783"/>
                    <a:pt x="5419" y="11452"/>
                  </a:cubicBezTo>
                  <a:lnTo>
                    <a:pt x="11625" y="5278"/>
                  </a:lnTo>
                  <a:cubicBezTo>
                    <a:pt x="12287" y="4616"/>
                    <a:pt x="12287" y="3513"/>
                    <a:pt x="11625" y="2789"/>
                  </a:cubicBezTo>
                  <a:lnTo>
                    <a:pt x="9326" y="520"/>
                  </a:lnTo>
                  <a:cubicBezTo>
                    <a:pt x="8995" y="174"/>
                    <a:pt x="8546" y="0"/>
                    <a:pt x="80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8" name="Google Shape;13338;p141"/>
            <p:cNvSpPr/>
            <p:nvPr/>
          </p:nvSpPr>
          <p:spPr>
            <a:xfrm>
              <a:off x="-50058775" y="2838200"/>
              <a:ext cx="51225" cy="49625"/>
            </a:xfrm>
            <a:custGeom>
              <a:avLst/>
              <a:gdLst/>
              <a:ahLst/>
              <a:cxnLst/>
              <a:rect l="l" t="t" r="r" b="b"/>
              <a:pathLst>
                <a:path w="2049" h="1985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1418" y="1890"/>
                  </a:lnTo>
                  <a:cubicBezTo>
                    <a:pt x="1481" y="1953"/>
                    <a:pt x="1568" y="1985"/>
                    <a:pt x="1659" y="1985"/>
                  </a:cubicBezTo>
                  <a:cubicBezTo>
                    <a:pt x="1749" y="1985"/>
                    <a:pt x="1844" y="1953"/>
                    <a:pt x="1923" y="1890"/>
                  </a:cubicBezTo>
                  <a:cubicBezTo>
                    <a:pt x="2049" y="1733"/>
                    <a:pt x="2049" y="1512"/>
                    <a:pt x="1923" y="1386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39" name="Google Shape;13339;p141"/>
          <p:cNvGrpSpPr/>
          <p:nvPr/>
        </p:nvGrpSpPr>
        <p:grpSpPr>
          <a:xfrm>
            <a:off x="3521599" y="1334007"/>
            <a:ext cx="361004" cy="358229"/>
            <a:chOff x="-48266125" y="1973375"/>
            <a:chExt cx="302450" cy="300125"/>
          </a:xfrm>
        </p:grpSpPr>
        <p:sp>
          <p:nvSpPr>
            <p:cNvPr id="13340" name="Google Shape;13340;p141"/>
            <p:cNvSpPr/>
            <p:nvPr/>
          </p:nvSpPr>
          <p:spPr>
            <a:xfrm>
              <a:off x="-48212575" y="2045050"/>
              <a:ext cx="122900" cy="123700"/>
            </a:xfrm>
            <a:custGeom>
              <a:avLst/>
              <a:gdLst/>
              <a:ahLst/>
              <a:cxnLst/>
              <a:rect l="l" t="t" r="r" b="b"/>
              <a:pathLst>
                <a:path w="4916" h="4948" extrusionOk="0">
                  <a:moveTo>
                    <a:pt x="1765" y="662"/>
                  </a:moveTo>
                  <a:cubicBezTo>
                    <a:pt x="2237" y="662"/>
                    <a:pt x="2647" y="946"/>
                    <a:pt x="2741" y="1387"/>
                  </a:cubicBezTo>
                  <a:lnTo>
                    <a:pt x="1765" y="1387"/>
                  </a:lnTo>
                  <a:cubicBezTo>
                    <a:pt x="1576" y="1387"/>
                    <a:pt x="1418" y="1545"/>
                    <a:pt x="1418" y="1734"/>
                  </a:cubicBezTo>
                  <a:lnTo>
                    <a:pt x="1418" y="2710"/>
                  </a:lnTo>
                  <a:cubicBezTo>
                    <a:pt x="1009" y="2584"/>
                    <a:pt x="725" y="2206"/>
                    <a:pt x="725" y="1734"/>
                  </a:cubicBezTo>
                  <a:cubicBezTo>
                    <a:pt x="725" y="1135"/>
                    <a:pt x="1166" y="662"/>
                    <a:pt x="1765" y="662"/>
                  </a:cubicBezTo>
                  <a:close/>
                  <a:moveTo>
                    <a:pt x="2741" y="2080"/>
                  </a:moveTo>
                  <a:cubicBezTo>
                    <a:pt x="2647" y="2395"/>
                    <a:pt x="2395" y="2616"/>
                    <a:pt x="2111" y="2710"/>
                  </a:cubicBezTo>
                  <a:lnTo>
                    <a:pt x="2111" y="2080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805"/>
                    <a:pt x="3497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616"/>
                    <a:pt x="599" y="3340"/>
                    <a:pt x="1418" y="3498"/>
                  </a:cubicBezTo>
                  <a:lnTo>
                    <a:pt x="1418" y="4601"/>
                  </a:lnTo>
                  <a:cubicBezTo>
                    <a:pt x="1418" y="4790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90"/>
                    <a:pt x="4915" y="4601"/>
                  </a:cubicBezTo>
                  <a:lnTo>
                    <a:pt x="4915" y="1797"/>
                  </a:lnTo>
                  <a:cubicBezTo>
                    <a:pt x="4915" y="1576"/>
                    <a:pt x="4758" y="1419"/>
                    <a:pt x="4600" y="1419"/>
                  </a:cubicBezTo>
                  <a:lnTo>
                    <a:pt x="3497" y="1419"/>
                  </a:lnTo>
                  <a:cubicBezTo>
                    <a:pt x="3340" y="631"/>
                    <a:pt x="2647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1" name="Google Shape;13341;p141"/>
            <p:cNvSpPr/>
            <p:nvPr/>
          </p:nvSpPr>
          <p:spPr>
            <a:xfrm>
              <a:off x="-48266125" y="1973375"/>
              <a:ext cx="230000" cy="300125"/>
            </a:xfrm>
            <a:custGeom>
              <a:avLst/>
              <a:gdLst/>
              <a:ahLst/>
              <a:cxnLst/>
              <a:rect l="l" t="t" r="r" b="b"/>
              <a:pathLst>
                <a:path w="9200" h="12005" extrusionOk="0">
                  <a:moveTo>
                    <a:pt x="7057" y="1198"/>
                  </a:moveTo>
                  <a:lnTo>
                    <a:pt x="7971" y="2112"/>
                  </a:lnTo>
                  <a:lnTo>
                    <a:pt x="7057" y="2112"/>
                  </a:lnTo>
                  <a:lnTo>
                    <a:pt x="7057" y="1198"/>
                  </a:lnTo>
                  <a:close/>
                  <a:moveTo>
                    <a:pt x="6396" y="694"/>
                  </a:moveTo>
                  <a:lnTo>
                    <a:pt x="6396" y="2458"/>
                  </a:lnTo>
                  <a:cubicBezTo>
                    <a:pt x="6396" y="2679"/>
                    <a:pt x="6553" y="2836"/>
                    <a:pt x="6742" y="2836"/>
                  </a:cubicBezTo>
                  <a:lnTo>
                    <a:pt x="8506" y="2836"/>
                  </a:lnTo>
                  <a:lnTo>
                    <a:pt x="8506" y="11280"/>
                  </a:lnTo>
                  <a:lnTo>
                    <a:pt x="756" y="11280"/>
                  </a:lnTo>
                  <a:lnTo>
                    <a:pt x="756" y="694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78" y="12004"/>
                  </a:cubicBezTo>
                  <a:lnTo>
                    <a:pt x="8790" y="12004"/>
                  </a:lnTo>
                  <a:cubicBezTo>
                    <a:pt x="8979" y="12004"/>
                    <a:pt x="9136" y="11847"/>
                    <a:pt x="9136" y="11658"/>
                  </a:cubicBezTo>
                  <a:lnTo>
                    <a:pt x="9136" y="2458"/>
                  </a:lnTo>
                  <a:cubicBezTo>
                    <a:pt x="9199" y="2395"/>
                    <a:pt x="9168" y="2301"/>
                    <a:pt x="9073" y="2238"/>
                  </a:cubicBezTo>
                  <a:lnTo>
                    <a:pt x="6931" y="95"/>
                  </a:lnTo>
                  <a:cubicBezTo>
                    <a:pt x="6868" y="32"/>
                    <a:pt x="6805" y="1"/>
                    <a:pt x="67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2" name="Google Shape;13342;p141"/>
            <p:cNvSpPr/>
            <p:nvPr/>
          </p:nvSpPr>
          <p:spPr>
            <a:xfrm>
              <a:off x="-48018025" y="1991500"/>
              <a:ext cx="54350" cy="282000"/>
            </a:xfrm>
            <a:custGeom>
              <a:avLst/>
              <a:gdLst/>
              <a:ahLst/>
              <a:cxnLst/>
              <a:rect l="l" t="t" r="r" b="b"/>
              <a:pathLst>
                <a:path w="2174" h="11280" extrusionOk="0">
                  <a:moveTo>
                    <a:pt x="1071" y="1481"/>
                  </a:moveTo>
                  <a:lnTo>
                    <a:pt x="1260" y="2111"/>
                  </a:lnTo>
                  <a:lnTo>
                    <a:pt x="851" y="2111"/>
                  </a:lnTo>
                  <a:lnTo>
                    <a:pt x="1071" y="1481"/>
                  </a:lnTo>
                  <a:close/>
                  <a:moveTo>
                    <a:pt x="1418" y="2836"/>
                  </a:moveTo>
                  <a:lnTo>
                    <a:pt x="1418" y="7247"/>
                  </a:lnTo>
                  <a:lnTo>
                    <a:pt x="725" y="7247"/>
                  </a:lnTo>
                  <a:lnTo>
                    <a:pt x="725" y="2836"/>
                  </a:lnTo>
                  <a:close/>
                  <a:moveTo>
                    <a:pt x="1418" y="7971"/>
                  </a:moveTo>
                  <a:lnTo>
                    <a:pt x="1418" y="8664"/>
                  </a:lnTo>
                  <a:lnTo>
                    <a:pt x="725" y="8664"/>
                  </a:lnTo>
                  <a:lnTo>
                    <a:pt x="725" y="7971"/>
                  </a:lnTo>
                  <a:close/>
                  <a:moveTo>
                    <a:pt x="1449" y="9357"/>
                  </a:moveTo>
                  <a:lnTo>
                    <a:pt x="1449" y="10208"/>
                  </a:lnTo>
                  <a:cubicBezTo>
                    <a:pt x="1418" y="10397"/>
                    <a:pt x="1260" y="10555"/>
                    <a:pt x="1071" y="10555"/>
                  </a:cubicBezTo>
                  <a:cubicBezTo>
                    <a:pt x="882" y="10555"/>
                    <a:pt x="725" y="10397"/>
                    <a:pt x="725" y="10208"/>
                  </a:cubicBezTo>
                  <a:lnTo>
                    <a:pt x="725" y="9357"/>
                  </a:lnTo>
                  <a:close/>
                  <a:moveTo>
                    <a:pt x="1071" y="0"/>
                  </a:moveTo>
                  <a:cubicBezTo>
                    <a:pt x="945" y="0"/>
                    <a:pt x="788" y="95"/>
                    <a:pt x="756" y="253"/>
                  </a:cubicBezTo>
                  <a:cubicBezTo>
                    <a:pt x="0" y="2489"/>
                    <a:pt x="63" y="2363"/>
                    <a:pt x="63" y="2458"/>
                  </a:cubicBezTo>
                  <a:lnTo>
                    <a:pt x="63" y="10208"/>
                  </a:lnTo>
                  <a:cubicBezTo>
                    <a:pt x="63" y="10807"/>
                    <a:pt x="536" y="11279"/>
                    <a:pt x="1103" y="11279"/>
                  </a:cubicBezTo>
                  <a:cubicBezTo>
                    <a:pt x="1701" y="11279"/>
                    <a:pt x="2174" y="10807"/>
                    <a:pt x="2174" y="1020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21" y="2468"/>
                    <a:pt x="2128" y="2472"/>
                    <a:pt x="2132" y="2472"/>
                  </a:cubicBezTo>
                  <a:cubicBezTo>
                    <a:pt x="2139" y="2472"/>
                    <a:pt x="2132" y="2458"/>
                    <a:pt x="2111" y="245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11" y="2363"/>
                    <a:pt x="2142" y="2584"/>
                    <a:pt x="1386" y="253"/>
                  </a:cubicBezTo>
                  <a:cubicBezTo>
                    <a:pt x="1355" y="95"/>
                    <a:pt x="1197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3" name="Google Shape;13343;p141"/>
            <p:cNvSpPr/>
            <p:nvPr/>
          </p:nvSpPr>
          <p:spPr>
            <a:xfrm>
              <a:off x="-48211800" y="2221475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884" y="158"/>
                    <a:pt x="4727" y="1"/>
                    <a:pt x="45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4" name="Google Shape;13344;p141"/>
            <p:cNvSpPr/>
            <p:nvPr/>
          </p:nvSpPr>
          <p:spPr>
            <a:xfrm>
              <a:off x="-48211800" y="2185250"/>
              <a:ext cx="87450" cy="18150"/>
            </a:xfrm>
            <a:custGeom>
              <a:avLst/>
              <a:gdLst/>
              <a:ahLst/>
              <a:cxnLst/>
              <a:rect l="l" t="t" r="r" b="b"/>
              <a:pathLst>
                <a:path w="3498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151" y="725"/>
                  </a:lnTo>
                  <a:cubicBezTo>
                    <a:pt x="3372" y="725"/>
                    <a:pt x="3498" y="568"/>
                    <a:pt x="3498" y="379"/>
                  </a:cubicBezTo>
                  <a:cubicBezTo>
                    <a:pt x="3498" y="158"/>
                    <a:pt x="3372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5" name="Google Shape;13345;p141"/>
            <p:cNvSpPr/>
            <p:nvPr/>
          </p:nvSpPr>
          <p:spPr>
            <a:xfrm>
              <a:off x="-48106250" y="2185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46" name="Google Shape;13346;p141"/>
          <p:cNvGrpSpPr/>
          <p:nvPr/>
        </p:nvGrpSpPr>
        <p:grpSpPr>
          <a:xfrm>
            <a:off x="3548844" y="1789769"/>
            <a:ext cx="306516" cy="358349"/>
            <a:chOff x="-48237000" y="2342650"/>
            <a:chExt cx="256800" cy="300225"/>
          </a:xfrm>
        </p:grpSpPr>
        <p:sp>
          <p:nvSpPr>
            <p:cNvPr id="13347" name="Google Shape;13347;p141"/>
            <p:cNvSpPr/>
            <p:nvPr/>
          </p:nvSpPr>
          <p:spPr>
            <a:xfrm>
              <a:off x="-48237000" y="2342650"/>
              <a:ext cx="256800" cy="300225"/>
            </a:xfrm>
            <a:custGeom>
              <a:avLst/>
              <a:gdLst/>
              <a:ahLst/>
              <a:cxnLst/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8" name="Google Shape;13348;p141"/>
            <p:cNvSpPr/>
            <p:nvPr/>
          </p:nvSpPr>
          <p:spPr>
            <a:xfrm>
              <a:off x="-48195250" y="2377425"/>
              <a:ext cx="144150" cy="140225"/>
            </a:xfrm>
            <a:custGeom>
              <a:avLst/>
              <a:gdLst/>
              <a:ahLst/>
              <a:cxnLst/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9" name="Google Shape;13349;p141"/>
            <p:cNvSpPr/>
            <p:nvPr/>
          </p:nvSpPr>
          <p:spPr>
            <a:xfrm>
              <a:off x="-48150350" y="2422325"/>
              <a:ext cx="52775" cy="52800"/>
            </a:xfrm>
            <a:custGeom>
              <a:avLst/>
              <a:gdLst/>
              <a:ahLst/>
              <a:cxnLst/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50" name="Google Shape;13350;p141"/>
          <p:cNvGrpSpPr/>
          <p:nvPr/>
        </p:nvGrpSpPr>
        <p:grpSpPr>
          <a:xfrm>
            <a:off x="2180338" y="2690046"/>
            <a:ext cx="361034" cy="355633"/>
            <a:chOff x="-46404975" y="1966100"/>
            <a:chExt cx="302475" cy="297950"/>
          </a:xfrm>
        </p:grpSpPr>
        <p:sp>
          <p:nvSpPr>
            <p:cNvPr id="13351" name="Google Shape;13351;p141"/>
            <p:cNvSpPr/>
            <p:nvPr/>
          </p:nvSpPr>
          <p:spPr>
            <a:xfrm>
              <a:off x="-46349850" y="1966100"/>
              <a:ext cx="38625" cy="86850"/>
            </a:xfrm>
            <a:custGeom>
              <a:avLst/>
              <a:gdLst/>
              <a:ahLst/>
              <a:cxnLst/>
              <a:rect l="l" t="t" r="r" b="b"/>
              <a:pathLst>
                <a:path w="1545" h="3474" extrusionOk="0">
                  <a:moveTo>
                    <a:pt x="784" y="0"/>
                  </a:moveTo>
                  <a:cubicBezTo>
                    <a:pt x="686" y="0"/>
                    <a:pt x="583" y="24"/>
                    <a:pt x="505" y="71"/>
                  </a:cubicBezTo>
                  <a:cubicBezTo>
                    <a:pt x="1" y="607"/>
                    <a:pt x="1" y="1458"/>
                    <a:pt x="505" y="1962"/>
                  </a:cubicBezTo>
                  <a:cubicBezTo>
                    <a:pt x="757" y="2214"/>
                    <a:pt x="757" y="2655"/>
                    <a:pt x="505" y="2875"/>
                  </a:cubicBezTo>
                  <a:cubicBezTo>
                    <a:pt x="379" y="3001"/>
                    <a:pt x="379" y="3222"/>
                    <a:pt x="505" y="3379"/>
                  </a:cubicBezTo>
                  <a:cubicBezTo>
                    <a:pt x="568" y="3442"/>
                    <a:pt x="654" y="3474"/>
                    <a:pt x="749" y="3474"/>
                  </a:cubicBezTo>
                  <a:cubicBezTo>
                    <a:pt x="843" y="3474"/>
                    <a:pt x="946" y="3442"/>
                    <a:pt x="1040" y="3379"/>
                  </a:cubicBezTo>
                  <a:cubicBezTo>
                    <a:pt x="1544" y="2875"/>
                    <a:pt x="1544" y="2025"/>
                    <a:pt x="1040" y="1489"/>
                  </a:cubicBezTo>
                  <a:cubicBezTo>
                    <a:pt x="788" y="1269"/>
                    <a:pt x="788" y="827"/>
                    <a:pt x="1040" y="607"/>
                  </a:cubicBezTo>
                  <a:cubicBezTo>
                    <a:pt x="1135" y="481"/>
                    <a:pt x="1135" y="229"/>
                    <a:pt x="1040" y="71"/>
                  </a:cubicBezTo>
                  <a:cubicBezTo>
                    <a:pt x="977" y="24"/>
                    <a:pt x="883" y="0"/>
                    <a:pt x="78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2" name="Google Shape;13352;p141"/>
            <p:cNvSpPr/>
            <p:nvPr/>
          </p:nvSpPr>
          <p:spPr>
            <a:xfrm>
              <a:off x="-46297875" y="1966100"/>
              <a:ext cx="38625" cy="86850"/>
            </a:xfrm>
            <a:custGeom>
              <a:avLst/>
              <a:gdLst/>
              <a:ahLst/>
              <a:cxnLst/>
              <a:rect l="l" t="t" r="r" b="b"/>
              <a:pathLst>
                <a:path w="1545" h="3474" extrusionOk="0">
                  <a:moveTo>
                    <a:pt x="800" y="0"/>
                  </a:moveTo>
                  <a:cubicBezTo>
                    <a:pt x="710" y="0"/>
                    <a:pt x="615" y="24"/>
                    <a:pt x="537" y="71"/>
                  </a:cubicBezTo>
                  <a:cubicBezTo>
                    <a:pt x="1" y="607"/>
                    <a:pt x="1" y="1458"/>
                    <a:pt x="537" y="1962"/>
                  </a:cubicBezTo>
                  <a:cubicBezTo>
                    <a:pt x="757" y="2214"/>
                    <a:pt x="757" y="2655"/>
                    <a:pt x="537" y="2875"/>
                  </a:cubicBezTo>
                  <a:cubicBezTo>
                    <a:pt x="410" y="3001"/>
                    <a:pt x="410" y="3222"/>
                    <a:pt x="537" y="3379"/>
                  </a:cubicBezTo>
                  <a:cubicBezTo>
                    <a:pt x="584" y="3442"/>
                    <a:pt x="670" y="3474"/>
                    <a:pt x="765" y="3474"/>
                  </a:cubicBezTo>
                  <a:cubicBezTo>
                    <a:pt x="859" y="3474"/>
                    <a:pt x="962" y="3442"/>
                    <a:pt x="1041" y="3379"/>
                  </a:cubicBezTo>
                  <a:cubicBezTo>
                    <a:pt x="1545" y="2875"/>
                    <a:pt x="1545" y="2025"/>
                    <a:pt x="1041" y="1489"/>
                  </a:cubicBezTo>
                  <a:cubicBezTo>
                    <a:pt x="789" y="1269"/>
                    <a:pt x="789" y="827"/>
                    <a:pt x="1041" y="607"/>
                  </a:cubicBezTo>
                  <a:cubicBezTo>
                    <a:pt x="1167" y="481"/>
                    <a:pt x="1167" y="229"/>
                    <a:pt x="1041" y="71"/>
                  </a:cubicBezTo>
                  <a:cubicBezTo>
                    <a:pt x="978" y="24"/>
                    <a:pt x="891" y="0"/>
                    <a:pt x="8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3" name="Google Shape;13353;p141"/>
            <p:cNvSpPr/>
            <p:nvPr/>
          </p:nvSpPr>
          <p:spPr>
            <a:xfrm>
              <a:off x="-46244300" y="1966100"/>
              <a:ext cx="38600" cy="86850"/>
            </a:xfrm>
            <a:custGeom>
              <a:avLst/>
              <a:gdLst/>
              <a:ahLst/>
              <a:cxnLst/>
              <a:rect l="l" t="t" r="r" b="b"/>
              <a:pathLst>
                <a:path w="1544" h="3474" extrusionOk="0">
                  <a:moveTo>
                    <a:pt x="768" y="0"/>
                  </a:moveTo>
                  <a:cubicBezTo>
                    <a:pt x="678" y="0"/>
                    <a:pt x="583" y="24"/>
                    <a:pt x="504" y="71"/>
                  </a:cubicBezTo>
                  <a:cubicBezTo>
                    <a:pt x="0" y="607"/>
                    <a:pt x="0" y="1458"/>
                    <a:pt x="504" y="1962"/>
                  </a:cubicBezTo>
                  <a:cubicBezTo>
                    <a:pt x="756" y="2214"/>
                    <a:pt x="756" y="2655"/>
                    <a:pt x="504" y="2875"/>
                  </a:cubicBezTo>
                  <a:cubicBezTo>
                    <a:pt x="378" y="3001"/>
                    <a:pt x="378" y="3222"/>
                    <a:pt x="504" y="3379"/>
                  </a:cubicBezTo>
                  <a:cubicBezTo>
                    <a:pt x="567" y="3442"/>
                    <a:pt x="654" y="3474"/>
                    <a:pt x="745" y="3474"/>
                  </a:cubicBezTo>
                  <a:cubicBezTo>
                    <a:pt x="835" y="3474"/>
                    <a:pt x="930" y="3442"/>
                    <a:pt x="1008" y="3379"/>
                  </a:cubicBezTo>
                  <a:cubicBezTo>
                    <a:pt x="1544" y="2875"/>
                    <a:pt x="1544" y="2025"/>
                    <a:pt x="1008" y="1489"/>
                  </a:cubicBezTo>
                  <a:cubicBezTo>
                    <a:pt x="788" y="1269"/>
                    <a:pt x="788" y="827"/>
                    <a:pt x="1008" y="607"/>
                  </a:cubicBezTo>
                  <a:cubicBezTo>
                    <a:pt x="1134" y="481"/>
                    <a:pt x="1134" y="229"/>
                    <a:pt x="1008" y="71"/>
                  </a:cubicBezTo>
                  <a:cubicBezTo>
                    <a:pt x="945" y="24"/>
                    <a:pt x="859" y="0"/>
                    <a:pt x="7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4" name="Google Shape;13354;p141"/>
            <p:cNvSpPr/>
            <p:nvPr/>
          </p:nvSpPr>
          <p:spPr>
            <a:xfrm>
              <a:off x="-46404975" y="2070250"/>
              <a:ext cx="302475" cy="193800"/>
            </a:xfrm>
            <a:custGeom>
              <a:avLst/>
              <a:gdLst/>
              <a:ahLst/>
              <a:cxnLst/>
              <a:rect l="l" t="t" r="r" b="b"/>
              <a:pathLst>
                <a:path w="12099" h="7752" extrusionOk="0">
                  <a:moveTo>
                    <a:pt x="11058" y="1419"/>
                  </a:moveTo>
                  <a:cubicBezTo>
                    <a:pt x="11248" y="1419"/>
                    <a:pt x="11405" y="1576"/>
                    <a:pt x="11405" y="1797"/>
                  </a:cubicBezTo>
                  <a:cubicBezTo>
                    <a:pt x="11405" y="3088"/>
                    <a:pt x="10397" y="4160"/>
                    <a:pt x="9137" y="4223"/>
                  </a:cubicBezTo>
                  <a:cubicBezTo>
                    <a:pt x="9578" y="3372"/>
                    <a:pt x="9830" y="2395"/>
                    <a:pt x="9956" y="1419"/>
                  </a:cubicBezTo>
                  <a:close/>
                  <a:moveTo>
                    <a:pt x="9294" y="726"/>
                  </a:moveTo>
                  <a:cubicBezTo>
                    <a:pt x="9200" y="2521"/>
                    <a:pt x="8507" y="4569"/>
                    <a:pt x="7057" y="5640"/>
                  </a:cubicBezTo>
                  <a:lnTo>
                    <a:pt x="3056" y="5640"/>
                  </a:lnTo>
                  <a:lnTo>
                    <a:pt x="3056" y="5672"/>
                  </a:lnTo>
                  <a:cubicBezTo>
                    <a:pt x="1765" y="4695"/>
                    <a:pt x="914" y="2805"/>
                    <a:pt x="819" y="726"/>
                  </a:cubicBezTo>
                  <a:close/>
                  <a:moveTo>
                    <a:pt x="8948" y="6396"/>
                  </a:moveTo>
                  <a:cubicBezTo>
                    <a:pt x="8570" y="6837"/>
                    <a:pt x="8003" y="7090"/>
                    <a:pt x="7372" y="7090"/>
                  </a:cubicBezTo>
                  <a:lnTo>
                    <a:pt x="2710" y="7090"/>
                  </a:lnTo>
                  <a:cubicBezTo>
                    <a:pt x="2080" y="7090"/>
                    <a:pt x="1481" y="6837"/>
                    <a:pt x="1103" y="6396"/>
                  </a:cubicBezTo>
                  <a:close/>
                  <a:moveTo>
                    <a:pt x="441" y="1"/>
                  </a:moveTo>
                  <a:cubicBezTo>
                    <a:pt x="252" y="1"/>
                    <a:pt x="95" y="158"/>
                    <a:pt x="95" y="348"/>
                  </a:cubicBezTo>
                  <a:cubicBezTo>
                    <a:pt x="95" y="2301"/>
                    <a:pt x="725" y="4317"/>
                    <a:pt x="1985" y="5640"/>
                  </a:cubicBezTo>
                  <a:lnTo>
                    <a:pt x="441" y="5640"/>
                  </a:lnTo>
                  <a:cubicBezTo>
                    <a:pt x="158" y="5640"/>
                    <a:pt x="0" y="5924"/>
                    <a:pt x="126" y="6144"/>
                  </a:cubicBezTo>
                  <a:cubicBezTo>
                    <a:pt x="347" y="6617"/>
                    <a:pt x="725" y="7027"/>
                    <a:pt x="1197" y="7342"/>
                  </a:cubicBezTo>
                  <a:cubicBezTo>
                    <a:pt x="1670" y="7594"/>
                    <a:pt x="2174" y="7751"/>
                    <a:pt x="2710" y="7751"/>
                  </a:cubicBezTo>
                  <a:lnTo>
                    <a:pt x="7372" y="7751"/>
                  </a:lnTo>
                  <a:cubicBezTo>
                    <a:pt x="8475" y="7751"/>
                    <a:pt x="9452" y="7121"/>
                    <a:pt x="9956" y="6144"/>
                  </a:cubicBezTo>
                  <a:cubicBezTo>
                    <a:pt x="10082" y="5924"/>
                    <a:pt x="9924" y="5640"/>
                    <a:pt x="9641" y="5640"/>
                  </a:cubicBezTo>
                  <a:lnTo>
                    <a:pt x="8129" y="5640"/>
                  </a:lnTo>
                  <a:lnTo>
                    <a:pt x="8696" y="4916"/>
                  </a:lnTo>
                  <a:lnTo>
                    <a:pt x="8948" y="4916"/>
                  </a:lnTo>
                  <a:lnTo>
                    <a:pt x="8948" y="4947"/>
                  </a:lnTo>
                  <a:cubicBezTo>
                    <a:pt x="10680" y="4947"/>
                    <a:pt x="12098" y="3529"/>
                    <a:pt x="12098" y="1797"/>
                  </a:cubicBezTo>
                  <a:cubicBezTo>
                    <a:pt x="12098" y="1198"/>
                    <a:pt x="11626" y="726"/>
                    <a:pt x="11027" y="726"/>
                  </a:cubicBezTo>
                  <a:lnTo>
                    <a:pt x="9956" y="726"/>
                  </a:lnTo>
                  <a:lnTo>
                    <a:pt x="9956" y="348"/>
                  </a:lnTo>
                  <a:cubicBezTo>
                    <a:pt x="9956" y="158"/>
                    <a:pt x="9798" y="1"/>
                    <a:pt x="96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55" name="Google Shape;13355;p141"/>
          <p:cNvGrpSpPr/>
          <p:nvPr/>
        </p:nvGrpSpPr>
        <p:grpSpPr>
          <a:xfrm>
            <a:off x="2181740" y="3135863"/>
            <a:ext cx="358229" cy="358199"/>
            <a:chOff x="-46401050" y="2333325"/>
            <a:chExt cx="300125" cy="300100"/>
          </a:xfrm>
        </p:grpSpPr>
        <p:sp>
          <p:nvSpPr>
            <p:cNvPr id="13356" name="Google Shape;13356;p141"/>
            <p:cNvSpPr/>
            <p:nvPr/>
          </p:nvSpPr>
          <p:spPr>
            <a:xfrm>
              <a:off x="-46401050" y="2333325"/>
              <a:ext cx="300125" cy="300100"/>
            </a:xfrm>
            <a:custGeom>
              <a:avLst/>
              <a:gdLst/>
              <a:ahLst/>
              <a:cxnLst/>
              <a:rect l="l" t="t" r="r" b="b"/>
              <a:pathLst>
                <a:path w="12005" h="12004" extrusionOk="0">
                  <a:moveTo>
                    <a:pt x="7719" y="725"/>
                  </a:moveTo>
                  <a:lnTo>
                    <a:pt x="7719" y="2111"/>
                  </a:lnTo>
                  <a:lnTo>
                    <a:pt x="7026" y="2111"/>
                  </a:lnTo>
                  <a:lnTo>
                    <a:pt x="7026" y="725"/>
                  </a:lnTo>
                  <a:close/>
                  <a:moveTo>
                    <a:pt x="9137" y="725"/>
                  </a:moveTo>
                  <a:lnTo>
                    <a:pt x="9137" y="3498"/>
                  </a:lnTo>
                  <a:lnTo>
                    <a:pt x="2805" y="3498"/>
                  </a:lnTo>
                  <a:lnTo>
                    <a:pt x="2805" y="725"/>
                  </a:lnTo>
                  <a:lnTo>
                    <a:pt x="6302" y="725"/>
                  </a:lnTo>
                  <a:lnTo>
                    <a:pt x="6302" y="2489"/>
                  </a:lnTo>
                  <a:cubicBezTo>
                    <a:pt x="6302" y="2678"/>
                    <a:pt x="6459" y="2836"/>
                    <a:pt x="6648" y="2836"/>
                  </a:cubicBezTo>
                  <a:lnTo>
                    <a:pt x="8066" y="2836"/>
                  </a:lnTo>
                  <a:cubicBezTo>
                    <a:pt x="8255" y="2836"/>
                    <a:pt x="8413" y="2678"/>
                    <a:pt x="8413" y="2489"/>
                  </a:cubicBezTo>
                  <a:lnTo>
                    <a:pt x="8413" y="725"/>
                  </a:lnTo>
                  <a:close/>
                  <a:moveTo>
                    <a:pt x="2080" y="725"/>
                  </a:moveTo>
                  <a:lnTo>
                    <a:pt x="2080" y="3876"/>
                  </a:lnTo>
                  <a:cubicBezTo>
                    <a:pt x="2080" y="4065"/>
                    <a:pt x="2238" y="4222"/>
                    <a:pt x="2427" y="4222"/>
                  </a:cubicBezTo>
                  <a:lnTo>
                    <a:pt x="9452" y="4222"/>
                  </a:lnTo>
                  <a:cubicBezTo>
                    <a:pt x="9641" y="4222"/>
                    <a:pt x="9799" y="4065"/>
                    <a:pt x="9799" y="3876"/>
                  </a:cubicBezTo>
                  <a:lnTo>
                    <a:pt x="9799" y="1166"/>
                  </a:lnTo>
                  <a:lnTo>
                    <a:pt x="11217" y="2584"/>
                  </a:lnTo>
                  <a:lnTo>
                    <a:pt x="11217" y="11311"/>
                  </a:lnTo>
                  <a:lnTo>
                    <a:pt x="662" y="11311"/>
                  </a:lnTo>
                  <a:lnTo>
                    <a:pt x="662" y="725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11658" y="12004"/>
                  </a:lnTo>
                  <a:cubicBezTo>
                    <a:pt x="11847" y="12004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41" y="2395"/>
                    <a:pt x="11878" y="2300"/>
                    <a:pt x="11847" y="2237"/>
                  </a:cubicBezTo>
                  <a:lnTo>
                    <a:pt x="9736" y="127"/>
                  </a:lnTo>
                  <a:cubicBezTo>
                    <a:pt x="9641" y="32"/>
                    <a:pt x="9578" y="1"/>
                    <a:pt x="94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7" name="Google Shape;13357;p141"/>
            <p:cNvSpPr/>
            <p:nvPr/>
          </p:nvSpPr>
          <p:spPr>
            <a:xfrm>
              <a:off x="-46366400" y="258065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lnTo>
                    <a:pt x="1041" y="693"/>
                  </a:lnTo>
                  <a:cubicBezTo>
                    <a:pt x="1261" y="693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8" name="Google Shape;13358;p141"/>
            <p:cNvSpPr/>
            <p:nvPr/>
          </p:nvSpPr>
          <p:spPr>
            <a:xfrm>
              <a:off x="-46313625" y="2457775"/>
              <a:ext cx="122900" cy="122100"/>
            </a:xfrm>
            <a:custGeom>
              <a:avLst/>
              <a:gdLst/>
              <a:ahLst/>
              <a:cxnLst/>
              <a:rect l="l" t="t" r="r" b="b"/>
              <a:pathLst>
                <a:path w="4916" h="4884" extrusionOk="0">
                  <a:moveTo>
                    <a:pt x="2458" y="662"/>
                  </a:moveTo>
                  <a:cubicBezTo>
                    <a:pt x="3435" y="662"/>
                    <a:pt x="4222" y="1450"/>
                    <a:pt x="4222" y="2426"/>
                  </a:cubicBezTo>
                  <a:cubicBezTo>
                    <a:pt x="4222" y="3403"/>
                    <a:pt x="3435" y="4190"/>
                    <a:pt x="2458" y="4190"/>
                  </a:cubicBezTo>
                  <a:cubicBezTo>
                    <a:pt x="1450" y="4190"/>
                    <a:pt x="662" y="3403"/>
                    <a:pt x="662" y="2426"/>
                  </a:cubicBezTo>
                  <a:cubicBezTo>
                    <a:pt x="662" y="1450"/>
                    <a:pt x="1450" y="662"/>
                    <a:pt x="2458" y="662"/>
                  </a:cubicBezTo>
                  <a:close/>
                  <a:moveTo>
                    <a:pt x="2458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81"/>
                    <a:pt x="1103" y="4884"/>
                    <a:pt x="2458" y="4884"/>
                  </a:cubicBezTo>
                  <a:cubicBezTo>
                    <a:pt x="3781" y="4884"/>
                    <a:pt x="4884" y="3749"/>
                    <a:pt x="4884" y="2426"/>
                  </a:cubicBezTo>
                  <a:cubicBezTo>
                    <a:pt x="4916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9" name="Google Shape;13359;p141"/>
            <p:cNvSpPr/>
            <p:nvPr/>
          </p:nvSpPr>
          <p:spPr>
            <a:xfrm>
              <a:off x="-46278950" y="2493225"/>
              <a:ext cx="53575" cy="52775"/>
            </a:xfrm>
            <a:custGeom>
              <a:avLst/>
              <a:gdLst/>
              <a:ahLst/>
              <a:cxnLst/>
              <a:rect l="l" t="t" r="r" b="b"/>
              <a:pathLst>
                <a:path w="2143" h="2111" extrusionOk="0">
                  <a:moveTo>
                    <a:pt x="1071" y="662"/>
                  </a:moveTo>
                  <a:cubicBezTo>
                    <a:pt x="1260" y="662"/>
                    <a:pt x="1418" y="819"/>
                    <a:pt x="1418" y="1008"/>
                  </a:cubicBezTo>
                  <a:cubicBezTo>
                    <a:pt x="1418" y="1197"/>
                    <a:pt x="1260" y="1355"/>
                    <a:pt x="1071" y="1355"/>
                  </a:cubicBezTo>
                  <a:cubicBezTo>
                    <a:pt x="851" y="1355"/>
                    <a:pt x="693" y="1197"/>
                    <a:pt x="693" y="1008"/>
                  </a:cubicBezTo>
                  <a:cubicBezTo>
                    <a:pt x="693" y="819"/>
                    <a:pt x="851" y="662"/>
                    <a:pt x="1071" y="662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38" y="2111"/>
                    <a:pt x="2111" y="1638"/>
                    <a:pt x="2111" y="1040"/>
                  </a:cubicBezTo>
                  <a:cubicBezTo>
                    <a:pt x="2142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60" name="Google Shape;13360;p141"/>
          <p:cNvSpPr/>
          <p:nvPr/>
        </p:nvSpPr>
        <p:spPr>
          <a:xfrm>
            <a:off x="2183438" y="3591597"/>
            <a:ext cx="360109" cy="359154"/>
          </a:xfrm>
          <a:custGeom>
            <a:avLst/>
            <a:gdLst/>
            <a:ahLst/>
            <a:cxnLst/>
            <a:rect l="l" t="t" r="r" b="b"/>
            <a:pathLst>
              <a:path w="12068" h="12036" extrusionOk="0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61" name="Google Shape;13361;p141"/>
          <p:cNvGrpSpPr/>
          <p:nvPr/>
        </p:nvGrpSpPr>
        <p:grpSpPr>
          <a:xfrm>
            <a:off x="3961830" y="3146218"/>
            <a:ext cx="359154" cy="359124"/>
            <a:chOff x="-44914800" y="2342000"/>
            <a:chExt cx="300900" cy="300875"/>
          </a:xfrm>
        </p:grpSpPr>
        <p:sp>
          <p:nvSpPr>
            <p:cNvPr id="13362" name="Google Shape;13362;p141"/>
            <p:cNvSpPr/>
            <p:nvPr/>
          </p:nvSpPr>
          <p:spPr>
            <a:xfrm>
              <a:off x="-44914800" y="2342000"/>
              <a:ext cx="300900" cy="300875"/>
            </a:xfrm>
            <a:custGeom>
              <a:avLst/>
              <a:gdLst/>
              <a:ahLst/>
              <a:cxnLst/>
              <a:rect l="l" t="t" r="r" b="b"/>
              <a:pathLst>
                <a:path w="12036" h="12035" extrusionOk="0">
                  <a:moveTo>
                    <a:pt x="1450" y="725"/>
                  </a:moveTo>
                  <a:lnTo>
                    <a:pt x="1450" y="1418"/>
                  </a:ln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11311" y="725"/>
                  </a:moveTo>
                  <a:lnTo>
                    <a:pt x="11311" y="1418"/>
                  </a:lnTo>
                  <a:lnTo>
                    <a:pt x="10618" y="1418"/>
                  </a:lnTo>
                  <a:lnTo>
                    <a:pt x="10618" y="725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1" y="2142"/>
                    <a:pt x="10240" y="2142"/>
                  </a:cubicBezTo>
                  <a:lnTo>
                    <a:pt x="10618" y="2142"/>
                  </a:lnTo>
                  <a:lnTo>
                    <a:pt x="10618" y="9893"/>
                  </a:lnTo>
                  <a:lnTo>
                    <a:pt x="10240" y="9893"/>
                  </a:lnTo>
                  <a:cubicBezTo>
                    <a:pt x="10051" y="9893"/>
                    <a:pt x="9893" y="10050"/>
                    <a:pt x="9893" y="10239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39"/>
                  </a:lnTo>
                  <a:cubicBezTo>
                    <a:pt x="2143" y="10050"/>
                    <a:pt x="1985" y="9893"/>
                    <a:pt x="1796" y="9893"/>
                  </a:cubicBezTo>
                  <a:lnTo>
                    <a:pt x="1450" y="9893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1418" y="10617"/>
                  </a:moveTo>
                  <a:lnTo>
                    <a:pt x="1418" y="11310"/>
                  </a:lnTo>
                  <a:lnTo>
                    <a:pt x="725" y="11310"/>
                  </a:lnTo>
                  <a:lnTo>
                    <a:pt x="725" y="10617"/>
                  </a:lnTo>
                  <a:close/>
                  <a:moveTo>
                    <a:pt x="11311" y="10617"/>
                  </a:moveTo>
                  <a:lnTo>
                    <a:pt x="11311" y="11310"/>
                  </a:lnTo>
                  <a:lnTo>
                    <a:pt x="10618" y="11310"/>
                  </a:lnTo>
                  <a:lnTo>
                    <a:pt x="10618" y="10617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64"/>
                  </a:lnTo>
                  <a:cubicBezTo>
                    <a:pt x="1" y="1985"/>
                    <a:pt x="158" y="2142"/>
                    <a:pt x="379" y="2142"/>
                  </a:cubicBezTo>
                  <a:lnTo>
                    <a:pt x="725" y="2142"/>
                  </a:lnTo>
                  <a:lnTo>
                    <a:pt x="725" y="9893"/>
                  </a:lnTo>
                  <a:lnTo>
                    <a:pt x="379" y="9893"/>
                  </a:lnTo>
                  <a:cubicBezTo>
                    <a:pt x="158" y="9893"/>
                    <a:pt x="1" y="10050"/>
                    <a:pt x="1" y="10239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79" y="12035"/>
                  </a:cubicBezTo>
                  <a:lnTo>
                    <a:pt x="1796" y="12035"/>
                  </a:lnTo>
                  <a:cubicBezTo>
                    <a:pt x="1985" y="12035"/>
                    <a:pt x="2143" y="11877"/>
                    <a:pt x="2143" y="11657"/>
                  </a:cubicBezTo>
                  <a:lnTo>
                    <a:pt x="2143" y="11310"/>
                  </a:lnTo>
                  <a:lnTo>
                    <a:pt x="9893" y="11310"/>
                  </a:lnTo>
                  <a:lnTo>
                    <a:pt x="9893" y="11657"/>
                  </a:lnTo>
                  <a:cubicBezTo>
                    <a:pt x="9893" y="11877"/>
                    <a:pt x="10051" y="12035"/>
                    <a:pt x="10240" y="12035"/>
                  </a:cubicBezTo>
                  <a:lnTo>
                    <a:pt x="11657" y="12035"/>
                  </a:lnTo>
                  <a:cubicBezTo>
                    <a:pt x="11878" y="12035"/>
                    <a:pt x="12036" y="11877"/>
                    <a:pt x="12036" y="11657"/>
                  </a:cubicBezTo>
                  <a:lnTo>
                    <a:pt x="12036" y="10239"/>
                  </a:lnTo>
                  <a:cubicBezTo>
                    <a:pt x="12036" y="10050"/>
                    <a:pt x="11878" y="9893"/>
                    <a:pt x="11657" y="9893"/>
                  </a:cubicBezTo>
                  <a:lnTo>
                    <a:pt x="11311" y="9893"/>
                  </a:lnTo>
                  <a:lnTo>
                    <a:pt x="11311" y="2142"/>
                  </a:lnTo>
                  <a:lnTo>
                    <a:pt x="11657" y="2142"/>
                  </a:lnTo>
                  <a:cubicBezTo>
                    <a:pt x="11878" y="2142"/>
                    <a:pt x="12036" y="1985"/>
                    <a:pt x="12036" y="1764"/>
                  </a:cubicBezTo>
                  <a:lnTo>
                    <a:pt x="12036" y="378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3" name="Google Shape;13363;p141"/>
            <p:cNvSpPr/>
            <p:nvPr/>
          </p:nvSpPr>
          <p:spPr>
            <a:xfrm>
              <a:off x="-44860450" y="2412875"/>
              <a:ext cx="193000" cy="159125"/>
            </a:xfrm>
            <a:custGeom>
              <a:avLst/>
              <a:gdLst/>
              <a:ahLst/>
              <a:cxnLst/>
              <a:rect l="l" t="t" r="r" b="b"/>
              <a:pathLst>
                <a:path w="7720" h="6365" extrusionOk="0">
                  <a:moveTo>
                    <a:pt x="7026" y="694"/>
                  </a:moveTo>
                  <a:lnTo>
                    <a:pt x="7026" y="725"/>
                  </a:lnTo>
                  <a:lnTo>
                    <a:pt x="7026" y="5136"/>
                  </a:lnTo>
                  <a:lnTo>
                    <a:pt x="5514" y="3624"/>
                  </a:lnTo>
                  <a:cubicBezTo>
                    <a:pt x="5451" y="3561"/>
                    <a:pt x="5356" y="3498"/>
                    <a:pt x="5262" y="3498"/>
                  </a:cubicBezTo>
                  <a:cubicBezTo>
                    <a:pt x="5167" y="3498"/>
                    <a:pt x="5041" y="3561"/>
                    <a:pt x="5010" y="3624"/>
                  </a:cubicBezTo>
                  <a:lnTo>
                    <a:pt x="3907" y="4821"/>
                  </a:lnTo>
                  <a:lnTo>
                    <a:pt x="2678" y="3592"/>
                  </a:lnTo>
                  <a:cubicBezTo>
                    <a:pt x="2615" y="3529"/>
                    <a:pt x="2529" y="3498"/>
                    <a:pt x="2438" y="3498"/>
                  </a:cubicBezTo>
                  <a:cubicBezTo>
                    <a:pt x="2348" y="3498"/>
                    <a:pt x="2253" y="3529"/>
                    <a:pt x="2174" y="3592"/>
                  </a:cubicBezTo>
                  <a:lnTo>
                    <a:pt x="662" y="5104"/>
                  </a:lnTo>
                  <a:lnTo>
                    <a:pt x="662" y="694"/>
                  </a:lnTo>
                  <a:close/>
                  <a:moveTo>
                    <a:pt x="2458" y="4380"/>
                  </a:moveTo>
                  <a:lnTo>
                    <a:pt x="3718" y="5640"/>
                  </a:lnTo>
                  <a:lnTo>
                    <a:pt x="1198" y="5640"/>
                  </a:lnTo>
                  <a:lnTo>
                    <a:pt x="2458" y="4380"/>
                  </a:lnTo>
                  <a:close/>
                  <a:moveTo>
                    <a:pt x="5293" y="4411"/>
                  </a:moveTo>
                  <a:lnTo>
                    <a:pt x="6554" y="5671"/>
                  </a:lnTo>
                  <a:lnTo>
                    <a:pt x="4695" y="5671"/>
                  </a:lnTo>
                  <a:lnTo>
                    <a:pt x="4695" y="5640"/>
                  </a:lnTo>
                  <a:lnTo>
                    <a:pt x="4411" y="5356"/>
                  </a:lnTo>
                  <a:lnTo>
                    <a:pt x="5293" y="4411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5986"/>
                  </a:lnTo>
                  <a:cubicBezTo>
                    <a:pt x="0" y="6207"/>
                    <a:pt x="158" y="6365"/>
                    <a:pt x="347" y="6365"/>
                  </a:cubicBezTo>
                  <a:lnTo>
                    <a:pt x="7373" y="6365"/>
                  </a:lnTo>
                  <a:cubicBezTo>
                    <a:pt x="7562" y="6365"/>
                    <a:pt x="7719" y="6207"/>
                    <a:pt x="7719" y="5986"/>
                  </a:cubicBezTo>
                  <a:lnTo>
                    <a:pt x="7719" y="379"/>
                  </a:lnTo>
                  <a:cubicBezTo>
                    <a:pt x="7719" y="158"/>
                    <a:pt x="7562" y="1"/>
                    <a:pt x="73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4" name="Google Shape;13364;p141"/>
            <p:cNvSpPr/>
            <p:nvPr/>
          </p:nvSpPr>
          <p:spPr>
            <a:xfrm>
              <a:off x="-44791150" y="243965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041" y="725"/>
                  </a:moveTo>
                  <a:cubicBezTo>
                    <a:pt x="1261" y="725"/>
                    <a:pt x="1419" y="883"/>
                    <a:pt x="1419" y="1072"/>
                  </a:cubicBezTo>
                  <a:cubicBezTo>
                    <a:pt x="1419" y="1261"/>
                    <a:pt x="1261" y="1418"/>
                    <a:pt x="1041" y="1418"/>
                  </a:cubicBezTo>
                  <a:cubicBezTo>
                    <a:pt x="852" y="1418"/>
                    <a:pt x="694" y="1261"/>
                    <a:pt x="694" y="1072"/>
                  </a:cubicBezTo>
                  <a:cubicBezTo>
                    <a:pt x="694" y="883"/>
                    <a:pt x="852" y="725"/>
                    <a:pt x="1041" y="725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32" y="1670"/>
                    <a:pt x="505" y="2143"/>
                    <a:pt x="1041" y="2143"/>
                  </a:cubicBezTo>
                  <a:cubicBezTo>
                    <a:pt x="1639" y="2143"/>
                    <a:pt x="2112" y="1670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65" name="Google Shape;13365;p141"/>
          <p:cNvSpPr/>
          <p:nvPr/>
        </p:nvSpPr>
        <p:spPr>
          <a:xfrm>
            <a:off x="1739586" y="1303114"/>
            <a:ext cx="357274" cy="356797"/>
          </a:xfrm>
          <a:custGeom>
            <a:avLst/>
            <a:gdLst/>
            <a:ahLst/>
            <a:cxnLst/>
            <a:rect l="l" t="t" r="r" b="b"/>
            <a:pathLst>
              <a:path w="11973" h="11957" extrusionOk="0">
                <a:moveTo>
                  <a:pt x="5986" y="748"/>
                </a:moveTo>
                <a:lnTo>
                  <a:pt x="8003" y="1756"/>
                </a:lnTo>
                <a:lnTo>
                  <a:pt x="5986" y="2796"/>
                </a:lnTo>
                <a:lnTo>
                  <a:pt x="4002" y="1756"/>
                </a:lnTo>
                <a:lnTo>
                  <a:pt x="5986" y="748"/>
                </a:lnTo>
                <a:close/>
                <a:moveTo>
                  <a:pt x="3561" y="2324"/>
                </a:moveTo>
                <a:lnTo>
                  <a:pt x="5671" y="3395"/>
                </a:lnTo>
                <a:lnTo>
                  <a:pt x="5671" y="6136"/>
                </a:lnTo>
                <a:lnTo>
                  <a:pt x="3561" y="5064"/>
                </a:lnTo>
                <a:lnTo>
                  <a:pt x="3561" y="2324"/>
                </a:lnTo>
                <a:close/>
                <a:moveTo>
                  <a:pt x="8475" y="2324"/>
                </a:moveTo>
                <a:lnTo>
                  <a:pt x="8475" y="5064"/>
                </a:lnTo>
                <a:lnTo>
                  <a:pt x="6364" y="6136"/>
                </a:lnTo>
                <a:lnTo>
                  <a:pt x="6364" y="3395"/>
                </a:lnTo>
                <a:lnTo>
                  <a:pt x="8475" y="2324"/>
                </a:lnTo>
                <a:close/>
                <a:moveTo>
                  <a:pt x="3214" y="5663"/>
                </a:moveTo>
                <a:lnTo>
                  <a:pt x="5230" y="6703"/>
                </a:lnTo>
                <a:lnTo>
                  <a:pt x="3214" y="7711"/>
                </a:lnTo>
                <a:lnTo>
                  <a:pt x="1166" y="6703"/>
                </a:lnTo>
                <a:lnTo>
                  <a:pt x="3214" y="5663"/>
                </a:lnTo>
                <a:close/>
                <a:moveTo>
                  <a:pt x="8822" y="5663"/>
                </a:moveTo>
                <a:lnTo>
                  <a:pt x="10870" y="6703"/>
                </a:lnTo>
                <a:lnTo>
                  <a:pt x="8822" y="7711"/>
                </a:lnTo>
                <a:lnTo>
                  <a:pt x="6837" y="6703"/>
                </a:lnTo>
                <a:lnTo>
                  <a:pt x="8822" y="5663"/>
                </a:lnTo>
                <a:close/>
                <a:moveTo>
                  <a:pt x="5671" y="7238"/>
                </a:moveTo>
                <a:lnTo>
                  <a:pt x="5671" y="9948"/>
                </a:lnTo>
                <a:lnTo>
                  <a:pt x="3561" y="11019"/>
                </a:lnTo>
                <a:lnTo>
                  <a:pt x="3561" y="8309"/>
                </a:lnTo>
                <a:lnTo>
                  <a:pt x="5671" y="7238"/>
                </a:lnTo>
                <a:close/>
                <a:moveTo>
                  <a:pt x="11311" y="7238"/>
                </a:moveTo>
                <a:lnTo>
                  <a:pt x="11311" y="10011"/>
                </a:lnTo>
                <a:lnTo>
                  <a:pt x="9200" y="11050"/>
                </a:lnTo>
                <a:lnTo>
                  <a:pt x="9200" y="8309"/>
                </a:lnTo>
                <a:lnTo>
                  <a:pt x="11311" y="7238"/>
                </a:lnTo>
                <a:close/>
                <a:moveTo>
                  <a:pt x="725" y="7270"/>
                </a:moveTo>
                <a:lnTo>
                  <a:pt x="2836" y="8341"/>
                </a:lnTo>
                <a:lnTo>
                  <a:pt x="2836" y="11082"/>
                </a:lnTo>
                <a:lnTo>
                  <a:pt x="725" y="10042"/>
                </a:lnTo>
                <a:lnTo>
                  <a:pt x="725" y="7270"/>
                </a:lnTo>
                <a:close/>
                <a:moveTo>
                  <a:pt x="6364" y="7270"/>
                </a:moveTo>
                <a:lnTo>
                  <a:pt x="8475" y="8341"/>
                </a:lnTo>
                <a:lnTo>
                  <a:pt x="8475" y="11082"/>
                </a:lnTo>
                <a:lnTo>
                  <a:pt x="6364" y="10042"/>
                </a:lnTo>
                <a:lnTo>
                  <a:pt x="6364" y="7270"/>
                </a:lnTo>
                <a:close/>
                <a:moveTo>
                  <a:pt x="5998" y="0"/>
                </a:moveTo>
                <a:cubicBezTo>
                  <a:pt x="5947" y="0"/>
                  <a:pt x="5892" y="8"/>
                  <a:pt x="5829" y="24"/>
                </a:cubicBezTo>
                <a:lnTo>
                  <a:pt x="3056" y="1441"/>
                </a:lnTo>
                <a:cubicBezTo>
                  <a:pt x="2930" y="1536"/>
                  <a:pt x="2836" y="1662"/>
                  <a:pt x="2836" y="1756"/>
                </a:cubicBezTo>
                <a:lnTo>
                  <a:pt x="2836" y="5064"/>
                </a:lnTo>
                <a:lnTo>
                  <a:pt x="221" y="6388"/>
                </a:lnTo>
                <a:cubicBezTo>
                  <a:pt x="95" y="6451"/>
                  <a:pt x="0" y="6577"/>
                  <a:pt x="0" y="6703"/>
                </a:cubicBezTo>
                <a:lnTo>
                  <a:pt x="0" y="10200"/>
                </a:lnTo>
                <a:cubicBezTo>
                  <a:pt x="0" y="10326"/>
                  <a:pt x="95" y="10420"/>
                  <a:pt x="221" y="10515"/>
                </a:cubicBezTo>
                <a:lnTo>
                  <a:pt x="3056" y="11933"/>
                </a:lnTo>
                <a:cubicBezTo>
                  <a:pt x="3088" y="11948"/>
                  <a:pt x="3135" y="11956"/>
                  <a:pt x="3190" y="11956"/>
                </a:cubicBezTo>
                <a:cubicBezTo>
                  <a:pt x="3245" y="11956"/>
                  <a:pt x="3308" y="11948"/>
                  <a:pt x="3371" y="11933"/>
                </a:cubicBezTo>
                <a:lnTo>
                  <a:pt x="5986" y="10578"/>
                </a:lnTo>
                <a:lnTo>
                  <a:pt x="8633" y="11933"/>
                </a:lnTo>
                <a:cubicBezTo>
                  <a:pt x="8680" y="11948"/>
                  <a:pt x="8727" y="11956"/>
                  <a:pt x="8779" y="11956"/>
                </a:cubicBezTo>
                <a:cubicBezTo>
                  <a:pt x="8830" y="11956"/>
                  <a:pt x="8885" y="11948"/>
                  <a:pt x="8948" y="11933"/>
                </a:cubicBezTo>
                <a:lnTo>
                  <a:pt x="11783" y="10515"/>
                </a:lnTo>
                <a:cubicBezTo>
                  <a:pt x="11909" y="10420"/>
                  <a:pt x="11972" y="10326"/>
                  <a:pt x="11972" y="10200"/>
                </a:cubicBezTo>
                <a:lnTo>
                  <a:pt x="11972" y="6703"/>
                </a:lnTo>
                <a:cubicBezTo>
                  <a:pt x="11972" y="6577"/>
                  <a:pt x="11941" y="6451"/>
                  <a:pt x="11783" y="6388"/>
                </a:cubicBezTo>
                <a:lnTo>
                  <a:pt x="9137" y="5064"/>
                </a:lnTo>
                <a:lnTo>
                  <a:pt x="9137" y="1756"/>
                </a:lnTo>
                <a:cubicBezTo>
                  <a:pt x="9137" y="1662"/>
                  <a:pt x="9074" y="1536"/>
                  <a:pt x="8948" y="1441"/>
                </a:cubicBezTo>
                <a:lnTo>
                  <a:pt x="6144" y="24"/>
                </a:lnTo>
                <a:cubicBezTo>
                  <a:pt x="6097" y="8"/>
                  <a:pt x="6049" y="0"/>
                  <a:pt x="599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66" name="Google Shape;13366;p141"/>
          <p:cNvGrpSpPr/>
          <p:nvPr/>
        </p:nvGrpSpPr>
        <p:grpSpPr>
          <a:xfrm>
            <a:off x="1735816" y="1758736"/>
            <a:ext cx="359154" cy="357424"/>
            <a:chOff x="-49786250" y="2316650"/>
            <a:chExt cx="300900" cy="299450"/>
          </a:xfrm>
        </p:grpSpPr>
        <p:sp>
          <p:nvSpPr>
            <p:cNvPr id="13367" name="Google Shape;13367;p141"/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8" name="Google Shape;13368;p141"/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9" name="Google Shape;13369;p141"/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0" name="Google Shape;13370;p141"/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1" name="Google Shape;13371;p141"/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2" name="Google Shape;13372;p141"/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3" name="Google Shape;13373;p141"/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74" name="Google Shape;13374;p141"/>
          <p:cNvSpPr/>
          <p:nvPr/>
        </p:nvSpPr>
        <p:spPr>
          <a:xfrm>
            <a:off x="1731604" y="2205242"/>
            <a:ext cx="373239" cy="359154"/>
          </a:xfrm>
          <a:custGeom>
            <a:avLst/>
            <a:gdLst/>
            <a:ahLst/>
            <a:cxnLst/>
            <a:rect l="l" t="t" r="r" b="b"/>
            <a:pathLst>
              <a:path w="12508" h="12036" extrusionOk="0">
                <a:moveTo>
                  <a:pt x="4600" y="725"/>
                </a:moveTo>
                <a:cubicBezTo>
                  <a:pt x="7026" y="725"/>
                  <a:pt x="8475" y="1387"/>
                  <a:pt x="8475" y="1796"/>
                </a:cubicBezTo>
                <a:cubicBezTo>
                  <a:pt x="8475" y="2143"/>
                  <a:pt x="7058" y="2836"/>
                  <a:pt x="4600" y="2836"/>
                </a:cubicBezTo>
                <a:cubicBezTo>
                  <a:pt x="2111" y="2836"/>
                  <a:pt x="725" y="2143"/>
                  <a:pt x="725" y="1796"/>
                </a:cubicBezTo>
                <a:cubicBezTo>
                  <a:pt x="725" y="1387"/>
                  <a:pt x="2143" y="725"/>
                  <a:pt x="4600" y="725"/>
                </a:cubicBezTo>
                <a:close/>
                <a:moveTo>
                  <a:pt x="694" y="2805"/>
                </a:moveTo>
                <a:cubicBezTo>
                  <a:pt x="1670" y="3403"/>
                  <a:pt x="3371" y="3592"/>
                  <a:pt x="4537" y="3592"/>
                </a:cubicBezTo>
                <a:cubicBezTo>
                  <a:pt x="4915" y="3592"/>
                  <a:pt x="5262" y="3592"/>
                  <a:pt x="5608" y="3561"/>
                </a:cubicBezTo>
                <a:lnTo>
                  <a:pt x="5608" y="4002"/>
                </a:lnTo>
                <a:cubicBezTo>
                  <a:pt x="5608" y="4191"/>
                  <a:pt x="5451" y="4348"/>
                  <a:pt x="5262" y="4348"/>
                </a:cubicBezTo>
                <a:cubicBezTo>
                  <a:pt x="4663" y="4348"/>
                  <a:pt x="4191" y="4821"/>
                  <a:pt x="4191" y="5420"/>
                </a:cubicBezTo>
                <a:lnTo>
                  <a:pt x="4191" y="6113"/>
                </a:lnTo>
                <a:cubicBezTo>
                  <a:pt x="4191" y="6302"/>
                  <a:pt x="4033" y="6459"/>
                  <a:pt x="3844" y="6459"/>
                </a:cubicBezTo>
                <a:cubicBezTo>
                  <a:pt x="3655" y="6459"/>
                  <a:pt x="3497" y="6302"/>
                  <a:pt x="3497" y="6113"/>
                </a:cubicBezTo>
                <a:lnTo>
                  <a:pt x="3497" y="5325"/>
                </a:lnTo>
                <a:cubicBezTo>
                  <a:pt x="3529" y="4726"/>
                  <a:pt x="3056" y="4254"/>
                  <a:pt x="2458" y="4254"/>
                </a:cubicBezTo>
                <a:cubicBezTo>
                  <a:pt x="1859" y="4254"/>
                  <a:pt x="1387" y="4726"/>
                  <a:pt x="1387" y="5325"/>
                </a:cubicBezTo>
                <a:lnTo>
                  <a:pt x="1387" y="6743"/>
                </a:lnTo>
                <a:cubicBezTo>
                  <a:pt x="1387" y="6932"/>
                  <a:pt x="1229" y="7089"/>
                  <a:pt x="1040" y="7089"/>
                </a:cubicBezTo>
                <a:cubicBezTo>
                  <a:pt x="851" y="7089"/>
                  <a:pt x="694" y="6932"/>
                  <a:pt x="694" y="6743"/>
                </a:cubicBezTo>
                <a:lnTo>
                  <a:pt x="694" y="2805"/>
                </a:lnTo>
                <a:close/>
                <a:moveTo>
                  <a:pt x="8475" y="2742"/>
                </a:moveTo>
                <a:lnTo>
                  <a:pt x="8475" y="8192"/>
                </a:lnTo>
                <a:cubicBezTo>
                  <a:pt x="7719" y="8034"/>
                  <a:pt x="7026" y="7625"/>
                  <a:pt x="6553" y="6995"/>
                </a:cubicBezTo>
                <a:lnTo>
                  <a:pt x="5104" y="5010"/>
                </a:lnTo>
                <a:cubicBezTo>
                  <a:pt x="5104" y="5010"/>
                  <a:pt x="5167" y="4978"/>
                  <a:pt x="5293" y="4978"/>
                </a:cubicBezTo>
                <a:cubicBezTo>
                  <a:pt x="5892" y="4978"/>
                  <a:pt x="6364" y="4506"/>
                  <a:pt x="6364" y="3907"/>
                </a:cubicBezTo>
                <a:lnTo>
                  <a:pt x="6364" y="3403"/>
                </a:lnTo>
                <a:cubicBezTo>
                  <a:pt x="7215" y="3277"/>
                  <a:pt x="7971" y="3057"/>
                  <a:pt x="8475" y="2742"/>
                </a:cubicBezTo>
                <a:close/>
                <a:moveTo>
                  <a:pt x="9200" y="3844"/>
                </a:moveTo>
                <a:cubicBezTo>
                  <a:pt x="9925" y="4159"/>
                  <a:pt x="10555" y="4695"/>
                  <a:pt x="10996" y="5325"/>
                </a:cubicBezTo>
                <a:cubicBezTo>
                  <a:pt x="11689" y="6302"/>
                  <a:pt x="11153" y="7782"/>
                  <a:pt x="10019" y="8160"/>
                </a:cubicBezTo>
                <a:cubicBezTo>
                  <a:pt x="9735" y="8223"/>
                  <a:pt x="9452" y="8318"/>
                  <a:pt x="9200" y="8318"/>
                </a:cubicBezTo>
                <a:lnTo>
                  <a:pt x="9200" y="3844"/>
                </a:lnTo>
                <a:close/>
                <a:moveTo>
                  <a:pt x="2489" y="4978"/>
                </a:moveTo>
                <a:cubicBezTo>
                  <a:pt x="2678" y="4978"/>
                  <a:pt x="2836" y="5136"/>
                  <a:pt x="2836" y="5325"/>
                </a:cubicBezTo>
                <a:lnTo>
                  <a:pt x="2836" y="6050"/>
                </a:lnTo>
                <a:cubicBezTo>
                  <a:pt x="2836" y="6617"/>
                  <a:pt x="3308" y="7089"/>
                  <a:pt x="3907" y="7089"/>
                </a:cubicBezTo>
                <a:cubicBezTo>
                  <a:pt x="4474" y="7089"/>
                  <a:pt x="4947" y="6680"/>
                  <a:pt x="4978" y="6081"/>
                </a:cubicBezTo>
                <a:lnTo>
                  <a:pt x="5986" y="7467"/>
                </a:lnTo>
                <a:cubicBezTo>
                  <a:pt x="6459" y="8097"/>
                  <a:pt x="7152" y="8570"/>
                  <a:pt x="7877" y="8822"/>
                </a:cubicBezTo>
                <a:cubicBezTo>
                  <a:pt x="8097" y="8917"/>
                  <a:pt x="8286" y="8948"/>
                  <a:pt x="8507" y="8980"/>
                </a:cubicBezTo>
                <a:lnTo>
                  <a:pt x="8507" y="10303"/>
                </a:lnTo>
                <a:cubicBezTo>
                  <a:pt x="8475" y="10618"/>
                  <a:pt x="7058" y="11311"/>
                  <a:pt x="4600" y="11311"/>
                </a:cubicBezTo>
                <a:cubicBezTo>
                  <a:pt x="2111" y="11311"/>
                  <a:pt x="725" y="10586"/>
                  <a:pt x="725" y="10240"/>
                </a:cubicBezTo>
                <a:lnTo>
                  <a:pt x="725" y="7688"/>
                </a:lnTo>
                <a:cubicBezTo>
                  <a:pt x="851" y="7719"/>
                  <a:pt x="977" y="7782"/>
                  <a:pt x="1072" y="7782"/>
                </a:cubicBezTo>
                <a:cubicBezTo>
                  <a:pt x="1670" y="7782"/>
                  <a:pt x="2143" y="7310"/>
                  <a:pt x="2143" y="6711"/>
                </a:cubicBezTo>
                <a:lnTo>
                  <a:pt x="2143" y="5325"/>
                </a:lnTo>
                <a:cubicBezTo>
                  <a:pt x="2143" y="5136"/>
                  <a:pt x="2300" y="4978"/>
                  <a:pt x="2489" y="4978"/>
                </a:cubicBezTo>
                <a:close/>
                <a:moveTo>
                  <a:pt x="4537" y="1"/>
                </a:moveTo>
                <a:cubicBezTo>
                  <a:pt x="3371" y="1"/>
                  <a:pt x="2300" y="158"/>
                  <a:pt x="1481" y="442"/>
                </a:cubicBezTo>
                <a:cubicBezTo>
                  <a:pt x="252" y="851"/>
                  <a:pt x="0" y="1387"/>
                  <a:pt x="0" y="1796"/>
                </a:cubicBezTo>
                <a:lnTo>
                  <a:pt x="0" y="10240"/>
                </a:lnTo>
                <a:cubicBezTo>
                  <a:pt x="0" y="10649"/>
                  <a:pt x="252" y="11153"/>
                  <a:pt x="1481" y="11594"/>
                </a:cubicBezTo>
                <a:cubicBezTo>
                  <a:pt x="2300" y="11878"/>
                  <a:pt x="3403" y="12036"/>
                  <a:pt x="4537" y="12036"/>
                </a:cubicBezTo>
                <a:cubicBezTo>
                  <a:pt x="6837" y="12036"/>
                  <a:pt x="9137" y="11437"/>
                  <a:pt x="9137" y="10240"/>
                </a:cubicBezTo>
                <a:lnTo>
                  <a:pt x="9137" y="8980"/>
                </a:lnTo>
                <a:cubicBezTo>
                  <a:pt x="9515" y="8980"/>
                  <a:pt x="9862" y="8917"/>
                  <a:pt x="10208" y="8791"/>
                </a:cubicBezTo>
                <a:cubicBezTo>
                  <a:pt x="11815" y="8286"/>
                  <a:pt x="12508" y="6302"/>
                  <a:pt x="11563" y="4884"/>
                </a:cubicBezTo>
                <a:cubicBezTo>
                  <a:pt x="10996" y="4096"/>
                  <a:pt x="10208" y="3435"/>
                  <a:pt x="9137" y="2994"/>
                </a:cubicBezTo>
                <a:lnTo>
                  <a:pt x="9137" y="1796"/>
                </a:lnTo>
                <a:cubicBezTo>
                  <a:pt x="9137" y="631"/>
                  <a:pt x="6837" y="1"/>
                  <a:pt x="453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5" name="Google Shape;13375;p141"/>
          <p:cNvSpPr/>
          <p:nvPr/>
        </p:nvSpPr>
        <p:spPr>
          <a:xfrm>
            <a:off x="3971472" y="1334832"/>
            <a:ext cx="359154" cy="358199"/>
          </a:xfrm>
          <a:custGeom>
            <a:avLst/>
            <a:gdLst/>
            <a:ahLst/>
            <a:cxnLst/>
            <a:rect l="l" t="t" r="r" b="b"/>
            <a:pathLst>
              <a:path w="12036" h="12004" extrusionOk="0">
                <a:moveTo>
                  <a:pt x="1450" y="693"/>
                </a:moveTo>
                <a:lnTo>
                  <a:pt x="1450" y="1418"/>
                </a:lnTo>
                <a:lnTo>
                  <a:pt x="756" y="1418"/>
                </a:lnTo>
                <a:lnTo>
                  <a:pt x="756" y="693"/>
                </a:lnTo>
                <a:close/>
                <a:moveTo>
                  <a:pt x="11342" y="693"/>
                </a:moveTo>
                <a:lnTo>
                  <a:pt x="11342" y="1418"/>
                </a:lnTo>
                <a:lnTo>
                  <a:pt x="10618" y="1418"/>
                </a:lnTo>
                <a:lnTo>
                  <a:pt x="10618" y="693"/>
                </a:lnTo>
                <a:close/>
                <a:moveTo>
                  <a:pt x="6049" y="4191"/>
                </a:moveTo>
                <a:cubicBezTo>
                  <a:pt x="6270" y="4191"/>
                  <a:pt x="6427" y="4380"/>
                  <a:pt x="6427" y="4569"/>
                </a:cubicBezTo>
                <a:cubicBezTo>
                  <a:pt x="6427" y="4758"/>
                  <a:pt x="6270" y="4915"/>
                  <a:pt x="6049" y="4915"/>
                </a:cubicBezTo>
                <a:cubicBezTo>
                  <a:pt x="5860" y="4915"/>
                  <a:pt x="5703" y="4758"/>
                  <a:pt x="5703" y="4569"/>
                </a:cubicBezTo>
                <a:cubicBezTo>
                  <a:pt x="5703" y="4380"/>
                  <a:pt x="5860" y="4191"/>
                  <a:pt x="6049" y="4191"/>
                </a:cubicBezTo>
                <a:close/>
                <a:moveTo>
                  <a:pt x="6081" y="1040"/>
                </a:moveTo>
                <a:cubicBezTo>
                  <a:pt x="6144" y="1166"/>
                  <a:pt x="8381" y="5167"/>
                  <a:pt x="8475" y="5262"/>
                </a:cubicBezTo>
                <a:lnTo>
                  <a:pt x="7278" y="7026"/>
                </a:lnTo>
                <a:lnTo>
                  <a:pt x="6427" y="7026"/>
                </a:lnTo>
                <a:lnTo>
                  <a:pt x="6427" y="5577"/>
                </a:lnTo>
                <a:cubicBezTo>
                  <a:pt x="6805" y="5419"/>
                  <a:pt x="7120" y="5041"/>
                  <a:pt x="7120" y="4600"/>
                </a:cubicBezTo>
                <a:cubicBezTo>
                  <a:pt x="7120" y="4001"/>
                  <a:pt x="6648" y="3529"/>
                  <a:pt x="6081" y="3529"/>
                </a:cubicBezTo>
                <a:cubicBezTo>
                  <a:pt x="5482" y="3529"/>
                  <a:pt x="5010" y="4001"/>
                  <a:pt x="5010" y="4600"/>
                </a:cubicBezTo>
                <a:cubicBezTo>
                  <a:pt x="5010" y="5073"/>
                  <a:pt x="5293" y="5451"/>
                  <a:pt x="5703" y="5577"/>
                </a:cubicBezTo>
                <a:lnTo>
                  <a:pt x="5703" y="7026"/>
                </a:lnTo>
                <a:lnTo>
                  <a:pt x="4852" y="7026"/>
                </a:lnTo>
                <a:lnTo>
                  <a:pt x="3655" y="5262"/>
                </a:lnTo>
                <a:cubicBezTo>
                  <a:pt x="3749" y="5167"/>
                  <a:pt x="5986" y="1166"/>
                  <a:pt x="6081" y="1040"/>
                </a:cubicBezTo>
                <a:close/>
                <a:moveTo>
                  <a:pt x="3812" y="3529"/>
                </a:moveTo>
                <a:lnTo>
                  <a:pt x="2899" y="5104"/>
                </a:lnTo>
                <a:cubicBezTo>
                  <a:pt x="2836" y="5230"/>
                  <a:pt x="2836" y="5388"/>
                  <a:pt x="2899" y="5451"/>
                </a:cubicBezTo>
                <a:lnTo>
                  <a:pt x="4064" y="7215"/>
                </a:lnTo>
                <a:cubicBezTo>
                  <a:pt x="3749" y="7404"/>
                  <a:pt x="3529" y="7719"/>
                  <a:pt x="3529" y="8097"/>
                </a:cubicBezTo>
                <a:lnTo>
                  <a:pt x="3529" y="8475"/>
                </a:lnTo>
                <a:lnTo>
                  <a:pt x="693" y="8475"/>
                </a:lnTo>
                <a:lnTo>
                  <a:pt x="693" y="3907"/>
                </a:lnTo>
                <a:cubicBezTo>
                  <a:pt x="788" y="3686"/>
                  <a:pt x="945" y="3529"/>
                  <a:pt x="1103" y="3529"/>
                </a:cubicBezTo>
                <a:close/>
                <a:moveTo>
                  <a:pt x="7436" y="7751"/>
                </a:moveTo>
                <a:cubicBezTo>
                  <a:pt x="7625" y="7751"/>
                  <a:pt x="7782" y="7908"/>
                  <a:pt x="7782" y="8097"/>
                </a:cubicBezTo>
                <a:lnTo>
                  <a:pt x="7782" y="8475"/>
                </a:lnTo>
                <a:lnTo>
                  <a:pt x="4285" y="8475"/>
                </a:lnTo>
                <a:lnTo>
                  <a:pt x="4285" y="8097"/>
                </a:lnTo>
                <a:cubicBezTo>
                  <a:pt x="4285" y="7908"/>
                  <a:pt x="4443" y="7751"/>
                  <a:pt x="4632" y="7751"/>
                </a:cubicBezTo>
                <a:close/>
                <a:moveTo>
                  <a:pt x="10996" y="3529"/>
                </a:moveTo>
                <a:cubicBezTo>
                  <a:pt x="11185" y="3529"/>
                  <a:pt x="11342" y="3686"/>
                  <a:pt x="11342" y="3907"/>
                </a:cubicBezTo>
                <a:lnTo>
                  <a:pt x="11342" y="8475"/>
                </a:lnTo>
                <a:lnTo>
                  <a:pt x="8507" y="8475"/>
                </a:lnTo>
                <a:lnTo>
                  <a:pt x="8507" y="8097"/>
                </a:lnTo>
                <a:cubicBezTo>
                  <a:pt x="8507" y="7719"/>
                  <a:pt x="8318" y="7404"/>
                  <a:pt x="8003" y="7215"/>
                </a:cubicBezTo>
                <a:lnTo>
                  <a:pt x="9137" y="5451"/>
                </a:lnTo>
                <a:cubicBezTo>
                  <a:pt x="9200" y="5356"/>
                  <a:pt x="9200" y="5230"/>
                  <a:pt x="9137" y="5104"/>
                </a:cubicBezTo>
                <a:lnTo>
                  <a:pt x="8223" y="3529"/>
                </a:lnTo>
                <a:close/>
                <a:moveTo>
                  <a:pt x="11342" y="9137"/>
                </a:moveTo>
                <a:lnTo>
                  <a:pt x="11342" y="9483"/>
                </a:lnTo>
                <a:cubicBezTo>
                  <a:pt x="11342" y="9672"/>
                  <a:pt x="11185" y="9830"/>
                  <a:pt x="10996" y="9830"/>
                </a:cubicBezTo>
                <a:lnTo>
                  <a:pt x="1103" y="9830"/>
                </a:lnTo>
                <a:cubicBezTo>
                  <a:pt x="914" y="9830"/>
                  <a:pt x="756" y="9672"/>
                  <a:pt x="756" y="9483"/>
                </a:cubicBezTo>
                <a:lnTo>
                  <a:pt x="756" y="9137"/>
                </a:lnTo>
                <a:close/>
                <a:moveTo>
                  <a:pt x="6427" y="10554"/>
                </a:moveTo>
                <a:lnTo>
                  <a:pt x="6427" y="11248"/>
                </a:lnTo>
                <a:lnTo>
                  <a:pt x="5703" y="11248"/>
                </a:lnTo>
                <a:lnTo>
                  <a:pt x="5703" y="10554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65"/>
                </a:lnTo>
                <a:cubicBezTo>
                  <a:pt x="0" y="1954"/>
                  <a:pt x="158" y="2111"/>
                  <a:pt x="347" y="2111"/>
                </a:cubicBezTo>
                <a:lnTo>
                  <a:pt x="1765" y="2111"/>
                </a:lnTo>
                <a:cubicBezTo>
                  <a:pt x="1954" y="2111"/>
                  <a:pt x="2111" y="1954"/>
                  <a:pt x="2111" y="1765"/>
                </a:cubicBezTo>
                <a:lnTo>
                  <a:pt x="2111" y="1418"/>
                </a:lnTo>
                <a:lnTo>
                  <a:pt x="5010" y="1418"/>
                </a:lnTo>
                <a:lnTo>
                  <a:pt x="4159" y="2836"/>
                </a:lnTo>
                <a:lnTo>
                  <a:pt x="1072" y="2836"/>
                </a:lnTo>
                <a:cubicBezTo>
                  <a:pt x="473" y="2836"/>
                  <a:pt x="0" y="3308"/>
                  <a:pt x="0" y="3907"/>
                </a:cubicBezTo>
                <a:lnTo>
                  <a:pt x="0" y="9515"/>
                </a:lnTo>
                <a:cubicBezTo>
                  <a:pt x="0" y="10113"/>
                  <a:pt x="473" y="10586"/>
                  <a:pt x="1072" y="10586"/>
                </a:cubicBezTo>
                <a:lnTo>
                  <a:pt x="4947" y="10586"/>
                </a:lnTo>
                <a:lnTo>
                  <a:pt x="4947" y="11311"/>
                </a:lnTo>
                <a:lnTo>
                  <a:pt x="3907" y="11311"/>
                </a:lnTo>
                <a:cubicBezTo>
                  <a:pt x="3686" y="11311"/>
                  <a:pt x="3529" y="11468"/>
                  <a:pt x="3529" y="11657"/>
                </a:cubicBezTo>
                <a:cubicBezTo>
                  <a:pt x="3529" y="11846"/>
                  <a:pt x="3686" y="12004"/>
                  <a:pt x="3907" y="12004"/>
                </a:cubicBezTo>
                <a:lnTo>
                  <a:pt x="8097" y="12004"/>
                </a:lnTo>
                <a:cubicBezTo>
                  <a:pt x="8318" y="12004"/>
                  <a:pt x="8475" y="11846"/>
                  <a:pt x="8475" y="11657"/>
                </a:cubicBezTo>
                <a:cubicBezTo>
                  <a:pt x="8475" y="11468"/>
                  <a:pt x="8318" y="11311"/>
                  <a:pt x="8097" y="11311"/>
                </a:cubicBezTo>
                <a:lnTo>
                  <a:pt x="7057" y="11311"/>
                </a:lnTo>
                <a:lnTo>
                  <a:pt x="7057" y="10586"/>
                </a:lnTo>
                <a:lnTo>
                  <a:pt x="10933" y="10586"/>
                </a:lnTo>
                <a:cubicBezTo>
                  <a:pt x="11531" y="10586"/>
                  <a:pt x="12004" y="10113"/>
                  <a:pt x="12004" y="9515"/>
                </a:cubicBezTo>
                <a:lnTo>
                  <a:pt x="12004" y="3907"/>
                </a:lnTo>
                <a:cubicBezTo>
                  <a:pt x="12035" y="3308"/>
                  <a:pt x="11563" y="2836"/>
                  <a:pt x="10996" y="2836"/>
                </a:cubicBezTo>
                <a:lnTo>
                  <a:pt x="7877" y="2836"/>
                </a:lnTo>
                <a:lnTo>
                  <a:pt x="7057" y="1418"/>
                </a:lnTo>
                <a:lnTo>
                  <a:pt x="9924" y="1418"/>
                </a:lnTo>
                <a:lnTo>
                  <a:pt x="9924" y="1765"/>
                </a:lnTo>
                <a:cubicBezTo>
                  <a:pt x="9924" y="1954"/>
                  <a:pt x="10082" y="2111"/>
                  <a:pt x="10271" y="2111"/>
                </a:cubicBezTo>
                <a:lnTo>
                  <a:pt x="11689" y="2111"/>
                </a:lnTo>
                <a:cubicBezTo>
                  <a:pt x="11878" y="2111"/>
                  <a:pt x="12035" y="1954"/>
                  <a:pt x="12035" y="1765"/>
                </a:cubicBezTo>
                <a:lnTo>
                  <a:pt x="12035" y="347"/>
                </a:lnTo>
                <a:cubicBezTo>
                  <a:pt x="12035" y="158"/>
                  <a:pt x="11878" y="0"/>
                  <a:pt x="11689" y="0"/>
                </a:cubicBezTo>
                <a:lnTo>
                  <a:pt x="10271" y="0"/>
                </a:lnTo>
                <a:cubicBezTo>
                  <a:pt x="10082" y="0"/>
                  <a:pt x="9924" y="158"/>
                  <a:pt x="9924" y="347"/>
                </a:cubicBezTo>
                <a:lnTo>
                  <a:pt x="9924" y="693"/>
                </a:lnTo>
                <a:lnTo>
                  <a:pt x="6648" y="693"/>
                </a:lnTo>
                <a:lnTo>
                  <a:pt x="6333" y="189"/>
                </a:lnTo>
                <a:cubicBezTo>
                  <a:pt x="6270" y="63"/>
                  <a:pt x="6144" y="0"/>
                  <a:pt x="6018" y="0"/>
                </a:cubicBezTo>
                <a:cubicBezTo>
                  <a:pt x="5892" y="0"/>
                  <a:pt x="5797" y="63"/>
                  <a:pt x="5703" y="189"/>
                </a:cubicBezTo>
                <a:lnTo>
                  <a:pt x="5388" y="693"/>
                </a:lnTo>
                <a:lnTo>
                  <a:pt x="2111" y="693"/>
                </a:lnTo>
                <a:lnTo>
                  <a:pt x="2111" y="347"/>
                </a:lnTo>
                <a:cubicBezTo>
                  <a:pt x="2111" y="158"/>
                  <a:pt x="1954" y="0"/>
                  <a:pt x="17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76" name="Google Shape;13376;p141"/>
          <p:cNvGrpSpPr/>
          <p:nvPr/>
        </p:nvGrpSpPr>
        <p:grpSpPr>
          <a:xfrm>
            <a:off x="4033144" y="1788993"/>
            <a:ext cx="230365" cy="359124"/>
            <a:chOff x="-47842400" y="2342000"/>
            <a:chExt cx="193000" cy="300875"/>
          </a:xfrm>
        </p:grpSpPr>
        <p:sp>
          <p:nvSpPr>
            <p:cNvPr id="13377" name="Google Shape;13377;p141"/>
            <p:cNvSpPr/>
            <p:nvPr/>
          </p:nvSpPr>
          <p:spPr>
            <a:xfrm>
              <a:off x="-47809325" y="2412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1828" y="725"/>
                  </a:moveTo>
                  <a:cubicBezTo>
                    <a:pt x="2301" y="725"/>
                    <a:pt x="2679" y="1009"/>
                    <a:pt x="2805" y="1418"/>
                  </a:cubicBezTo>
                  <a:lnTo>
                    <a:pt x="1828" y="1418"/>
                  </a:lnTo>
                  <a:cubicBezTo>
                    <a:pt x="1639" y="1418"/>
                    <a:pt x="1482" y="1576"/>
                    <a:pt x="1482" y="1796"/>
                  </a:cubicBezTo>
                  <a:lnTo>
                    <a:pt x="1482" y="2773"/>
                  </a:lnTo>
                  <a:cubicBezTo>
                    <a:pt x="1072" y="2647"/>
                    <a:pt x="757" y="2269"/>
                    <a:pt x="757" y="1796"/>
                  </a:cubicBezTo>
                  <a:cubicBezTo>
                    <a:pt x="757" y="1198"/>
                    <a:pt x="1230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86" y="2111"/>
                  </a:moveTo>
                  <a:lnTo>
                    <a:pt x="4286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9"/>
                    <a:pt x="3372" y="2804"/>
                    <a:pt x="3529" y="2111"/>
                  </a:cubicBezTo>
                  <a:close/>
                  <a:moveTo>
                    <a:pt x="1797" y="1"/>
                  </a:moveTo>
                  <a:cubicBezTo>
                    <a:pt x="789" y="1"/>
                    <a:pt x="1" y="788"/>
                    <a:pt x="1" y="1796"/>
                  </a:cubicBezTo>
                  <a:cubicBezTo>
                    <a:pt x="1" y="2647"/>
                    <a:pt x="599" y="3372"/>
                    <a:pt x="1450" y="3529"/>
                  </a:cubicBezTo>
                  <a:lnTo>
                    <a:pt x="1450" y="4632"/>
                  </a:lnTo>
                  <a:cubicBezTo>
                    <a:pt x="1450" y="4821"/>
                    <a:pt x="1576" y="4978"/>
                    <a:pt x="1797" y="4978"/>
                  </a:cubicBezTo>
                  <a:lnTo>
                    <a:pt x="4601" y="4978"/>
                  </a:lnTo>
                  <a:cubicBezTo>
                    <a:pt x="4790" y="4978"/>
                    <a:pt x="4947" y="4821"/>
                    <a:pt x="4947" y="4632"/>
                  </a:cubicBezTo>
                  <a:lnTo>
                    <a:pt x="4947" y="1828"/>
                  </a:lnTo>
                  <a:cubicBezTo>
                    <a:pt x="4979" y="1576"/>
                    <a:pt x="4821" y="1418"/>
                    <a:pt x="4632" y="1418"/>
                  </a:cubicBezTo>
                  <a:lnTo>
                    <a:pt x="3529" y="1418"/>
                  </a:lnTo>
                  <a:cubicBezTo>
                    <a:pt x="3372" y="631"/>
                    <a:pt x="2647" y="1"/>
                    <a:pt x="1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8" name="Google Shape;13378;p141"/>
            <p:cNvSpPr/>
            <p:nvPr/>
          </p:nvSpPr>
          <p:spPr>
            <a:xfrm>
              <a:off x="-47842400" y="2342000"/>
              <a:ext cx="193000" cy="300875"/>
            </a:xfrm>
            <a:custGeom>
              <a:avLst/>
              <a:gdLst/>
              <a:ahLst/>
              <a:cxnLst/>
              <a:rect l="l" t="t" r="r" b="b"/>
              <a:pathLst>
                <a:path w="7720" h="12035" extrusionOk="0">
                  <a:moveTo>
                    <a:pt x="6995" y="725"/>
                  </a:moveTo>
                  <a:lnTo>
                    <a:pt x="6995" y="1418"/>
                  </a:lnTo>
                  <a:lnTo>
                    <a:pt x="662" y="1418"/>
                  </a:lnTo>
                  <a:lnTo>
                    <a:pt x="662" y="725"/>
                  </a:lnTo>
                  <a:close/>
                  <a:moveTo>
                    <a:pt x="7058" y="2142"/>
                  </a:moveTo>
                  <a:lnTo>
                    <a:pt x="7058" y="8506"/>
                  </a:lnTo>
                  <a:lnTo>
                    <a:pt x="694" y="8506"/>
                  </a:lnTo>
                  <a:lnTo>
                    <a:pt x="694" y="2142"/>
                  </a:lnTo>
                  <a:close/>
                  <a:moveTo>
                    <a:pt x="7058" y="9200"/>
                  </a:moveTo>
                  <a:lnTo>
                    <a:pt x="7058" y="11310"/>
                  </a:lnTo>
                  <a:lnTo>
                    <a:pt x="694" y="11310"/>
                  </a:lnTo>
                  <a:lnTo>
                    <a:pt x="694" y="9200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47" y="12035"/>
                  </a:cubicBezTo>
                  <a:lnTo>
                    <a:pt x="7373" y="12035"/>
                  </a:lnTo>
                  <a:cubicBezTo>
                    <a:pt x="7562" y="12035"/>
                    <a:pt x="7719" y="11877"/>
                    <a:pt x="7719" y="11657"/>
                  </a:cubicBezTo>
                  <a:lnTo>
                    <a:pt x="7719" y="378"/>
                  </a:lnTo>
                  <a:cubicBezTo>
                    <a:pt x="7719" y="158"/>
                    <a:pt x="7562" y="0"/>
                    <a:pt x="73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9" name="Google Shape;13379;p141"/>
            <p:cNvSpPr/>
            <p:nvPr/>
          </p:nvSpPr>
          <p:spPr>
            <a:xfrm>
              <a:off x="-47772300" y="258930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8"/>
                    <a:pt x="2111" y="347"/>
                  </a:cubicBez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0" name="Google Shape;13380;p141"/>
          <p:cNvGrpSpPr/>
          <p:nvPr/>
        </p:nvGrpSpPr>
        <p:grpSpPr>
          <a:xfrm>
            <a:off x="3969212" y="2236452"/>
            <a:ext cx="358229" cy="359154"/>
            <a:chOff x="-47896750" y="2710600"/>
            <a:chExt cx="300125" cy="300900"/>
          </a:xfrm>
        </p:grpSpPr>
        <p:sp>
          <p:nvSpPr>
            <p:cNvPr id="13381" name="Google Shape;13381;p141"/>
            <p:cNvSpPr/>
            <p:nvPr/>
          </p:nvSpPr>
          <p:spPr>
            <a:xfrm>
              <a:off x="-47896750" y="2710600"/>
              <a:ext cx="300125" cy="300900"/>
            </a:xfrm>
            <a:custGeom>
              <a:avLst/>
              <a:gdLst/>
              <a:ahLst/>
              <a:cxnLst/>
              <a:rect l="l" t="t" r="r" b="b"/>
              <a:pathLst>
                <a:path w="12005" h="12036" extrusionOk="0">
                  <a:moveTo>
                    <a:pt x="2836" y="756"/>
                  </a:moveTo>
                  <a:cubicBezTo>
                    <a:pt x="3246" y="756"/>
                    <a:pt x="3561" y="1072"/>
                    <a:pt x="3561" y="1450"/>
                  </a:cubicBezTo>
                  <a:lnTo>
                    <a:pt x="3561" y="2237"/>
                  </a:lnTo>
                  <a:cubicBezTo>
                    <a:pt x="3309" y="2206"/>
                    <a:pt x="3088" y="2174"/>
                    <a:pt x="2836" y="2174"/>
                  </a:cubicBezTo>
                  <a:cubicBezTo>
                    <a:pt x="2616" y="2174"/>
                    <a:pt x="2364" y="2206"/>
                    <a:pt x="2143" y="2237"/>
                  </a:cubicBezTo>
                  <a:lnTo>
                    <a:pt x="2143" y="1450"/>
                  </a:lnTo>
                  <a:cubicBezTo>
                    <a:pt x="2143" y="1072"/>
                    <a:pt x="2458" y="756"/>
                    <a:pt x="2836" y="756"/>
                  </a:cubicBezTo>
                  <a:close/>
                  <a:moveTo>
                    <a:pt x="5231" y="1450"/>
                  </a:moveTo>
                  <a:cubicBezTo>
                    <a:pt x="7026" y="1450"/>
                    <a:pt x="8539" y="2584"/>
                    <a:pt x="9106" y="4254"/>
                  </a:cubicBezTo>
                  <a:cubicBezTo>
                    <a:pt x="8854" y="4254"/>
                    <a:pt x="8633" y="4317"/>
                    <a:pt x="8444" y="4474"/>
                  </a:cubicBezTo>
                  <a:cubicBezTo>
                    <a:pt x="8003" y="3119"/>
                    <a:pt x="6743" y="2174"/>
                    <a:pt x="5231" y="2174"/>
                  </a:cubicBezTo>
                  <a:lnTo>
                    <a:pt x="4254" y="2174"/>
                  </a:lnTo>
                  <a:lnTo>
                    <a:pt x="4254" y="1450"/>
                  </a:lnTo>
                  <a:close/>
                  <a:moveTo>
                    <a:pt x="2868" y="2836"/>
                  </a:moveTo>
                  <a:cubicBezTo>
                    <a:pt x="4033" y="2836"/>
                    <a:pt x="4979" y="3781"/>
                    <a:pt x="4979" y="4947"/>
                  </a:cubicBezTo>
                  <a:lnTo>
                    <a:pt x="4979" y="5671"/>
                  </a:lnTo>
                  <a:lnTo>
                    <a:pt x="757" y="5671"/>
                  </a:lnTo>
                  <a:lnTo>
                    <a:pt x="757" y="4947"/>
                  </a:lnTo>
                  <a:cubicBezTo>
                    <a:pt x="757" y="3781"/>
                    <a:pt x="1702" y="2836"/>
                    <a:pt x="2868" y="2836"/>
                  </a:cubicBezTo>
                  <a:close/>
                  <a:moveTo>
                    <a:pt x="9169" y="4947"/>
                  </a:moveTo>
                  <a:cubicBezTo>
                    <a:pt x="9578" y="4947"/>
                    <a:pt x="9893" y="5262"/>
                    <a:pt x="9893" y="5671"/>
                  </a:cubicBezTo>
                  <a:cubicBezTo>
                    <a:pt x="9893" y="6049"/>
                    <a:pt x="9578" y="6364"/>
                    <a:pt x="9169" y="6364"/>
                  </a:cubicBezTo>
                  <a:cubicBezTo>
                    <a:pt x="8791" y="6364"/>
                    <a:pt x="8476" y="6049"/>
                    <a:pt x="8476" y="5671"/>
                  </a:cubicBezTo>
                  <a:cubicBezTo>
                    <a:pt x="8476" y="5262"/>
                    <a:pt x="8791" y="4947"/>
                    <a:pt x="9169" y="4947"/>
                  </a:cubicBezTo>
                  <a:close/>
                  <a:moveTo>
                    <a:pt x="9547" y="6994"/>
                  </a:moveTo>
                  <a:lnTo>
                    <a:pt x="9547" y="9924"/>
                  </a:lnTo>
                  <a:lnTo>
                    <a:pt x="8822" y="9924"/>
                  </a:lnTo>
                  <a:lnTo>
                    <a:pt x="8822" y="6994"/>
                  </a:lnTo>
                  <a:cubicBezTo>
                    <a:pt x="8948" y="7057"/>
                    <a:pt x="9074" y="7057"/>
                    <a:pt x="9169" y="7057"/>
                  </a:cubicBezTo>
                  <a:cubicBezTo>
                    <a:pt x="9295" y="7057"/>
                    <a:pt x="9421" y="7057"/>
                    <a:pt x="9547" y="6994"/>
                  </a:cubicBezTo>
                  <a:close/>
                  <a:moveTo>
                    <a:pt x="10208" y="10617"/>
                  </a:moveTo>
                  <a:cubicBezTo>
                    <a:pt x="10681" y="10617"/>
                    <a:pt x="11059" y="10933"/>
                    <a:pt x="11217" y="11342"/>
                  </a:cubicBezTo>
                  <a:lnTo>
                    <a:pt x="5703" y="11342"/>
                  </a:lnTo>
                  <a:cubicBezTo>
                    <a:pt x="5861" y="10933"/>
                    <a:pt x="6270" y="10617"/>
                    <a:pt x="6711" y="10617"/>
                  </a:cubicBezTo>
                  <a:close/>
                  <a:moveTo>
                    <a:pt x="2836" y="0"/>
                  </a:moveTo>
                  <a:cubicBezTo>
                    <a:pt x="2049" y="0"/>
                    <a:pt x="1419" y="630"/>
                    <a:pt x="1419" y="1418"/>
                  </a:cubicBezTo>
                  <a:lnTo>
                    <a:pt x="1419" y="2458"/>
                  </a:lnTo>
                  <a:cubicBezTo>
                    <a:pt x="599" y="2930"/>
                    <a:pt x="1" y="3844"/>
                    <a:pt x="1" y="4915"/>
                  </a:cubicBezTo>
                  <a:lnTo>
                    <a:pt x="1" y="5986"/>
                  </a:lnTo>
                  <a:cubicBezTo>
                    <a:pt x="1" y="6175"/>
                    <a:pt x="158" y="6333"/>
                    <a:pt x="347" y="6333"/>
                  </a:cubicBezTo>
                  <a:lnTo>
                    <a:pt x="5294" y="6333"/>
                  </a:lnTo>
                  <a:cubicBezTo>
                    <a:pt x="5483" y="6333"/>
                    <a:pt x="5640" y="6175"/>
                    <a:pt x="5640" y="5986"/>
                  </a:cubicBezTo>
                  <a:lnTo>
                    <a:pt x="5640" y="4915"/>
                  </a:lnTo>
                  <a:cubicBezTo>
                    <a:pt x="5640" y="4096"/>
                    <a:pt x="5294" y="3340"/>
                    <a:pt x="4695" y="2773"/>
                  </a:cubicBezTo>
                  <a:lnTo>
                    <a:pt x="5231" y="2773"/>
                  </a:lnTo>
                  <a:cubicBezTo>
                    <a:pt x="6585" y="2773"/>
                    <a:pt x="7688" y="3781"/>
                    <a:pt x="7877" y="5104"/>
                  </a:cubicBezTo>
                  <a:cubicBezTo>
                    <a:pt x="7846" y="5262"/>
                    <a:pt x="7814" y="5419"/>
                    <a:pt x="7814" y="5608"/>
                  </a:cubicBezTo>
                  <a:cubicBezTo>
                    <a:pt x="7814" y="5986"/>
                    <a:pt x="7909" y="6301"/>
                    <a:pt x="8161" y="6553"/>
                  </a:cubicBezTo>
                  <a:lnTo>
                    <a:pt x="8161" y="9924"/>
                  </a:lnTo>
                  <a:lnTo>
                    <a:pt x="7436" y="9924"/>
                  </a:lnTo>
                  <a:lnTo>
                    <a:pt x="7436" y="9546"/>
                  </a:lnTo>
                  <a:cubicBezTo>
                    <a:pt x="7436" y="9357"/>
                    <a:pt x="7278" y="9200"/>
                    <a:pt x="7089" y="9200"/>
                  </a:cubicBezTo>
                  <a:cubicBezTo>
                    <a:pt x="6900" y="9200"/>
                    <a:pt x="6743" y="9357"/>
                    <a:pt x="6743" y="9546"/>
                  </a:cubicBezTo>
                  <a:lnTo>
                    <a:pt x="6743" y="9924"/>
                  </a:lnTo>
                  <a:cubicBezTo>
                    <a:pt x="5766" y="9924"/>
                    <a:pt x="4979" y="10712"/>
                    <a:pt x="4979" y="11689"/>
                  </a:cubicBezTo>
                  <a:cubicBezTo>
                    <a:pt x="4979" y="11878"/>
                    <a:pt x="5136" y="12035"/>
                    <a:pt x="5325" y="12035"/>
                  </a:cubicBezTo>
                  <a:lnTo>
                    <a:pt x="11658" y="12035"/>
                  </a:lnTo>
                  <a:cubicBezTo>
                    <a:pt x="11847" y="12035"/>
                    <a:pt x="12004" y="11878"/>
                    <a:pt x="12004" y="11689"/>
                  </a:cubicBezTo>
                  <a:cubicBezTo>
                    <a:pt x="12004" y="11216"/>
                    <a:pt x="11815" y="10743"/>
                    <a:pt x="11500" y="10428"/>
                  </a:cubicBezTo>
                  <a:cubicBezTo>
                    <a:pt x="11154" y="10113"/>
                    <a:pt x="10713" y="9924"/>
                    <a:pt x="10240" y="9924"/>
                  </a:cubicBezTo>
                  <a:lnTo>
                    <a:pt x="10240" y="6585"/>
                  </a:lnTo>
                  <a:cubicBezTo>
                    <a:pt x="10492" y="6333"/>
                    <a:pt x="10587" y="5986"/>
                    <a:pt x="10587" y="5608"/>
                  </a:cubicBezTo>
                  <a:cubicBezTo>
                    <a:pt x="10587" y="5104"/>
                    <a:pt x="10334" y="4632"/>
                    <a:pt x="9893" y="4411"/>
                  </a:cubicBezTo>
                  <a:cubicBezTo>
                    <a:pt x="9641" y="3371"/>
                    <a:pt x="9106" y="2458"/>
                    <a:pt x="8287" y="1796"/>
                  </a:cubicBezTo>
                  <a:cubicBezTo>
                    <a:pt x="7405" y="1103"/>
                    <a:pt x="6333" y="693"/>
                    <a:pt x="5231" y="693"/>
                  </a:cubicBezTo>
                  <a:lnTo>
                    <a:pt x="4065" y="693"/>
                  </a:lnTo>
                  <a:cubicBezTo>
                    <a:pt x="3813" y="284"/>
                    <a:pt x="3340" y="0"/>
                    <a:pt x="2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2" name="Google Shape;13382;p141"/>
            <p:cNvSpPr/>
            <p:nvPr/>
          </p:nvSpPr>
          <p:spPr>
            <a:xfrm>
              <a:off x="-47834525" y="29043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5"/>
                    <a:pt x="347" y="1765"/>
                  </a:cubicBezTo>
                  <a:cubicBezTo>
                    <a:pt x="568" y="1765"/>
                    <a:pt x="694" y="1607"/>
                    <a:pt x="694" y="1418"/>
                  </a:cubicBezTo>
                  <a:lnTo>
                    <a:pt x="694" y="347"/>
                  </a:lnTo>
                  <a:cubicBezTo>
                    <a:pt x="694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3" name="Google Shape;13383;p141"/>
            <p:cNvSpPr/>
            <p:nvPr/>
          </p:nvSpPr>
          <p:spPr>
            <a:xfrm>
              <a:off x="-47790400" y="2884475"/>
              <a:ext cx="38600" cy="36450"/>
            </a:xfrm>
            <a:custGeom>
              <a:avLst/>
              <a:gdLst/>
              <a:ahLst/>
              <a:cxnLst/>
              <a:rect l="l" t="t" r="r" b="b"/>
              <a:pathLst>
                <a:path w="1544" h="1458" extrusionOk="0">
                  <a:moveTo>
                    <a:pt x="437" y="0"/>
                  </a:moveTo>
                  <a:cubicBezTo>
                    <a:pt x="339" y="0"/>
                    <a:pt x="236" y="24"/>
                    <a:pt x="158" y="71"/>
                  </a:cubicBezTo>
                  <a:cubicBezTo>
                    <a:pt x="0" y="197"/>
                    <a:pt x="32" y="449"/>
                    <a:pt x="158" y="607"/>
                  </a:cubicBezTo>
                  <a:lnTo>
                    <a:pt x="914" y="1363"/>
                  </a:lnTo>
                  <a:cubicBezTo>
                    <a:pt x="1040" y="1457"/>
                    <a:pt x="1103" y="1457"/>
                    <a:pt x="1197" y="1457"/>
                  </a:cubicBezTo>
                  <a:cubicBezTo>
                    <a:pt x="1260" y="1457"/>
                    <a:pt x="1386" y="1426"/>
                    <a:pt x="1418" y="1363"/>
                  </a:cubicBezTo>
                  <a:cubicBezTo>
                    <a:pt x="1544" y="1237"/>
                    <a:pt x="1544" y="985"/>
                    <a:pt x="1418" y="827"/>
                  </a:cubicBezTo>
                  <a:lnTo>
                    <a:pt x="693" y="71"/>
                  </a:lnTo>
                  <a:cubicBezTo>
                    <a:pt x="630" y="24"/>
                    <a:pt x="536" y="0"/>
                    <a:pt x="4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4" name="Google Shape;13384;p141"/>
            <p:cNvSpPr/>
            <p:nvPr/>
          </p:nvSpPr>
          <p:spPr>
            <a:xfrm>
              <a:off x="-47896750" y="2885150"/>
              <a:ext cx="37050" cy="37350"/>
            </a:xfrm>
            <a:custGeom>
              <a:avLst/>
              <a:gdLst/>
              <a:ahLst/>
              <a:cxnLst/>
              <a:rect l="l" t="t" r="r" b="b"/>
              <a:pathLst>
                <a:path w="1482" h="1494" extrusionOk="0">
                  <a:moveTo>
                    <a:pt x="1122" y="0"/>
                  </a:moveTo>
                  <a:cubicBezTo>
                    <a:pt x="1027" y="0"/>
                    <a:pt x="933" y="40"/>
                    <a:pt x="883" y="107"/>
                  </a:cubicBezTo>
                  <a:lnTo>
                    <a:pt x="127" y="863"/>
                  </a:lnTo>
                  <a:cubicBezTo>
                    <a:pt x="1" y="958"/>
                    <a:pt x="1" y="1210"/>
                    <a:pt x="127" y="1367"/>
                  </a:cubicBezTo>
                  <a:cubicBezTo>
                    <a:pt x="221" y="1430"/>
                    <a:pt x="284" y="1493"/>
                    <a:pt x="379" y="1493"/>
                  </a:cubicBezTo>
                  <a:cubicBezTo>
                    <a:pt x="442" y="1493"/>
                    <a:pt x="568" y="1430"/>
                    <a:pt x="599" y="1367"/>
                  </a:cubicBezTo>
                  <a:lnTo>
                    <a:pt x="1356" y="611"/>
                  </a:lnTo>
                  <a:cubicBezTo>
                    <a:pt x="1482" y="485"/>
                    <a:pt x="1482" y="264"/>
                    <a:pt x="1356" y="107"/>
                  </a:cubicBezTo>
                  <a:cubicBezTo>
                    <a:pt x="1296" y="33"/>
                    <a:pt x="1208" y="0"/>
                    <a:pt x="11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5" name="Google Shape;13385;p141"/>
          <p:cNvGrpSpPr/>
          <p:nvPr/>
        </p:nvGrpSpPr>
        <p:grpSpPr>
          <a:xfrm>
            <a:off x="2624852" y="2710009"/>
            <a:ext cx="359154" cy="314991"/>
            <a:chOff x="-46033225" y="1982825"/>
            <a:chExt cx="300900" cy="263900"/>
          </a:xfrm>
        </p:grpSpPr>
        <p:sp>
          <p:nvSpPr>
            <p:cNvPr id="13386" name="Google Shape;13386;p141"/>
            <p:cNvSpPr/>
            <p:nvPr/>
          </p:nvSpPr>
          <p:spPr>
            <a:xfrm>
              <a:off x="-45962325" y="2053725"/>
              <a:ext cx="157525" cy="157550"/>
            </a:xfrm>
            <a:custGeom>
              <a:avLst/>
              <a:gdLst/>
              <a:ahLst/>
              <a:cxnLst/>
              <a:rect l="l" t="t" r="r" b="b"/>
              <a:pathLst>
                <a:path w="6301" h="6302" extrusionOk="0">
                  <a:moveTo>
                    <a:pt x="3151" y="725"/>
                  </a:moveTo>
                  <a:cubicBezTo>
                    <a:pt x="4505" y="725"/>
                    <a:pt x="5608" y="1828"/>
                    <a:pt x="5608" y="3151"/>
                  </a:cubicBezTo>
                  <a:cubicBezTo>
                    <a:pt x="5608" y="4506"/>
                    <a:pt x="4505" y="5608"/>
                    <a:pt x="3151" y="5608"/>
                  </a:cubicBezTo>
                  <a:cubicBezTo>
                    <a:pt x="1827" y="5608"/>
                    <a:pt x="725" y="4474"/>
                    <a:pt x="725" y="3151"/>
                  </a:cubicBezTo>
                  <a:cubicBezTo>
                    <a:pt x="725" y="1828"/>
                    <a:pt x="1827" y="725"/>
                    <a:pt x="3151" y="725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4"/>
                    <a:pt x="1418" y="6301"/>
                    <a:pt x="3151" y="6301"/>
                  </a:cubicBezTo>
                  <a:cubicBezTo>
                    <a:pt x="4883" y="6301"/>
                    <a:pt x="6301" y="4884"/>
                    <a:pt x="6301" y="3151"/>
                  </a:cubicBezTo>
                  <a:cubicBezTo>
                    <a:pt x="6301" y="1418"/>
                    <a:pt x="4883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7" name="Google Shape;13387;p141"/>
            <p:cNvSpPr/>
            <p:nvPr/>
          </p:nvSpPr>
          <p:spPr>
            <a:xfrm>
              <a:off x="-45927675" y="2088375"/>
              <a:ext cx="89025" cy="88250"/>
            </a:xfrm>
            <a:custGeom>
              <a:avLst/>
              <a:gdLst/>
              <a:ahLst/>
              <a:cxnLst/>
              <a:rect l="l" t="t" r="r" b="b"/>
              <a:pathLst>
                <a:path w="3561" h="3530" extrusionOk="0">
                  <a:moveTo>
                    <a:pt x="1765" y="694"/>
                  </a:moveTo>
                  <a:cubicBezTo>
                    <a:pt x="2363" y="694"/>
                    <a:pt x="2836" y="1166"/>
                    <a:pt x="2836" y="1765"/>
                  </a:cubicBezTo>
                  <a:cubicBezTo>
                    <a:pt x="2804" y="2363"/>
                    <a:pt x="2332" y="2836"/>
                    <a:pt x="1765" y="2836"/>
                  </a:cubicBezTo>
                  <a:cubicBezTo>
                    <a:pt x="1197" y="2836"/>
                    <a:pt x="725" y="2363"/>
                    <a:pt x="725" y="1765"/>
                  </a:cubicBezTo>
                  <a:cubicBezTo>
                    <a:pt x="725" y="1166"/>
                    <a:pt x="1197" y="694"/>
                    <a:pt x="1765" y="694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5"/>
                  </a:cubicBezTo>
                  <a:cubicBezTo>
                    <a:pt x="3497" y="788"/>
                    <a:pt x="2710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8" name="Google Shape;13388;p141"/>
            <p:cNvSpPr/>
            <p:nvPr/>
          </p:nvSpPr>
          <p:spPr>
            <a:xfrm>
              <a:off x="-46033225" y="1982825"/>
              <a:ext cx="300900" cy="263900"/>
            </a:xfrm>
            <a:custGeom>
              <a:avLst/>
              <a:gdLst/>
              <a:ahLst/>
              <a:cxnLst/>
              <a:rect l="l" t="t" r="r" b="b"/>
              <a:pathLst>
                <a:path w="12036" h="10556" extrusionOk="0">
                  <a:moveTo>
                    <a:pt x="7184" y="726"/>
                  </a:moveTo>
                  <a:lnTo>
                    <a:pt x="7530" y="1419"/>
                  </a:lnTo>
                  <a:lnTo>
                    <a:pt x="4474" y="1419"/>
                  </a:lnTo>
                  <a:lnTo>
                    <a:pt x="4821" y="726"/>
                  </a:lnTo>
                  <a:close/>
                  <a:moveTo>
                    <a:pt x="694" y="3750"/>
                  </a:moveTo>
                  <a:lnTo>
                    <a:pt x="1387" y="4097"/>
                  </a:lnTo>
                  <a:lnTo>
                    <a:pt x="1387" y="7877"/>
                  </a:lnTo>
                  <a:lnTo>
                    <a:pt x="694" y="8224"/>
                  </a:lnTo>
                  <a:lnTo>
                    <a:pt x="694" y="3750"/>
                  </a:lnTo>
                  <a:close/>
                  <a:moveTo>
                    <a:pt x="11279" y="3750"/>
                  </a:moveTo>
                  <a:lnTo>
                    <a:pt x="11279" y="8224"/>
                  </a:lnTo>
                  <a:lnTo>
                    <a:pt x="10555" y="7877"/>
                  </a:lnTo>
                  <a:lnTo>
                    <a:pt x="10555" y="4097"/>
                  </a:lnTo>
                  <a:lnTo>
                    <a:pt x="11279" y="3750"/>
                  </a:lnTo>
                  <a:close/>
                  <a:moveTo>
                    <a:pt x="10933" y="2175"/>
                  </a:moveTo>
                  <a:cubicBezTo>
                    <a:pt x="11122" y="2175"/>
                    <a:pt x="11279" y="2332"/>
                    <a:pt x="11279" y="2521"/>
                  </a:cubicBezTo>
                  <a:lnTo>
                    <a:pt x="11279" y="2994"/>
                  </a:lnTo>
                  <a:lnTo>
                    <a:pt x="10051" y="3592"/>
                  </a:lnTo>
                  <a:cubicBezTo>
                    <a:pt x="9925" y="3655"/>
                    <a:pt x="9862" y="3781"/>
                    <a:pt x="9862" y="3908"/>
                  </a:cubicBezTo>
                  <a:lnTo>
                    <a:pt x="9862" y="8098"/>
                  </a:lnTo>
                  <a:cubicBezTo>
                    <a:pt x="9862" y="8224"/>
                    <a:pt x="9925" y="8350"/>
                    <a:pt x="10051" y="8444"/>
                  </a:cubicBezTo>
                  <a:lnTo>
                    <a:pt x="11279" y="9011"/>
                  </a:lnTo>
                  <a:lnTo>
                    <a:pt x="11279" y="9484"/>
                  </a:lnTo>
                  <a:cubicBezTo>
                    <a:pt x="11279" y="9704"/>
                    <a:pt x="11122" y="9830"/>
                    <a:pt x="10933" y="9830"/>
                  </a:cubicBezTo>
                  <a:lnTo>
                    <a:pt x="1040" y="9830"/>
                  </a:lnTo>
                  <a:cubicBezTo>
                    <a:pt x="851" y="9830"/>
                    <a:pt x="694" y="9673"/>
                    <a:pt x="694" y="9484"/>
                  </a:cubicBezTo>
                  <a:lnTo>
                    <a:pt x="694" y="9011"/>
                  </a:lnTo>
                  <a:lnTo>
                    <a:pt x="1891" y="8444"/>
                  </a:lnTo>
                  <a:cubicBezTo>
                    <a:pt x="2017" y="8350"/>
                    <a:pt x="2111" y="8224"/>
                    <a:pt x="2111" y="8098"/>
                  </a:cubicBezTo>
                  <a:lnTo>
                    <a:pt x="2111" y="3908"/>
                  </a:lnTo>
                  <a:cubicBezTo>
                    <a:pt x="2111" y="3781"/>
                    <a:pt x="2017" y="3655"/>
                    <a:pt x="1891" y="3592"/>
                  </a:cubicBezTo>
                  <a:lnTo>
                    <a:pt x="694" y="2994"/>
                  </a:lnTo>
                  <a:lnTo>
                    <a:pt x="694" y="2521"/>
                  </a:lnTo>
                  <a:cubicBezTo>
                    <a:pt x="694" y="2332"/>
                    <a:pt x="851" y="2175"/>
                    <a:pt x="1040" y="2175"/>
                  </a:cubicBezTo>
                  <a:close/>
                  <a:moveTo>
                    <a:pt x="4632" y="1"/>
                  </a:moveTo>
                  <a:cubicBezTo>
                    <a:pt x="4506" y="1"/>
                    <a:pt x="4380" y="95"/>
                    <a:pt x="4317" y="190"/>
                  </a:cubicBezTo>
                  <a:lnTo>
                    <a:pt x="3718" y="1419"/>
                  </a:lnTo>
                  <a:lnTo>
                    <a:pt x="2143" y="1419"/>
                  </a:lnTo>
                  <a:lnTo>
                    <a:pt x="2143" y="1072"/>
                  </a:lnTo>
                  <a:cubicBezTo>
                    <a:pt x="2143" y="883"/>
                    <a:pt x="1985" y="694"/>
                    <a:pt x="1796" y="694"/>
                  </a:cubicBezTo>
                  <a:cubicBezTo>
                    <a:pt x="1576" y="694"/>
                    <a:pt x="1418" y="883"/>
                    <a:pt x="1418" y="1072"/>
                  </a:cubicBezTo>
                  <a:lnTo>
                    <a:pt x="1418" y="1419"/>
                  </a:lnTo>
                  <a:lnTo>
                    <a:pt x="1072" y="1419"/>
                  </a:lnTo>
                  <a:cubicBezTo>
                    <a:pt x="473" y="1419"/>
                    <a:pt x="1" y="1891"/>
                    <a:pt x="1" y="249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64" y="10555"/>
                  </a:lnTo>
                  <a:cubicBezTo>
                    <a:pt x="11563" y="10555"/>
                    <a:pt x="12035" y="10082"/>
                    <a:pt x="12035" y="9484"/>
                  </a:cubicBezTo>
                  <a:lnTo>
                    <a:pt x="12035" y="2490"/>
                  </a:lnTo>
                  <a:cubicBezTo>
                    <a:pt x="12004" y="1891"/>
                    <a:pt x="11500" y="1419"/>
                    <a:pt x="10933" y="1419"/>
                  </a:cubicBezTo>
                  <a:lnTo>
                    <a:pt x="8318" y="1419"/>
                  </a:lnTo>
                  <a:lnTo>
                    <a:pt x="7719" y="190"/>
                  </a:lnTo>
                  <a:cubicBezTo>
                    <a:pt x="7656" y="95"/>
                    <a:pt x="7530" y="1"/>
                    <a:pt x="74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9" name="Google Shape;13389;p141"/>
          <p:cNvGrpSpPr/>
          <p:nvPr/>
        </p:nvGrpSpPr>
        <p:grpSpPr>
          <a:xfrm>
            <a:off x="2621569" y="3137266"/>
            <a:ext cx="365719" cy="326151"/>
            <a:chOff x="-46034000" y="2334500"/>
            <a:chExt cx="306400" cy="273250"/>
          </a:xfrm>
        </p:grpSpPr>
        <p:sp>
          <p:nvSpPr>
            <p:cNvPr id="13390" name="Google Shape;13390;p141"/>
            <p:cNvSpPr/>
            <p:nvPr/>
          </p:nvSpPr>
          <p:spPr>
            <a:xfrm>
              <a:off x="-46034000" y="2334500"/>
              <a:ext cx="306400" cy="273250"/>
            </a:xfrm>
            <a:custGeom>
              <a:avLst/>
              <a:gdLst/>
              <a:ahLst/>
              <a:cxnLst/>
              <a:rect l="l" t="t" r="r" b="b"/>
              <a:pathLst>
                <a:path w="12256" h="10930" extrusionOk="0">
                  <a:moveTo>
                    <a:pt x="9519" y="718"/>
                  </a:moveTo>
                  <a:cubicBezTo>
                    <a:pt x="9971" y="718"/>
                    <a:pt x="10428" y="883"/>
                    <a:pt x="10775" y="1214"/>
                  </a:cubicBezTo>
                  <a:cubicBezTo>
                    <a:pt x="11499" y="1875"/>
                    <a:pt x="11499" y="2978"/>
                    <a:pt x="10806" y="3640"/>
                  </a:cubicBezTo>
                  <a:lnTo>
                    <a:pt x="5734" y="8743"/>
                  </a:lnTo>
                  <a:lnTo>
                    <a:pt x="3403" y="8113"/>
                  </a:lnTo>
                  <a:lnTo>
                    <a:pt x="3214" y="6286"/>
                  </a:lnTo>
                  <a:lnTo>
                    <a:pt x="8286" y="1214"/>
                  </a:lnTo>
                  <a:cubicBezTo>
                    <a:pt x="8617" y="883"/>
                    <a:pt x="9066" y="718"/>
                    <a:pt x="9519" y="718"/>
                  </a:cubicBezTo>
                  <a:close/>
                  <a:moveTo>
                    <a:pt x="2678" y="7830"/>
                  </a:moveTo>
                  <a:lnTo>
                    <a:pt x="2773" y="8460"/>
                  </a:lnTo>
                  <a:cubicBezTo>
                    <a:pt x="2773" y="8617"/>
                    <a:pt x="2867" y="8743"/>
                    <a:pt x="3025" y="8775"/>
                  </a:cubicBezTo>
                  <a:lnTo>
                    <a:pt x="4411" y="9121"/>
                  </a:lnTo>
                  <a:lnTo>
                    <a:pt x="3277" y="10224"/>
                  </a:lnTo>
                  <a:lnTo>
                    <a:pt x="1040" y="9500"/>
                  </a:lnTo>
                  <a:lnTo>
                    <a:pt x="2678" y="7830"/>
                  </a:lnTo>
                  <a:close/>
                  <a:moveTo>
                    <a:pt x="9578" y="1"/>
                  </a:moveTo>
                  <a:cubicBezTo>
                    <a:pt x="8947" y="1"/>
                    <a:pt x="8317" y="237"/>
                    <a:pt x="7845" y="710"/>
                  </a:cubicBezTo>
                  <a:lnTo>
                    <a:pt x="2647" y="5908"/>
                  </a:lnTo>
                  <a:cubicBezTo>
                    <a:pt x="2583" y="5971"/>
                    <a:pt x="2520" y="6097"/>
                    <a:pt x="2520" y="6160"/>
                  </a:cubicBezTo>
                  <a:lnTo>
                    <a:pt x="2615" y="6885"/>
                  </a:lnTo>
                  <a:lnTo>
                    <a:pt x="126" y="9373"/>
                  </a:lnTo>
                  <a:cubicBezTo>
                    <a:pt x="32" y="9437"/>
                    <a:pt x="0" y="9563"/>
                    <a:pt x="32" y="9689"/>
                  </a:cubicBezTo>
                  <a:cubicBezTo>
                    <a:pt x="95" y="9815"/>
                    <a:pt x="158" y="9878"/>
                    <a:pt x="284" y="9909"/>
                  </a:cubicBezTo>
                  <a:lnTo>
                    <a:pt x="3277" y="10917"/>
                  </a:lnTo>
                  <a:cubicBezTo>
                    <a:pt x="3308" y="10925"/>
                    <a:pt x="3342" y="10929"/>
                    <a:pt x="3375" y="10929"/>
                  </a:cubicBezTo>
                  <a:cubicBezTo>
                    <a:pt x="3475" y="10929"/>
                    <a:pt x="3576" y="10894"/>
                    <a:pt x="3623" y="10823"/>
                  </a:cubicBezTo>
                  <a:lnTo>
                    <a:pt x="5198" y="9247"/>
                  </a:lnTo>
                  <a:lnTo>
                    <a:pt x="5797" y="9405"/>
                  </a:lnTo>
                  <a:cubicBezTo>
                    <a:pt x="5831" y="9413"/>
                    <a:pt x="5865" y="9417"/>
                    <a:pt x="5898" y="9417"/>
                  </a:cubicBezTo>
                  <a:cubicBezTo>
                    <a:pt x="5988" y="9417"/>
                    <a:pt x="6074" y="9388"/>
                    <a:pt x="6144" y="9342"/>
                  </a:cubicBezTo>
                  <a:lnTo>
                    <a:pt x="11342" y="4144"/>
                  </a:lnTo>
                  <a:cubicBezTo>
                    <a:pt x="12256" y="3230"/>
                    <a:pt x="12256" y="1655"/>
                    <a:pt x="11310" y="710"/>
                  </a:cubicBezTo>
                  <a:cubicBezTo>
                    <a:pt x="10838" y="237"/>
                    <a:pt x="10208" y="1"/>
                    <a:pt x="95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1" name="Google Shape;13391;p141"/>
            <p:cNvSpPr/>
            <p:nvPr/>
          </p:nvSpPr>
          <p:spPr>
            <a:xfrm>
              <a:off x="-45879625" y="2374275"/>
              <a:ext cx="105550" cy="104000"/>
            </a:xfrm>
            <a:custGeom>
              <a:avLst/>
              <a:gdLst/>
              <a:ahLst/>
              <a:cxnLst/>
              <a:rect l="l" t="t" r="r" b="b"/>
              <a:pathLst>
                <a:path w="4222" h="4160" extrusionOk="0">
                  <a:moveTo>
                    <a:pt x="2899" y="788"/>
                  </a:moveTo>
                  <a:lnTo>
                    <a:pt x="3403" y="1324"/>
                  </a:lnTo>
                  <a:lnTo>
                    <a:pt x="2899" y="1828"/>
                  </a:lnTo>
                  <a:lnTo>
                    <a:pt x="2363" y="1324"/>
                  </a:lnTo>
                  <a:lnTo>
                    <a:pt x="2899" y="788"/>
                  </a:lnTo>
                  <a:close/>
                  <a:moveTo>
                    <a:pt x="1859" y="1828"/>
                  </a:moveTo>
                  <a:lnTo>
                    <a:pt x="2363" y="2332"/>
                  </a:lnTo>
                  <a:lnTo>
                    <a:pt x="1386" y="3340"/>
                  </a:lnTo>
                  <a:lnTo>
                    <a:pt x="882" y="2805"/>
                  </a:lnTo>
                  <a:lnTo>
                    <a:pt x="1859" y="1828"/>
                  </a:lnTo>
                  <a:close/>
                  <a:moveTo>
                    <a:pt x="2879" y="1"/>
                  </a:moveTo>
                  <a:cubicBezTo>
                    <a:pt x="2788" y="1"/>
                    <a:pt x="2694" y="32"/>
                    <a:pt x="2615" y="95"/>
                  </a:cubicBezTo>
                  <a:lnTo>
                    <a:pt x="126" y="2584"/>
                  </a:lnTo>
                  <a:cubicBezTo>
                    <a:pt x="0" y="2710"/>
                    <a:pt x="0" y="2931"/>
                    <a:pt x="126" y="3088"/>
                  </a:cubicBezTo>
                  <a:lnTo>
                    <a:pt x="1103" y="4065"/>
                  </a:lnTo>
                  <a:cubicBezTo>
                    <a:pt x="1166" y="4128"/>
                    <a:pt x="1260" y="4159"/>
                    <a:pt x="1359" y="4159"/>
                  </a:cubicBezTo>
                  <a:cubicBezTo>
                    <a:pt x="1457" y="4159"/>
                    <a:pt x="1560" y="4128"/>
                    <a:pt x="1638" y="4065"/>
                  </a:cubicBezTo>
                  <a:lnTo>
                    <a:pt x="4096" y="1608"/>
                  </a:lnTo>
                  <a:cubicBezTo>
                    <a:pt x="4222" y="1482"/>
                    <a:pt x="4222" y="1229"/>
                    <a:pt x="4096" y="1072"/>
                  </a:cubicBezTo>
                  <a:lnTo>
                    <a:pt x="3119" y="95"/>
                  </a:lnTo>
                  <a:cubicBezTo>
                    <a:pt x="3056" y="32"/>
                    <a:pt x="2969" y="1"/>
                    <a:pt x="28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2" name="Google Shape;13392;p141"/>
            <p:cNvSpPr/>
            <p:nvPr/>
          </p:nvSpPr>
          <p:spPr>
            <a:xfrm>
              <a:off x="-45922950" y="2474125"/>
              <a:ext cx="49625" cy="47475"/>
            </a:xfrm>
            <a:custGeom>
              <a:avLst/>
              <a:gdLst/>
              <a:ahLst/>
              <a:cxnLst/>
              <a:rect l="l" t="t" r="r" b="b"/>
              <a:pathLst>
                <a:path w="1985" h="1899" extrusionOk="0">
                  <a:moveTo>
                    <a:pt x="1607" y="0"/>
                  </a:moveTo>
                  <a:cubicBezTo>
                    <a:pt x="1520" y="0"/>
                    <a:pt x="1434" y="24"/>
                    <a:pt x="1355" y="71"/>
                  </a:cubicBezTo>
                  <a:lnTo>
                    <a:pt x="126" y="1300"/>
                  </a:lnTo>
                  <a:cubicBezTo>
                    <a:pt x="0" y="1426"/>
                    <a:pt x="0" y="1646"/>
                    <a:pt x="126" y="1804"/>
                  </a:cubicBezTo>
                  <a:cubicBezTo>
                    <a:pt x="189" y="1867"/>
                    <a:pt x="276" y="1898"/>
                    <a:pt x="367" y="1898"/>
                  </a:cubicBezTo>
                  <a:cubicBezTo>
                    <a:pt x="457" y="1898"/>
                    <a:pt x="552" y="1867"/>
                    <a:pt x="630" y="1804"/>
                  </a:cubicBezTo>
                  <a:lnTo>
                    <a:pt x="1859" y="607"/>
                  </a:lnTo>
                  <a:cubicBezTo>
                    <a:pt x="1985" y="480"/>
                    <a:pt x="1985" y="228"/>
                    <a:pt x="1859" y="71"/>
                  </a:cubicBezTo>
                  <a:cubicBezTo>
                    <a:pt x="1780" y="24"/>
                    <a:pt x="1694" y="0"/>
                    <a:pt x="16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93" name="Google Shape;13393;p141"/>
          <p:cNvGrpSpPr/>
          <p:nvPr/>
        </p:nvGrpSpPr>
        <p:grpSpPr>
          <a:xfrm>
            <a:off x="2667627" y="3591655"/>
            <a:ext cx="273603" cy="356439"/>
            <a:chOff x="-45998575" y="2702625"/>
            <a:chExt cx="229225" cy="298625"/>
          </a:xfrm>
        </p:grpSpPr>
        <p:sp>
          <p:nvSpPr>
            <p:cNvPr id="13394" name="Google Shape;13394;p141"/>
            <p:cNvSpPr/>
            <p:nvPr/>
          </p:nvSpPr>
          <p:spPr>
            <a:xfrm>
              <a:off x="-45944225" y="2702625"/>
              <a:ext cx="125250" cy="298625"/>
            </a:xfrm>
            <a:custGeom>
              <a:avLst/>
              <a:gdLst/>
              <a:ahLst/>
              <a:cxnLst/>
              <a:rect l="l" t="t" r="r" b="b"/>
              <a:pathLst>
                <a:path w="5010" h="11945" extrusionOk="0">
                  <a:moveTo>
                    <a:pt x="2427" y="682"/>
                  </a:moveTo>
                  <a:cubicBezTo>
                    <a:pt x="2860" y="682"/>
                    <a:pt x="3308" y="817"/>
                    <a:pt x="3624" y="1107"/>
                  </a:cubicBezTo>
                  <a:cubicBezTo>
                    <a:pt x="4033" y="1454"/>
                    <a:pt x="4254" y="1926"/>
                    <a:pt x="4254" y="2430"/>
                  </a:cubicBezTo>
                  <a:cubicBezTo>
                    <a:pt x="4159" y="2745"/>
                    <a:pt x="4096" y="3060"/>
                    <a:pt x="3939" y="3344"/>
                  </a:cubicBezTo>
                  <a:cubicBezTo>
                    <a:pt x="3844" y="3470"/>
                    <a:pt x="3813" y="3533"/>
                    <a:pt x="3750" y="3659"/>
                  </a:cubicBezTo>
                  <a:cubicBezTo>
                    <a:pt x="3498" y="4005"/>
                    <a:pt x="3214" y="4446"/>
                    <a:pt x="3151" y="4919"/>
                  </a:cubicBezTo>
                  <a:lnTo>
                    <a:pt x="2805" y="4919"/>
                  </a:lnTo>
                  <a:lnTo>
                    <a:pt x="2805" y="2808"/>
                  </a:lnTo>
                  <a:lnTo>
                    <a:pt x="3151" y="2808"/>
                  </a:lnTo>
                  <a:cubicBezTo>
                    <a:pt x="3340" y="2808"/>
                    <a:pt x="3498" y="2651"/>
                    <a:pt x="3498" y="2430"/>
                  </a:cubicBezTo>
                  <a:cubicBezTo>
                    <a:pt x="3498" y="2241"/>
                    <a:pt x="3340" y="2084"/>
                    <a:pt x="3151" y="2084"/>
                  </a:cubicBezTo>
                  <a:lnTo>
                    <a:pt x="1733" y="2084"/>
                  </a:lnTo>
                  <a:cubicBezTo>
                    <a:pt x="1544" y="2084"/>
                    <a:pt x="1387" y="2241"/>
                    <a:pt x="1387" y="2430"/>
                  </a:cubicBezTo>
                  <a:cubicBezTo>
                    <a:pt x="1387" y="2651"/>
                    <a:pt x="1544" y="2808"/>
                    <a:pt x="1733" y="2808"/>
                  </a:cubicBezTo>
                  <a:lnTo>
                    <a:pt x="2080" y="2808"/>
                  </a:lnTo>
                  <a:lnTo>
                    <a:pt x="2080" y="4919"/>
                  </a:lnTo>
                  <a:lnTo>
                    <a:pt x="1733" y="4919"/>
                  </a:lnTo>
                  <a:cubicBezTo>
                    <a:pt x="1639" y="4478"/>
                    <a:pt x="1418" y="4100"/>
                    <a:pt x="1166" y="3690"/>
                  </a:cubicBezTo>
                  <a:cubicBezTo>
                    <a:pt x="1072" y="3533"/>
                    <a:pt x="977" y="3375"/>
                    <a:pt x="914" y="3218"/>
                  </a:cubicBezTo>
                  <a:cubicBezTo>
                    <a:pt x="757" y="2871"/>
                    <a:pt x="662" y="2525"/>
                    <a:pt x="757" y="2115"/>
                  </a:cubicBezTo>
                  <a:cubicBezTo>
                    <a:pt x="883" y="1422"/>
                    <a:pt x="1450" y="823"/>
                    <a:pt x="2174" y="697"/>
                  </a:cubicBezTo>
                  <a:cubicBezTo>
                    <a:pt x="2257" y="687"/>
                    <a:pt x="2342" y="682"/>
                    <a:pt x="2427" y="682"/>
                  </a:cubicBezTo>
                  <a:close/>
                  <a:moveTo>
                    <a:pt x="3151" y="5644"/>
                  </a:moveTo>
                  <a:lnTo>
                    <a:pt x="3151" y="6337"/>
                  </a:lnTo>
                  <a:lnTo>
                    <a:pt x="1733" y="6337"/>
                  </a:lnTo>
                  <a:lnTo>
                    <a:pt x="1733" y="5644"/>
                  </a:lnTo>
                  <a:close/>
                  <a:moveTo>
                    <a:pt x="3151" y="7061"/>
                  </a:moveTo>
                  <a:lnTo>
                    <a:pt x="3151" y="8983"/>
                  </a:lnTo>
                  <a:cubicBezTo>
                    <a:pt x="2915" y="8904"/>
                    <a:pt x="2671" y="8865"/>
                    <a:pt x="2430" y="8865"/>
                  </a:cubicBezTo>
                  <a:cubicBezTo>
                    <a:pt x="2190" y="8865"/>
                    <a:pt x="1954" y="8904"/>
                    <a:pt x="1733" y="8983"/>
                  </a:cubicBezTo>
                  <a:lnTo>
                    <a:pt x="1733" y="7061"/>
                  </a:lnTo>
                  <a:close/>
                  <a:moveTo>
                    <a:pt x="2442" y="9558"/>
                  </a:moveTo>
                  <a:cubicBezTo>
                    <a:pt x="2639" y="9558"/>
                    <a:pt x="2836" y="9598"/>
                    <a:pt x="3025" y="9676"/>
                  </a:cubicBezTo>
                  <a:lnTo>
                    <a:pt x="2427" y="10873"/>
                  </a:lnTo>
                  <a:lnTo>
                    <a:pt x="1859" y="9676"/>
                  </a:lnTo>
                  <a:cubicBezTo>
                    <a:pt x="2048" y="9598"/>
                    <a:pt x="2245" y="9558"/>
                    <a:pt x="2442" y="9558"/>
                  </a:cubicBezTo>
                  <a:close/>
                  <a:moveTo>
                    <a:pt x="2441" y="1"/>
                  </a:moveTo>
                  <a:cubicBezTo>
                    <a:pt x="2309" y="1"/>
                    <a:pt x="2178" y="12"/>
                    <a:pt x="2048" y="36"/>
                  </a:cubicBezTo>
                  <a:cubicBezTo>
                    <a:pt x="1072" y="193"/>
                    <a:pt x="221" y="1012"/>
                    <a:pt x="64" y="1989"/>
                  </a:cubicBezTo>
                  <a:cubicBezTo>
                    <a:pt x="1" y="2556"/>
                    <a:pt x="64" y="3060"/>
                    <a:pt x="316" y="3533"/>
                  </a:cubicBezTo>
                  <a:cubicBezTo>
                    <a:pt x="379" y="3753"/>
                    <a:pt x="505" y="3911"/>
                    <a:pt x="631" y="4068"/>
                  </a:cubicBezTo>
                  <a:cubicBezTo>
                    <a:pt x="820" y="4320"/>
                    <a:pt x="977" y="4604"/>
                    <a:pt x="1072" y="4888"/>
                  </a:cubicBezTo>
                  <a:lnTo>
                    <a:pt x="410" y="4888"/>
                  </a:lnTo>
                  <a:cubicBezTo>
                    <a:pt x="190" y="4888"/>
                    <a:pt x="32" y="5045"/>
                    <a:pt x="32" y="5234"/>
                  </a:cubicBezTo>
                  <a:cubicBezTo>
                    <a:pt x="32" y="5423"/>
                    <a:pt x="190" y="5581"/>
                    <a:pt x="410" y="5581"/>
                  </a:cubicBezTo>
                  <a:lnTo>
                    <a:pt x="1103" y="5581"/>
                  </a:lnTo>
                  <a:lnTo>
                    <a:pt x="1103" y="9487"/>
                  </a:lnTo>
                  <a:cubicBezTo>
                    <a:pt x="1103" y="9645"/>
                    <a:pt x="1103" y="9582"/>
                    <a:pt x="2206" y="11724"/>
                  </a:cubicBezTo>
                  <a:cubicBezTo>
                    <a:pt x="2301" y="11850"/>
                    <a:pt x="2395" y="11945"/>
                    <a:pt x="2521" y="11945"/>
                  </a:cubicBezTo>
                  <a:cubicBezTo>
                    <a:pt x="2647" y="11945"/>
                    <a:pt x="2773" y="11850"/>
                    <a:pt x="2836" y="11724"/>
                  </a:cubicBezTo>
                  <a:cubicBezTo>
                    <a:pt x="3939" y="9519"/>
                    <a:pt x="3939" y="9613"/>
                    <a:pt x="3939" y="9487"/>
                  </a:cubicBezTo>
                  <a:lnTo>
                    <a:pt x="3939" y="5581"/>
                  </a:lnTo>
                  <a:lnTo>
                    <a:pt x="4663" y="5581"/>
                  </a:lnTo>
                  <a:cubicBezTo>
                    <a:pt x="4852" y="5581"/>
                    <a:pt x="5010" y="5423"/>
                    <a:pt x="5010" y="5234"/>
                  </a:cubicBezTo>
                  <a:cubicBezTo>
                    <a:pt x="5010" y="5045"/>
                    <a:pt x="4852" y="4888"/>
                    <a:pt x="4663" y="4888"/>
                  </a:cubicBezTo>
                  <a:lnTo>
                    <a:pt x="3970" y="4888"/>
                  </a:lnTo>
                  <a:cubicBezTo>
                    <a:pt x="4065" y="4604"/>
                    <a:pt x="4254" y="4289"/>
                    <a:pt x="4443" y="4005"/>
                  </a:cubicBezTo>
                  <a:cubicBezTo>
                    <a:pt x="4411" y="3942"/>
                    <a:pt x="4506" y="3816"/>
                    <a:pt x="4569" y="3690"/>
                  </a:cubicBezTo>
                  <a:cubicBezTo>
                    <a:pt x="4821" y="3344"/>
                    <a:pt x="4915" y="2903"/>
                    <a:pt x="4915" y="2493"/>
                  </a:cubicBezTo>
                  <a:cubicBezTo>
                    <a:pt x="4915" y="1769"/>
                    <a:pt x="4600" y="1075"/>
                    <a:pt x="4065" y="603"/>
                  </a:cubicBezTo>
                  <a:cubicBezTo>
                    <a:pt x="3603" y="218"/>
                    <a:pt x="3017" y="1"/>
                    <a:pt x="24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5" name="Google Shape;13395;p141"/>
            <p:cNvSpPr/>
            <p:nvPr/>
          </p:nvSpPr>
          <p:spPr>
            <a:xfrm>
              <a:off x="-45804025" y="2755500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387" y="567"/>
                    <a:pt x="1387" y="378"/>
                  </a:cubicBezTo>
                  <a:cubicBezTo>
                    <a:pt x="1387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6" name="Google Shape;13396;p141"/>
            <p:cNvSpPr/>
            <p:nvPr/>
          </p:nvSpPr>
          <p:spPr>
            <a:xfrm>
              <a:off x="-45998575" y="27555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693"/>
                    <a:pt x="1419" y="536"/>
                    <a:pt x="1419" y="378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7" name="Google Shape;13397;p141"/>
            <p:cNvSpPr/>
            <p:nvPr/>
          </p:nvSpPr>
          <p:spPr>
            <a:xfrm>
              <a:off x="-45818200" y="2703175"/>
              <a:ext cx="35475" cy="26100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991" y="1"/>
                  </a:moveTo>
                  <a:cubicBezTo>
                    <a:pt x="930" y="1"/>
                    <a:pt x="870" y="15"/>
                    <a:pt x="820" y="45"/>
                  </a:cubicBezTo>
                  <a:lnTo>
                    <a:pt x="252" y="423"/>
                  </a:lnTo>
                  <a:cubicBezTo>
                    <a:pt x="95" y="486"/>
                    <a:pt x="0" y="738"/>
                    <a:pt x="126" y="896"/>
                  </a:cubicBezTo>
                  <a:cubicBezTo>
                    <a:pt x="205" y="994"/>
                    <a:pt x="309" y="1044"/>
                    <a:pt x="414" y="1044"/>
                  </a:cubicBezTo>
                  <a:cubicBezTo>
                    <a:pt x="476" y="1044"/>
                    <a:pt x="540" y="1026"/>
                    <a:pt x="599" y="990"/>
                  </a:cubicBezTo>
                  <a:lnTo>
                    <a:pt x="1166" y="644"/>
                  </a:lnTo>
                  <a:cubicBezTo>
                    <a:pt x="1324" y="581"/>
                    <a:pt x="1418" y="329"/>
                    <a:pt x="1292" y="171"/>
                  </a:cubicBezTo>
                  <a:cubicBezTo>
                    <a:pt x="1249" y="64"/>
                    <a:pt x="1119" y="1"/>
                    <a:pt x="9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8" name="Google Shape;13398;p141"/>
            <p:cNvSpPr/>
            <p:nvPr/>
          </p:nvSpPr>
          <p:spPr>
            <a:xfrm>
              <a:off x="-45984400" y="2799050"/>
              <a:ext cx="35475" cy="26100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1014" y="1"/>
                  </a:moveTo>
                  <a:cubicBezTo>
                    <a:pt x="947" y="1"/>
                    <a:pt x="879" y="18"/>
                    <a:pt x="820" y="54"/>
                  </a:cubicBezTo>
                  <a:lnTo>
                    <a:pt x="221" y="400"/>
                  </a:lnTo>
                  <a:cubicBezTo>
                    <a:pt x="64" y="463"/>
                    <a:pt x="1" y="716"/>
                    <a:pt x="95" y="873"/>
                  </a:cubicBezTo>
                  <a:cubicBezTo>
                    <a:pt x="160" y="980"/>
                    <a:pt x="282" y="1043"/>
                    <a:pt x="403" y="1043"/>
                  </a:cubicBezTo>
                  <a:cubicBezTo>
                    <a:pt x="461" y="1043"/>
                    <a:pt x="517" y="1029"/>
                    <a:pt x="568" y="999"/>
                  </a:cubicBezTo>
                  <a:lnTo>
                    <a:pt x="1167" y="621"/>
                  </a:lnTo>
                  <a:cubicBezTo>
                    <a:pt x="1324" y="558"/>
                    <a:pt x="1419" y="306"/>
                    <a:pt x="1293" y="148"/>
                  </a:cubicBezTo>
                  <a:cubicBezTo>
                    <a:pt x="1234" y="50"/>
                    <a:pt x="1125" y="1"/>
                    <a:pt x="10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9" name="Google Shape;13399;p141"/>
            <p:cNvSpPr/>
            <p:nvPr/>
          </p:nvSpPr>
          <p:spPr>
            <a:xfrm>
              <a:off x="-45815850" y="2799050"/>
              <a:ext cx="33900" cy="25750"/>
            </a:xfrm>
            <a:custGeom>
              <a:avLst/>
              <a:gdLst/>
              <a:ahLst/>
              <a:cxnLst/>
              <a:rect l="l" t="t" r="r" b="b"/>
              <a:pathLst>
                <a:path w="1356" h="1030" extrusionOk="0">
                  <a:moveTo>
                    <a:pt x="343" y="1"/>
                  </a:moveTo>
                  <a:cubicBezTo>
                    <a:pt x="231" y="1"/>
                    <a:pt x="123" y="50"/>
                    <a:pt x="64" y="148"/>
                  </a:cubicBezTo>
                  <a:cubicBezTo>
                    <a:pt x="1" y="306"/>
                    <a:pt x="32" y="558"/>
                    <a:pt x="190" y="621"/>
                  </a:cubicBezTo>
                  <a:lnTo>
                    <a:pt x="789" y="999"/>
                  </a:lnTo>
                  <a:cubicBezTo>
                    <a:pt x="838" y="1019"/>
                    <a:pt x="895" y="1029"/>
                    <a:pt x="951" y="1029"/>
                  </a:cubicBezTo>
                  <a:cubicBezTo>
                    <a:pt x="1073" y="1029"/>
                    <a:pt x="1197" y="981"/>
                    <a:pt x="1261" y="873"/>
                  </a:cubicBezTo>
                  <a:cubicBezTo>
                    <a:pt x="1356" y="716"/>
                    <a:pt x="1293" y="526"/>
                    <a:pt x="1135" y="400"/>
                  </a:cubicBezTo>
                  <a:lnTo>
                    <a:pt x="537" y="54"/>
                  </a:lnTo>
                  <a:cubicBezTo>
                    <a:pt x="477" y="18"/>
                    <a:pt x="410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0" name="Google Shape;13400;p141"/>
            <p:cNvSpPr/>
            <p:nvPr/>
          </p:nvSpPr>
          <p:spPr>
            <a:xfrm>
              <a:off x="-45983600" y="2702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98" y="0"/>
                  </a:moveTo>
                  <a:cubicBezTo>
                    <a:pt x="269" y="0"/>
                    <a:pt x="138" y="49"/>
                    <a:pt x="95" y="157"/>
                  </a:cubicBezTo>
                  <a:cubicBezTo>
                    <a:pt x="0" y="314"/>
                    <a:pt x="32" y="535"/>
                    <a:pt x="189" y="629"/>
                  </a:cubicBezTo>
                  <a:lnTo>
                    <a:pt x="788" y="976"/>
                  </a:lnTo>
                  <a:cubicBezTo>
                    <a:pt x="839" y="1006"/>
                    <a:pt x="899" y="1020"/>
                    <a:pt x="959" y="1020"/>
                  </a:cubicBezTo>
                  <a:cubicBezTo>
                    <a:pt x="1088" y="1020"/>
                    <a:pt x="1218" y="957"/>
                    <a:pt x="1261" y="850"/>
                  </a:cubicBezTo>
                  <a:cubicBezTo>
                    <a:pt x="1387" y="692"/>
                    <a:pt x="1292" y="503"/>
                    <a:pt x="1135" y="377"/>
                  </a:cubicBezTo>
                  <a:lnTo>
                    <a:pt x="567" y="31"/>
                  </a:lnTo>
                  <a:cubicBezTo>
                    <a:pt x="518" y="11"/>
                    <a:pt x="458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01" name="Google Shape;13401;p141"/>
          <p:cNvSpPr/>
          <p:nvPr/>
        </p:nvSpPr>
        <p:spPr>
          <a:xfrm>
            <a:off x="3986479" y="3612752"/>
            <a:ext cx="314961" cy="358199"/>
          </a:xfrm>
          <a:custGeom>
            <a:avLst/>
            <a:gdLst/>
            <a:ahLst/>
            <a:cxnLst/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2" name="Google Shape;13402;p141"/>
          <p:cNvSpPr/>
          <p:nvPr/>
        </p:nvSpPr>
        <p:spPr>
          <a:xfrm>
            <a:off x="2183447" y="1313199"/>
            <a:ext cx="360079" cy="336595"/>
          </a:xfrm>
          <a:custGeom>
            <a:avLst/>
            <a:gdLst/>
            <a:ahLst/>
            <a:cxnLst/>
            <a:rect l="l" t="t" r="r" b="b"/>
            <a:pathLst>
              <a:path w="12067" h="11280" extrusionOk="0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03" name="Google Shape;13403;p141"/>
          <p:cNvGrpSpPr/>
          <p:nvPr/>
        </p:nvGrpSpPr>
        <p:grpSpPr>
          <a:xfrm>
            <a:off x="2203197" y="2205419"/>
            <a:ext cx="314961" cy="361034"/>
            <a:chOff x="-49398750" y="2684600"/>
            <a:chExt cx="263875" cy="302475"/>
          </a:xfrm>
        </p:grpSpPr>
        <p:sp>
          <p:nvSpPr>
            <p:cNvPr id="13404" name="Google Shape;13404;p141"/>
            <p:cNvSpPr/>
            <p:nvPr/>
          </p:nvSpPr>
          <p:spPr>
            <a:xfrm>
              <a:off x="-49294775" y="2684600"/>
              <a:ext cx="73275" cy="299325"/>
            </a:xfrm>
            <a:custGeom>
              <a:avLst/>
              <a:gdLst/>
              <a:ahLst/>
              <a:cxnLst/>
              <a:rect l="l" t="t" r="r" b="b"/>
              <a:pathLst>
                <a:path w="2931" h="11973" extrusionOk="0">
                  <a:moveTo>
                    <a:pt x="1481" y="1387"/>
                  </a:moveTo>
                  <a:lnTo>
                    <a:pt x="2017" y="2836"/>
                  </a:lnTo>
                  <a:lnTo>
                    <a:pt x="914" y="2836"/>
                  </a:lnTo>
                  <a:lnTo>
                    <a:pt x="1481" y="1387"/>
                  </a:lnTo>
                  <a:close/>
                  <a:moveTo>
                    <a:pt x="2174" y="3529"/>
                  </a:moveTo>
                  <a:lnTo>
                    <a:pt x="2174" y="9893"/>
                  </a:lnTo>
                  <a:lnTo>
                    <a:pt x="757" y="9893"/>
                  </a:lnTo>
                  <a:lnTo>
                    <a:pt x="757" y="3529"/>
                  </a:lnTo>
                  <a:close/>
                  <a:moveTo>
                    <a:pt x="2174" y="10586"/>
                  </a:moveTo>
                  <a:lnTo>
                    <a:pt x="2174" y="10964"/>
                  </a:lnTo>
                  <a:cubicBezTo>
                    <a:pt x="2143" y="11153"/>
                    <a:pt x="1985" y="11311"/>
                    <a:pt x="1828" y="11311"/>
                  </a:cubicBezTo>
                  <a:lnTo>
                    <a:pt x="1103" y="11311"/>
                  </a:lnTo>
                  <a:cubicBezTo>
                    <a:pt x="914" y="11311"/>
                    <a:pt x="757" y="11153"/>
                    <a:pt x="757" y="10964"/>
                  </a:cubicBezTo>
                  <a:lnTo>
                    <a:pt x="757" y="10586"/>
                  </a:lnTo>
                  <a:close/>
                  <a:moveTo>
                    <a:pt x="1450" y="1"/>
                  </a:moveTo>
                  <a:cubicBezTo>
                    <a:pt x="1355" y="1"/>
                    <a:pt x="1198" y="95"/>
                    <a:pt x="1135" y="253"/>
                  </a:cubicBezTo>
                  <a:cubicBezTo>
                    <a:pt x="1" y="3246"/>
                    <a:pt x="95" y="3088"/>
                    <a:pt x="95" y="3151"/>
                  </a:cubicBezTo>
                  <a:lnTo>
                    <a:pt x="95" y="10933"/>
                  </a:lnTo>
                  <a:cubicBezTo>
                    <a:pt x="95" y="11500"/>
                    <a:pt x="568" y="11973"/>
                    <a:pt x="1135" y="11973"/>
                  </a:cubicBezTo>
                  <a:lnTo>
                    <a:pt x="1859" y="11973"/>
                  </a:lnTo>
                  <a:cubicBezTo>
                    <a:pt x="2458" y="11973"/>
                    <a:pt x="2931" y="11500"/>
                    <a:pt x="2931" y="10933"/>
                  </a:cubicBezTo>
                  <a:lnTo>
                    <a:pt x="2931" y="3120"/>
                  </a:lnTo>
                  <a:cubicBezTo>
                    <a:pt x="2836" y="3088"/>
                    <a:pt x="2931" y="3277"/>
                    <a:pt x="1765" y="253"/>
                  </a:cubicBezTo>
                  <a:cubicBezTo>
                    <a:pt x="1733" y="127"/>
                    <a:pt x="1576" y="1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5" name="Google Shape;13405;p141"/>
            <p:cNvSpPr/>
            <p:nvPr/>
          </p:nvSpPr>
          <p:spPr>
            <a:xfrm>
              <a:off x="-49398750" y="2684600"/>
              <a:ext cx="87450" cy="300900"/>
            </a:xfrm>
            <a:custGeom>
              <a:avLst/>
              <a:gdLst/>
              <a:ahLst/>
              <a:cxnLst/>
              <a:rect l="l" t="t" r="r" b="b"/>
              <a:pathLst>
                <a:path w="3498" h="12036" extrusionOk="0">
                  <a:moveTo>
                    <a:pt x="2773" y="662"/>
                  </a:moveTo>
                  <a:lnTo>
                    <a:pt x="2773" y="11311"/>
                  </a:lnTo>
                  <a:lnTo>
                    <a:pt x="662" y="11311"/>
                  </a:lnTo>
                  <a:lnTo>
                    <a:pt x="662" y="10586"/>
                  </a:lnTo>
                  <a:lnTo>
                    <a:pt x="1734" y="10586"/>
                  </a:lnTo>
                  <a:cubicBezTo>
                    <a:pt x="1923" y="10586"/>
                    <a:pt x="2080" y="10429"/>
                    <a:pt x="2080" y="10240"/>
                  </a:cubicBezTo>
                  <a:cubicBezTo>
                    <a:pt x="2080" y="10051"/>
                    <a:pt x="1923" y="9893"/>
                    <a:pt x="1734" y="9893"/>
                  </a:cubicBezTo>
                  <a:lnTo>
                    <a:pt x="662" y="9893"/>
                  </a:lnTo>
                  <a:lnTo>
                    <a:pt x="662" y="9169"/>
                  </a:lnTo>
                  <a:lnTo>
                    <a:pt x="1009" y="9169"/>
                  </a:lnTo>
                  <a:cubicBezTo>
                    <a:pt x="1198" y="9169"/>
                    <a:pt x="1356" y="9011"/>
                    <a:pt x="1356" y="8822"/>
                  </a:cubicBezTo>
                  <a:cubicBezTo>
                    <a:pt x="1356" y="8633"/>
                    <a:pt x="1198" y="8475"/>
                    <a:pt x="1009" y="8475"/>
                  </a:cubicBezTo>
                  <a:lnTo>
                    <a:pt x="662" y="8475"/>
                  </a:lnTo>
                  <a:lnTo>
                    <a:pt x="662" y="7751"/>
                  </a:lnTo>
                  <a:lnTo>
                    <a:pt x="1734" y="7751"/>
                  </a:lnTo>
                  <a:cubicBezTo>
                    <a:pt x="1923" y="7751"/>
                    <a:pt x="2080" y="7593"/>
                    <a:pt x="2080" y="7404"/>
                  </a:cubicBezTo>
                  <a:cubicBezTo>
                    <a:pt x="2080" y="7215"/>
                    <a:pt x="1923" y="7058"/>
                    <a:pt x="1734" y="7058"/>
                  </a:cubicBezTo>
                  <a:lnTo>
                    <a:pt x="662" y="7058"/>
                  </a:lnTo>
                  <a:lnTo>
                    <a:pt x="662" y="6333"/>
                  </a:lnTo>
                  <a:lnTo>
                    <a:pt x="1009" y="6333"/>
                  </a:lnTo>
                  <a:cubicBezTo>
                    <a:pt x="1198" y="6333"/>
                    <a:pt x="1356" y="6176"/>
                    <a:pt x="1356" y="5987"/>
                  </a:cubicBezTo>
                  <a:cubicBezTo>
                    <a:pt x="1356" y="5798"/>
                    <a:pt x="1198" y="5640"/>
                    <a:pt x="1009" y="5640"/>
                  </a:cubicBezTo>
                  <a:lnTo>
                    <a:pt x="662" y="5640"/>
                  </a:lnTo>
                  <a:lnTo>
                    <a:pt x="662" y="4947"/>
                  </a:lnTo>
                  <a:lnTo>
                    <a:pt x="1734" y="4947"/>
                  </a:lnTo>
                  <a:cubicBezTo>
                    <a:pt x="1923" y="4947"/>
                    <a:pt x="2080" y="4789"/>
                    <a:pt x="2080" y="4569"/>
                  </a:cubicBezTo>
                  <a:cubicBezTo>
                    <a:pt x="2080" y="4380"/>
                    <a:pt x="1923" y="4222"/>
                    <a:pt x="1734" y="4222"/>
                  </a:cubicBezTo>
                  <a:lnTo>
                    <a:pt x="662" y="4222"/>
                  </a:lnTo>
                  <a:lnTo>
                    <a:pt x="662" y="3498"/>
                  </a:lnTo>
                  <a:lnTo>
                    <a:pt x="1009" y="3498"/>
                  </a:lnTo>
                  <a:cubicBezTo>
                    <a:pt x="1198" y="3498"/>
                    <a:pt x="1356" y="3340"/>
                    <a:pt x="1356" y="3151"/>
                  </a:cubicBezTo>
                  <a:cubicBezTo>
                    <a:pt x="1356" y="2962"/>
                    <a:pt x="1198" y="2805"/>
                    <a:pt x="1009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734" y="2080"/>
                  </a:lnTo>
                  <a:cubicBezTo>
                    <a:pt x="1923" y="2080"/>
                    <a:pt x="2080" y="1922"/>
                    <a:pt x="2080" y="1733"/>
                  </a:cubicBezTo>
                  <a:cubicBezTo>
                    <a:pt x="2080" y="1544"/>
                    <a:pt x="1923" y="1387"/>
                    <a:pt x="1734" y="1387"/>
                  </a:cubicBezTo>
                  <a:lnTo>
                    <a:pt x="662" y="1387"/>
                  </a:lnTo>
                  <a:lnTo>
                    <a:pt x="662" y="662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1657"/>
                  </a:lnTo>
                  <a:cubicBezTo>
                    <a:pt x="1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8" y="11878"/>
                    <a:pt x="3498" y="11657"/>
                  </a:cubicBez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6" name="Google Shape;13406;p141"/>
            <p:cNvSpPr/>
            <p:nvPr/>
          </p:nvSpPr>
          <p:spPr>
            <a:xfrm>
              <a:off x="-49207350" y="2686175"/>
              <a:ext cx="72475" cy="300900"/>
            </a:xfrm>
            <a:custGeom>
              <a:avLst/>
              <a:gdLst/>
              <a:ahLst/>
              <a:cxnLst/>
              <a:rect l="l" t="t" r="r" b="b"/>
              <a:pathLst>
                <a:path w="2899" h="12036" extrusionOk="0">
                  <a:moveTo>
                    <a:pt x="1859" y="694"/>
                  </a:moveTo>
                  <a:lnTo>
                    <a:pt x="1859" y="694"/>
                  </a:lnTo>
                  <a:cubicBezTo>
                    <a:pt x="1828" y="820"/>
                    <a:pt x="1796" y="946"/>
                    <a:pt x="1796" y="1040"/>
                  </a:cubicBezTo>
                  <a:cubicBezTo>
                    <a:pt x="1733" y="1418"/>
                    <a:pt x="1828" y="1765"/>
                    <a:pt x="2111" y="2112"/>
                  </a:cubicBezTo>
                  <a:cubicBezTo>
                    <a:pt x="2143" y="2143"/>
                    <a:pt x="2174" y="2238"/>
                    <a:pt x="2143" y="2301"/>
                  </a:cubicBezTo>
                  <a:cubicBezTo>
                    <a:pt x="2017" y="2584"/>
                    <a:pt x="1796" y="2773"/>
                    <a:pt x="1481" y="2773"/>
                  </a:cubicBezTo>
                  <a:cubicBezTo>
                    <a:pt x="1072" y="2773"/>
                    <a:pt x="757" y="2458"/>
                    <a:pt x="757" y="2080"/>
                  </a:cubicBezTo>
                  <a:cubicBezTo>
                    <a:pt x="757" y="1670"/>
                    <a:pt x="914" y="1324"/>
                    <a:pt x="1166" y="1103"/>
                  </a:cubicBezTo>
                  <a:cubicBezTo>
                    <a:pt x="1387" y="851"/>
                    <a:pt x="1576" y="788"/>
                    <a:pt x="1859" y="694"/>
                  </a:cubicBezTo>
                  <a:close/>
                  <a:moveTo>
                    <a:pt x="1450" y="3466"/>
                  </a:moveTo>
                  <a:cubicBezTo>
                    <a:pt x="1513" y="3529"/>
                    <a:pt x="1702" y="3781"/>
                    <a:pt x="1859" y="4600"/>
                  </a:cubicBezTo>
                  <a:cubicBezTo>
                    <a:pt x="1954" y="4726"/>
                    <a:pt x="1954" y="4789"/>
                    <a:pt x="1954" y="4884"/>
                  </a:cubicBezTo>
                  <a:lnTo>
                    <a:pt x="946" y="4884"/>
                  </a:lnTo>
                  <a:cubicBezTo>
                    <a:pt x="946" y="4789"/>
                    <a:pt x="1009" y="4726"/>
                    <a:pt x="1009" y="4600"/>
                  </a:cubicBezTo>
                  <a:cubicBezTo>
                    <a:pt x="1198" y="3781"/>
                    <a:pt x="1355" y="3529"/>
                    <a:pt x="1450" y="3466"/>
                  </a:cubicBezTo>
                  <a:close/>
                  <a:moveTo>
                    <a:pt x="2111" y="5546"/>
                  </a:moveTo>
                  <a:cubicBezTo>
                    <a:pt x="2174" y="6081"/>
                    <a:pt x="2237" y="6680"/>
                    <a:pt x="2237" y="7310"/>
                  </a:cubicBezTo>
                  <a:cubicBezTo>
                    <a:pt x="2174" y="9389"/>
                    <a:pt x="1796" y="10901"/>
                    <a:pt x="1481" y="11216"/>
                  </a:cubicBezTo>
                  <a:cubicBezTo>
                    <a:pt x="1387" y="11122"/>
                    <a:pt x="1198" y="10901"/>
                    <a:pt x="1040" y="10082"/>
                  </a:cubicBezTo>
                  <a:cubicBezTo>
                    <a:pt x="883" y="9326"/>
                    <a:pt x="757" y="8349"/>
                    <a:pt x="757" y="7310"/>
                  </a:cubicBezTo>
                  <a:cubicBezTo>
                    <a:pt x="757" y="6680"/>
                    <a:pt x="788" y="6081"/>
                    <a:pt x="883" y="5546"/>
                  </a:cubicBezTo>
                  <a:close/>
                  <a:moveTo>
                    <a:pt x="2489" y="1"/>
                  </a:moveTo>
                  <a:cubicBezTo>
                    <a:pt x="1796" y="1"/>
                    <a:pt x="1229" y="32"/>
                    <a:pt x="662" y="631"/>
                  </a:cubicBezTo>
                  <a:cubicBezTo>
                    <a:pt x="253" y="1009"/>
                    <a:pt x="1" y="1576"/>
                    <a:pt x="1" y="2112"/>
                  </a:cubicBezTo>
                  <a:cubicBezTo>
                    <a:pt x="1" y="2616"/>
                    <a:pt x="284" y="3088"/>
                    <a:pt x="725" y="3340"/>
                  </a:cubicBezTo>
                  <a:cubicBezTo>
                    <a:pt x="190" y="4285"/>
                    <a:pt x="1" y="6302"/>
                    <a:pt x="1" y="7436"/>
                  </a:cubicBezTo>
                  <a:cubicBezTo>
                    <a:pt x="1" y="8539"/>
                    <a:pt x="127" y="10555"/>
                    <a:pt x="725" y="11531"/>
                  </a:cubicBezTo>
                  <a:cubicBezTo>
                    <a:pt x="914" y="11878"/>
                    <a:pt x="1166" y="12036"/>
                    <a:pt x="1450" y="12036"/>
                  </a:cubicBezTo>
                  <a:cubicBezTo>
                    <a:pt x="1702" y="12036"/>
                    <a:pt x="1954" y="11878"/>
                    <a:pt x="2143" y="11531"/>
                  </a:cubicBezTo>
                  <a:cubicBezTo>
                    <a:pt x="2710" y="10586"/>
                    <a:pt x="2868" y="8570"/>
                    <a:pt x="2868" y="7436"/>
                  </a:cubicBezTo>
                  <a:cubicBezTo>
                    <a:pt x="2836" y="6239"/>
                    <a:pt x="2742" y="4254"/>
                    <a:pt x="2174" y="3309"/>
                  </a:cubicBezTo>
                  <a:cubicBezTo>
                    <a:pt x="2458" y="3151"/>
                    <a:pt x="2710" y="2868"/>
                    <a:pt x="2773" y="2553"/>
                  </a:cubicBezTo>
                  <a:cubicBezTo>
                    <a:pt x="2899" y="2238"/>
                    <a:pt x="2805" y="1923"/>
                    <a:pt x="2616" y="1670"/>
                  </a:cubicBezTo>
                  <a:cubicBezTo>
                    <a:pt x="2426" y="1450"/>
                    <a:pt x="2300" y="1135"/>
                    <a:pt x="2773" y="536"/>
                  </a:cubicBezTo>
                  <a:cubicBezTo>
                    <a:pt x="2836" y="410"/>
                    <a:pt x="2899" y="316"/>
                    <a:pt x="2805" y="190"/>
                  </a:cubicBezTo>
                  <a:cubicBezTo>
                    <a:pt x="2773" y="64"/>
                    <a:pt x="2616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07" name="Google Shape;13407;p141"/>
          <p:cNvGrpSpPr/>
          <p:nvPr/>
        </p:nvGrpSpPr>
        <p:grpSpPr>
          <a:xfrm>
            <a:off x="873121" y="2699684"/>
            <a:ext cx="314006" cy="359154"/>
            <a:chOff x="-47509225" y="1974175"/>
            <a:chExt cx="263075" cy="300900"/>
          </a:xfrm>
        </p:grpSpPr>
        <p:sp>
          <p:nvSpPr>
            <p:cNvPr id="13408" name="Google Shape;13408;p141"/>
            <p:cNvSpPr/>
            <p:nvPr/>
          </p:nvSpPr>
          <p:spPr>
            <a:xfrm>
              <a:off x="-47439925" y="2026950"/>
              <a:ext cx="124475" cy="124450"/>
            </a:xfrm>
            <a:custGeom>
              <a:avLst/>
              <a:gdLst/>
              <a:ahLst/>
              <a:cxnLst/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9" name="Google Shape;13409;p141"/>
            <p:cNvSpPr/>
            <p:nvPr/>
          </p:nvSpPr>
          <p:spPr>
            <a:xfrm>
              <a:off x="-47439125" y="2184475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0" name="Google Shape;13410;p141"/>
            <p:cNvSpPr/>
            <p:nvPr/>
          </p:nvSpPr>
          <p:spPr>
            <a:xfrm>
              <a:off x="-47438350" y="2219900"/>
              <a:ext cx="122900" cy="18150"/>
            </a:xfrm>
            <a:custGeom>
              <a:avLst/>
              <a:gdLst/>
              <a:ahLst/>
              <a:cxnLst/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1" name="Google Shape;13411;p141"/>
            <p:cNvSpPr/>
            <p:nvPr/>
          </p:nvSpPr>
          <p:spPr>
            <a:xfrm>
              <a:off x="-47333600" y="21860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2" name="Google Shape;13412;p141"/>
            <p:cNvSpPr/>
            <p:nvPr/>
          </p:nvSpPr>
          <p:spPr>
            <a:xfrm>
              <a:off x="-47509225" y="1974175"/>
              <a:ext cx="263075" cy="300900"/>
            </a:xfrm>
            <a:custGeom>
              <a:avLst/>
              <a:gdLst/>
              <a:ahLst/>
              <a:cxnLst/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13" name="Google Shape;13413;p141"/>
          <p:cNvGrpSpPr/>
          <p:nvPr/>
        </p:nvGrpSpPr>
        <p:grpSpPr>
          <a:xfrm>
            <a:off x="849622" y="3146218"/>
            <a:ext cx="361004" cy="357961"/>
            <a:chOff x="-47529700" y="2342000"/>
            <a:chExt cx="302450" cy="299900"/>
          </a:xfrm>
        </p:grpSpPr>
        <p:sp>
          <p:nvSpPr>
            <p:cNvPr id="13414" name="Google Shape;13414;p141"/>
            <p:cNvSpPr/>
            <p:nvPr/>
          </p:nvSpPr>
          <p:spPr>
            <a:xfrm>
              <a:off x="-47529700" y="2342000"/>
              <a:ext cx="302450" cy="299900"/>
            </a:xfrm>
            <a:custGeom>
              <a:avLst/>
              <a:gdLst/>
              <a:ahLst/>
              <a:cxnLst/>
              <a:rect l="l" t="t" r="r" b="b"/>
              <a:pathLst>
                <a:path w="12098" h="11996" extrusionOk="0">
                  <a:moveTo>
                    <a:pt x="7530" y="725"/>
                  </a:moveTo>
                  <a:cubicBezTo>
                    <a:pt x="9672" y="725"/>
                    <a:pt x="11405" y="2457"/>
                    <a:pt x="11405" y="4568"/>
                  </a:cubicBezTo>
                  <a:cubicBezTo>
                    <a:pt x="11405" y="6711"/>
                    <a:pt x="9672" y="8443"/>
                    <a:pt x="7530" y="8443"/>
                  </a:cubicBezTo>
                  <a:cubicBezTo>
                    <a:pt x="5419" y="8443"/>
                    <a:pt x="3686" y="6711"/>
                    <a:pt x="3686" y="4568"/>
                  </a:cubicBezTo>
                  <a:cubicBezTo>
                    <a:pt x="3686" y="2457"/>
                    <a:pt x="5419" y="725"/>
                    <a:pt x="7530" y="725"/>
                  </a:cubicBezTo>
                  <a:close/>
                  <a:moveTo>
                    <a:pt x="4064" y="7530"/>
                  </a:moveTo>
                  <a:cubicBezTo>
                    <a:pt x="4222" y="7719"/>
                    <a:pt x="4379" y="7876"/>
                    <a:pt x="4568" y="8034"/>
                  </a:cubicBezTo>
                  <a:lnTo>
                    <a:pt x="3686" y="8947"/>
                  </a:lnTo>
                  <a:lnTo>
                    <a:pt x="3151" y="8443"/>
                  </a:lnTo>
                  <a:lnTo>
                    <a:pt x="4064" y="7530"/>
                  </a:lnTo>
                  <a:close/>
                  <a:moveTo>
                    <a:pt x="2647" y="8916"/>
                  </a:moveTo>
                  <a:lnTo>
                    <a:pt x="3151" y="9420"/>
                  </a:lnTo>
                  <a:lnTo>
                    <a:pt x="1386" y="11184"/>
                  </a:lnTo>
                  <a:cubicBezTo>
                    <a:pt x="1323" y="11247"/>
                    <a:pt x="1237" y="11279"/>
                    <a:pt x="1146" y="11279"/>
                  </a:cubicBezTo>
                  <a:cubicBezTo>
                    <a:pt x="1056" y="11279"/>
                    <a:pt x="961" y="11247"/>
                    <a:pt x="882" y="11184"/>
                  </a:cubicBezTo>
                  <a:cubicBezTo>
                    <a:pt x="756" y="11090"/>
                    <a:pt x="756" y="10838"/>
                    <a:pt x="882" y="10680"/>
                  </a:cubicBezTo>
                  <a:lnTo>
                    <a:pt x="2647" y="8916"/>
                  </a:lnTo>
                  <a:close/>
                  <a:moveTo>
                    <a:pt x="7530" y="0"/>
                  </a:moveTo>
                  <a:cubicBezTo>
                    <a:pt x="5009" y="0"/>
                    <a:pt x="2962" y="2048"/>
                    <a:pt x="2962" y="4568"/>
                  </a:cubicBezTo>
                  <a:cubicBezTo>
                    <a:pt x="2962" y="5450"/>
                    <a:pt x="3214" y="6270"/>
                    <a:pt x="3623" y="6963"/>
                  </a:cubicBezTo>
                  <a:lnTo>
                    <a:pt x="410" y="10208"/>
                  </a:lnTo>
                  <a:cubicBezTo>
                    <a:pt x="0" y="10586"/>
                    <a:pt x="0" y="11279"/>
                    <a:pt x="410" y="11688"/>
                  </a:cubicBezTo>
                  <a:cubicBezTo>
                    <a:pt x="599" y="11893"/>
                    <a:pt x="867" y="11996"/>
                    <a:pt x="1138" y="11996"/>
                  </a:cubicBezTo>
                  <a:cubicBezTo>
                    <a:pt x="1410" y="11996"/>
                    <a:pt x="1686" y="11893"/>
                    <a:pt x="1890" y="11688"/>
                  </a:cubicBezTo>
                  <a:lnTo>
                    <a:pt x="5135" y="8475"/>
                  </a:lnTo>
                  <a:cubicBezTo>
                    <a:pt x="5829" y="8916"/>
                    <a:pt x="6679" y="9137"/>
                    <a:pt x="7530" y="9137"/>
                  </a:cubicBezTo>
                  <a:cubicBezTo>
                    <a:pt x="10050" y="9137"/>
                    <a:pt x="12098" y="7089"/>
                    <a:pt x="12098" y="4568"/>
                  </a:cubicBezTo>
                  <a:cubicBezTo>
                    <a:pt x="12098" y="2048"/>
                    <a:pt x="10050" y="0"/>
                    <a:pt x="75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5" name="Google Shape;13415;p141"/>
            <p:cNvSpPr/>
            <p:nvPr/>
          </p:nvSpPr>
          <p:spPr>
            <a:xfrm>
              <a:off x="-47404475" y="2395550"/>
              <a:ext cx="124475" cy="123675"/>
            </a:xfrm>
            <a:custGeom>
              <a:avLst/>
              <a:gdLst/>
              <a:ahLst/>
              <a:cxnLst/>
              <a:rect l="l" t="t" r="r" b="b"/>
              <a:pathLst>
                <a:path w="4979" h="4947" extrusionOk="0">
                  <a:moveTo>
                    <a:pt x="2804" y="2080"/>
                  </a:moveTo>
                  <a:cubicBezTo>
                    <a:pt x="2678" y="2395"/>
                    <a:pt x="2458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8" y="694"/>
                  </a:moveTo>
                  <a:cubicBezTo>
                    <a:pt x="2300" y="694"/>
                    <a:pt x="2678" y="977"/>
                    <a:pt x="2804" y="1418"/>
                  </a:cubicBezTo>
                  <a:lnTo>
                    <a:pt x="1828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41"/>
                  </a:lnTo>
                  <a:cubicBezTo>
                    <a:pt x="1072" y="2584"/>
                    <a:pt x="757" y="2206"/>
                    <a:pt x="757" y="1765"/>
                  </a:cubicBezTo>
                  <a:cubicBezTo>
                    <a:pt x="757" y="1166"/>
                    <a:pt x="1229" y="694"/>
                    <a:pt x="1828" y="694"/>
                  </a:cubicBezTo>
                  <a:close/>
                  <a:moveTo>
                    <a:pt x="4254" y="2080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4" y="3308"/>
                    <a:pt x="3371" y="2804"/>
                    <a:pt x="3498" y="2080"/>
                  </a:cubicBezTo>
                  <a:close/>
                  <a:moveTo>
                    <a:pt x="1796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15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96" y="4947"/>
                  </a:cubicBezTo>
                  <a:lnTo>
                    <a:pt x="4569" y="4947"/>
                  </a:lnTo>
                  <a:cubicBezTo>
                    <a:pt x="4789" y="4947"/>
                    <a:pt x="4947" y="4789"/>
                    <a:pt x="4947" y="4600"/>
                  </a:cubicBezTo>
                  <a:lnTo>
                    <a:pt x="4947" y="1796"/>
                  </a:lnTo>
                  <a:cubicBezTo>
                    <a:pt x="4978" y="1576"/>
                    <a:pt x="4821" y="1418"/>
                    <a:pt x="4632" y="1418"/>
                  </a:cubicBezTo>
                  <a:lnTo>
                    <a:pt x="3498" y="1418"/>
                  </a:lnTo>
                  <a:cubicBezTo>
                    <a:pt x="3371" y="631"/>
                    <a:pt x="2647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16" name="Google Shape;13416;p141"/>
          <p:cNvGrpSpPr/>
          <p:nvPr/>
        </p:nvGrpSpPr>
        <p:grpSpPr>
          <a:xfrm>
            <a:off x="851025" y="3645367"/>
            <a:ext cx="358199" cy="272648"/>
            <a:chOff x="-47527350" y="2747625"/>
            <a:chExt cx="300100" cy="228425"/>
          </a:xfrm>
        </p:grpSpPr>
        <p:sp>
          <p:nvSpPr>
            <p:cNvPr id="13417" name="Google Shape;13417;p141"/>
            <p:cNvSpPr/>
            <p:nvPr/>
          </p:nvSpPr>
          <p:spPr>
            <a:xfrm>
              <a:off x="-47475350" y="2782275"/>
              <a:ext cx="124450" cy="124475"/>
            </a:xfrm>
            <a:custGeom>
              <a:avLst/>
              <a:gdLst/>
              <a:ahLst/>
              <a:cxnLst/>
              <a:rect l="l" t="t" r="r" b="b"/>
              <a:pathLst>
                <a:path w="4978" h="4979" extrusionOk="0">
                  <a:moveTo>
                    <a:pt x="2804" y="2080"/>
                  </a:moveTo>
                  <a:cubicBezTo>
                    <a:pt x="2678" y="2395"/>
                    <a:pt x="2457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7" y="725"/>
                  </a:moveTo>
                  <a:cubicBezTo>
                    <a:pt x="2300" y="725"/>
                    <a:pt x="2678" y="977"/>
                    <a:pt x="2804" y="1418"/>
                  </a:cubicBezTo>
                  <a:lnTo>
                    <a:pt x="1827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73"/>
                  </a:lnTo>
                  <a:cubicBezTo>
                    <a:pt x="1071" y="2615"/>
                    <a:pt x="756" y="2206"/>
                    <a:pt x="756" y="1765"/>
                  </a:cubicBezTo>
                  <a:cubicBezTo>
                    <a:pt x="756" y="1197"/>
                    <a:pt x="1229" y="725"/>
                    <a:pt x="1827" y="725"/>
                  </a:cubicBezTo>
                  <a:close/>
                  <a:moveTo>
                    <a:pt x="4253" y="2080"/>
                  </a:moveTo>
                  <a:lnTo>
                    <a:pt x="4253" y="4222"/>
                  </a:lnTo>
                  <a:lnTo>
                    <a:pt x="2142" y="4222"/>
                  </a:lnTo>
                  <a:lnTo>
                    <a:pt x="2142" y="3466"/>
                  </a:lnTo>
                  <a:cubicBezTo>
                    <a:pt x="2804" y="3308"/>
                    <a:pt x="3371" y="2804"/>
                    <a:pt x="3529" y="2080"/>
                  </a:cubicBezTo>
                  <a:close/>
                  <a:moveTo>
                    <a:pt x="1764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821"/>
                    <a:pt x="1575" y="4978"/>
                    <a:pt x="1764" y="4978"/>
                  </a:cubicBezTo>
                  <a:lnTo>
                    <a:pt x="4568" y="4978"/>
                  </a:lnTo>
                  <a:cubicBezTo>
                    <a:pt x="4757" y="4978"/>
                    <a:pt x="4915" y="4821"/>
                    <a:pt x="4915" y="4600"/>
                  </a:cubicBezTo>
                  <a:lnTo>
                    <a:pt x="4915" y="1828"/>
                  </a:lnTo>
                  <a:cubicBezTo>
                    <a:pt x="4978" y="1576"/>
                    <a:pt x="4820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46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8" name="Google Shape;13418;p141"/>
            <p:cNvSpPr/>
            <p:nvPr/>
          </p:nvSpPr>
          <p:spPr>
            <a:xfrm>
              <a:off x="-47333600" y="278227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9" name="Google Shape;13419;p141"/>
            <p:cNvSpPr/>
            <p:nvPr/>
          </p:nvSpPr>
          <p:spPr>
            <a:xfrm>
              <a:off x="-47333600" y="281772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141"/>
            <p:cNvSpPr/>
            <p:nvPr/>
          </p:nvSpPr>
          <p:spPr>
            <a:xfrm>
              <a:off x="-47333600" y="2852375"/>
              <a:ext cx="53600" cy="17350"/>
            </a:xfrm>
            <a:custGeom>
              <a:avLst/>
              <a:gdLst/>
              <a:ahLst/>
              <a:cxnLst/>
              <a:rect l="l" t="t" r="r" b="b"/>
              <a:pathLst>
                <a:path w="214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97" y="693"/>
                  </a:lnTo>
                  <a:cubicBezTo>
                    <a:pt x="1986" y="693"/>
                    <a:pt x="2143" y="536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141"/>
            <p:cNvSpPr/>
            <p:nvPr/>
          </p:nvSpPr>
          <p:spPr>
            <a:xfrm>
              <a:off x="-47333600" y="2887800"/>
              <a:ext cx="53600" cy="17375"/>
            </a:xfrm>
            <a:custGeom>
              <a:avLst/>
              <a:gdLst/>
              <a:ahLst/>
              <a:cxnLst/>
              <a:rect l="l" t="t" r="r" b="b"/>
              <a:pathLst>
                <a:path w="2144" h="6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1797" y="694"/>
                  </a:lnTo>
                  <a:cubicBezTo>
                    <a:pt x="1986" y="694"/>
                    <a:pt x="2143" y="537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141"/>
            <p:cNvSpPr/>
            <p:nvPr/>
          </p:nvSpPr>
          <p:spPr>
            <a:xfrm>
              <a:off x="-47527350" y="2747625"/>
              <a:ext cx="300100" cy="228425"/>
            </a:xfrm>
            <a:custGeom>
              <a:avLst/>
              <a:gdLst/>
              <a:ahLst/>
              <a:cxnLst/>
              <a:rect l="l" t="t" r="r" b="b"/>
              <a:pathLst>
                <a:path w="12004" h="9137" extrusionOk="0">
                  <a:moveTo>
                    <a:pt x="10586" y="693"/>
                  </a:moveTo>
                  <a:lnTo>
                    <a:pt x="10586" y="7026"/>
                  </a:lnTo>
                  <a:lnTo>
                    <a:pt x="1418" y="7026"/>
                  </a:lnTo>
                  <a:lnTo>
                    <a:pt x="1418" y="693"/>
                  </a:lnTo>
                  <a:close/>
                  <a:moveTo>
                    <a:pt x="11311" y="7687"/>
                  </a:moveTo>
                  <a:lnTo>
                    <a:pt x="11311" y="8412"/>
                  </a:lnTo>
                  <a:lnTo>
                    <a:pt x="725" y="8412"/>
                  </a:lnTo>
                  <a:lnTo>
                    <a:pt x="725" y="7687"/>
                  </a:lnTo>
                  <a:close/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026"/>
                  </a:lnTo>
                  <a:lnTo>
                    <a:pt x="347" y="7026"/>
                  </a:lnTo>
                  <a:cubicBezTo>
                    <a:pt x="158" y="7026"/>
                    <a:pt x="1" y="7183"/>
                    <a:pt x="1" y="7372"/>
                  </a:cubicBezTo>
                  <a:lnTo>
                    <a:pt x="1" y="8790"/>
                  </a:lnTo>
                  <a:cubicBezTo>
                    <a:pt x="1" y="8979"/>
                    <a:pt x="158" y="9136"/>
                    <a:pt x="347" y="9136"/>
                  </a:cubicBezTo>
                  <a:lnTo>
                    <a:pt x="11658" y="9136"/>
                  </a:lnTo>
                  <a:cubicBezTo>
                    <a:pt x="11847" y="9136"/>
                    <a:pt x="12004" y="8979"/>
                    <a:pt x="12004" y="8790"/>
                  </a:cubicBezTo>
                  <a:lnTo>
                    <a:pt x="12004" y="7372"/>
                  </a:lnTo>
                  <a:cubicBezTo>
                    <a:pt x="12004" y="7183"/>
                    <a:pt x="11847" y="7026"/>
                    <a:pt x="11658" y="7026"/>
                  </a:cubicBezTo>
                  <a:lnTo>
                    <a:pt x="11311" y="7026"/>
                  </a:lnTo>
                  <a:lnTo>
                    <a:pt x="11311" y="378"/>
                  </a:lnTo>
                  <a:cubicBezTo>
                    <a:pt x="11311" y="158"/>
                    <a:pt x="11153" y="0"/>
                    <a:pt x="109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23" name="Google Shape;13423;p141"/>
          <p:cNvSpPr/>
          <p:nvPr/>
        </p:nvSpPr>
        <p:spPr>
          <a:xfrm>
            <a:off x="3077474" y="2687082"/>
            <a:ext cx="356319" cy="360795"/>
          </a:xfrm>
          <a:custGeom>
            <a:avLst/>
            <a:gdLst/>
            <a:ahLst/>
            <a:cxnLst/>
            <a:rect l="l" t="t" r="r" b="b"/>
            <a:pathLst>
              <a:path w="11941" h="12091" extrusionOk="0">
                <a:moveTo>
                  <a:pt x="5955" y="796"/>
                </a:moveTo>
                <a:lnTo>
                  <a:pt x="10933" y="3915"/>
                </a:lnTo>
                <a:lnTo>
                  <a:pt x="5955" y="7034"/>
                </a:lnTo>
                <a:lnTo>
                  <a:pt x="977" y="3915"/>
                </a:lnTo>
                <a:lnTo>
                  <a:pt x="5955" y="796"/>
                </a:lnTo>
                <a:close/>
                <a:moveTo>
                  <a:pt x="9924" y="5428"/>
                </a:moveTo>
                <a:lnTo>
                  <a:pt x="10964" y="6058"/>
                </a:lnTo>
                <a:lnTo>
                  <a:pt x="5955" y="9145"/>
                </a:lnTo>
                <a:lnTo>
                  <a:pt x="977" y="6058"/>
                </a:lnTo>
                <a:lnTo>
                  <a:pt x="2017" y="5428"/>
                </a:lnTo>
                <a:lnTo>
                  <a:pt x="5797" y="7790"/>
                </a:lnTo>
                <a:cubicBezTo>
                  <a:pt x="5860" y="7822"/>
                  <a:pt x="5931" y="7838"/>
                  <a:pt x="5994" y="7838"/>
                </a:cubicBezTo>
                <a:cubicBezTo>
                  <a:pt x="6057" y="7838"/>
                  <a:pt x="6112" y="7822"/>
                  <a:pt x="6144" y="7790"/>
                </a:cubicBezTo>
                <a:lnTo>
                  <a:pt x="9924" y="5428"/>
                </a:lnTo>
                <a:close/>
                <a:moveTo>
                  <a:pt x="9956" y="7538"/>
                </a:moveTo>
                <a:lnTo>
                  <a:pt x="10964" y="8169"/>
                </a:lnTo>
                <a:lnTo>
                  <a:pt x="5986" y="11288"/>
                </a:lnTo>
                <a:lnTo>
                  <a:pt x="1040" y="8169"/>
                </a:lnTo>
                <a:lnTo>
                  <a:pt x="2048" y="7538"/>
                </a:lnTo>
                <a:lnTo>
                  <a:pt x="5829" y="9901"/>
                </a:lnTo>
                <a:cubicBezTo>
                  <a:pt x="5892" y="9949"/>
                  <a:pt x="5963" y="9972"/>
                  <a:pt x="6026" y="9972"/>
                </a:cubicBezTo>
                <a:cubicBezTo>
                  <a:pt x="6089" y="9972"/>
                  <a:pt x="6144" y="9949"/>
                  <a:pt x="6175" y="9901"/>
                </a:cubicBezTo>
                <a:lnTo>
                  <a:pt x="9956" y="7538"/>
                </a:lnTo>
                <a:close/>
                <a:moveTo>
                  <a:pt x="5959" y="1"/>
                </a:moveTo>
                <a:cubicBezTo>
                  <a:pt x="5900" y="1"/>
                  <a:pt x="5845" y="25"/>
                  <a:pt x="5797" y="72"/>
                </a:cubicBezTo>
                <a:lnTo>
                  <a:pt x="158" y="3600"/>
                </a:lnTo>
                <a:cubicBezTo>
                  <a:pt x="32" y="3695"/>
                  <a:pt x="0" y="3758"/>
                  <a:pt x="0" y="3915"/>
                </a:cubicBezTo>
                <a:cubicBezTo>
                  <a:pt x="0" y="4073"/>
                  <a:pt x="95" y="4136"/>
                  <a:pt x="158" y="4230"/>
                </a:cubicBezTo>
                <a:lnTo>
                  <a:pt x="1387" y="4987"/>
                </a:lnTo>
                <a:lnTo>
                  <a:pt x="158" y="5743"/>
                </a:lnTo>
                <a:cubicBezTo>
                  <a:pt x="32" y="5806"/>
                  <a:pt x="0" y="5869"/>
                  <a:pt x="0" y="6058"/>
                </a:cubicBezTo>
                <a:cubicBezTo>
                  <a:pt x="0" y="6152"/>
                  <a:pt x="95" y="6278"/>
                  <a:pt x="158" y="6373"/>
                </a:cubicBezTo>
                <a:lnTo>
                  <a:pt x="1387" y="7097"/>
                </a:lnTo>
                <a:lnTo>
                  <a:pt x="158" y="7854"/>
                </a:lnTo>
                <a:cubicBezTo>
                  <a:pt x="32" y="7948"/>
                  <a:pt x="0" y="8011"/>
                  <a:pt x="0" y="8169"/>
                </a:cubicBezTo>
                <a:cubicBezTo>
                  <a:pt x="0" y="8295"/>
                  <a:pt x="95" y="8421"/>
                  <a:pt x="158" y="8484"/>
                </a:cubicBezTo>
                <a:lnTo>
                  <a:pt x="5797" y="12044"/>
                </a:lnTo>
                <a:cubicBezTo>
                  <a:pt x="5860" y="12075"/>
                  <a:pt x="5931" y="12091"/>
                  <a:pt x="5994" y="12091"/>
                </a:cubicBezTo>
                <a:cubicBezTo>
                  <a:pt x="6057" y="12091"/>
                  <a:pt x="6112" y="12075"/>
                  <a:pt x="6144" y="12044"/>
                </a:cubicBezTo>
                <a:lnTo>
                  <a:pt x="11783" y="8484"/>
                </a:lnTo>
                <a:cubicBezTo>
                  <a:pt x="11909" y="8421"/>
                  <a:pt x="11941" y="8326"/>
                  <a:pt x="11941" y="8169"/>
                </a:cubicBezTo>
                <a:cubicBezTo>
                  <a:pt x="11941" y="8043"/>
                  <a:pt x="11846" y="7948"/>
                  <a:pt x="11783" y="7854"/>
                </a:cubicBezTo>
                <a:lnTo>
                  <a:pt x="10555" y="7097"/>
                </a:lnTo>
                <a:lnTo>
                  <a:pt x="11783" y="6373"/>
                </a:lnTo>
                <a:cubicBezTo>
                  <a:pt x="11909" y="6278"/>
                  <a:pt x="11941" y="6152"/>
                  <a:pt x="11941" y="6058"/>
                </a:cubicBezTo>
                <a:cubicBezTo>
                  <a:pt x="11941" y="5932"/>
                  <a:pt x="11846" y="5806"/>
                  <a:pt x="11783" y="5743"/>
                </a:cubicBezTo>
                <a:lnTo>
                  <a:pt x="10555" y="4987"/>
                </a:lnTo>
                <a:lnTo>
                  <a:pt x="11783" y="4230"/>
                </a:lnTo>
                <a:cubicBezTo>
                  <a:pt x="11909" y="4136"/>
                  <a:pt x="11941" y="4073"/>
                  <a:pt x="11941" y="3915"/>
                </a:cubicBezTo>
                <a:cubicBezTo>
                  <a:pt x="11941" y="3758"/>
                  <a:pt x="11846" y="3695"/>
                  <a:pt x="11783" y="3600"/>
                </a:cubicBezTo>
                <a:lnTo>
                  <a:pt x="6144" y="72"/>
                </a:lnTo>
                <a:cubicBezTo>
                  <a:pt x="6081" y="25"/>
                  <a:pt x="6018" y="1"/>
                  <a:pt x="595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24" name="Google Shape;13424;p141"/>
          <p:cNvGrpSpPr/>
          <p:nvPr/>
        </p:nvGrpSpPr>
        <p:grpSpPr>
          <a:xfrm>
            <a:off x="3073924" y="3158422"/>
            <a:ext cx="358229" cy="314961"/>
            <a:chOff x="-45664625" y="2352225"/>
            <a:chExt cx="300125" cy="263875"/>
          </a:xfrm>
        </p:grpSpPr>
        <p:sp>
          <p:nvSpPr>
            <p:cNvPr id="13425" name="Google Shape;13425;p141"/>
            <p:cNvSpPr/>
            <p:nvPr/>
          </p:nvSpPr>
          <p:spPr>
            <a:xfrm>
              <a:off x="-45664625" y="2352225"/>
              <a:ext cx="300125" cy="263875"/>
            </a:xfrm>
            <a:custGeom>
              <a:avLst/>
              <a:gdLst/>
              <a:ahLst/>
              <a:cxnLst/>
              <a:rect l="l" t="t" r="r" b="b"/>
              <a:pathLst>
                <a:path w="12005" h="10555" extrusionOk="0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141"/>
            <p:cNvSpPr/>
            <p:nvPr/>
          </p:nvSpPr>
          <p:spPr>
            <a:xfrm>
              <a:off x="-45612625" y="2475100"/>
              <a:ext cx="55150" cy="88225"/>
            </a:xfrm>
            <a:custGeom>
              <a:avLst/>
              <a:gdLst/>
              <a:ahLst/>
              <a:cxnLst/>
              <a:rect l="l" t="t" r="r" b="b"/>
              <a:pathLst>
                <a:path w="2206" h="3529" extrusionOk="0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141"/>
            <p:cNvSpPr/>
            <p:nvPr/>
          </p:nvSpPr>
          <p:spPr>
            <a:xfrm>
              <a:off x="-45471650" y="2475100"/>
              <a:ext cx="54375" cy="86850"/>
            </a:xfrm>
            <a:custGeom>
              <a:avLst/>
              <a:gdLst/>
              <a:ahLst/>
              <a:cxnLst/>
              <a:rect l="l" t="t" r="r" b="b"/>
              <a:pathLst>
                <a:path w="2175" h="3474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8" name="Google Shape;13428;p141"/>
            <p:cNvSpPr/>
            <p:nvPr/>
          </p:nvSpPr>
          <p:spPr>
            <a:xfrm>
              <a:off x="-45542525" y="2456975"/>
              <a:ext cx="55150" cy="123300"/>
            </a:xfrm>
            <a:custGeom>
              <a:avLst/>
              <a:gdLst/>
              <a:ahLst/>
              <a:cxnLst/>
              <a:rect l="l" t="t" r="r" b="b"/>
              <a:pathLst>
                <a:path w="2206" h="4932" extrusionOk="0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9" name="Google Shape;13429;p141"/>
            <p:cNvSpPr/>
            <p:nvPr/>
          </p:nvSpPr>
          <p:spPr>
            <a:xfrm>
              <a:off x="-45541750" y="23861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141"/>
            <p:cNvSpPr/>
            <p:nvPr/>
          </p:nvSpPr>
          <p:spPr>
            <a:xfrm>
              <a:off x="-45488175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141"/>
            <p:cNvSpPr/>
            <p:nvPr/>
          </p:nvSpPr>
          <p:spPr>
            <a:xfrm>
              <a:off x="-45436200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2" name="Google Shape;13432;p141"/>
          <p:cNvGrpSpPr/>
          <p:nvPr/>
        </p:nvGrpSpPr>
        <p:grpSpPr>
          <a:xfrm>
            <a:off x="3073103" y="3592401"/>
            <a:ext cx="359870" cy="357573"/>
            <a:chOff x="-45665400" y="2703250"/>
            <a:chExt cx="301500" cy="299575"/>
          </a:xfrm>
        </p:grpSpPr>
        <p:sp>
          <p:nvSpPr>
            <p:cNvPr id="13433" name="Google Shape;13433;p141"/>
            <p:cNvSpPr/>
            <p:nvPr/>
          </p:nvSpPr>
          <p:spPr>
            <a:xfrm>
              <a:off x="-45664625" y="2703250"/>
              <a:ext cx="300725" cy="299575"/>
            </a:xfrm>
            <a:custGeom>
              <a:avLst/>
              <a:gdLst/>
              <a:ahLst/>
              <a:cxnLst/>
              <a:rect l="l" t="t" r="r" b="b"/>
              <a:pathLst>
                <a:path w="12029" h="11983" extrusionOk="0">
                  <a:moveTo>
                    <a:pt x="9799" y="1271"/>
                  </a:moveTo>
                  <a:lnTo>
                    <a:pt x="4947" y="4926"/>
                  </a:lnTo>
                  <a:lnTo>
                    <a:pt x="1482" y="3823"/>
                  </a:lnTo>
                  <a:lnTo>
                    <a:pt x="9799" y="1271"/>
                  </a:lnTo>
                  <a:close/>
                  <a:moveTo>
                    <a:pt x="9830" y="2153"/>
                  </a:moveTo>
                  <a:lnTo>
                    <a:pt x="6459" y="6627"/>
                  </a:lnTo>
                  <a:lnTo>
                    <a:pt x="4727" y="7257"/>
                  </a:lnTo>
                  <a:lnTo>
                    <a:pt x="5357" y="5524"/>
                  </a:lnTo>
                  <a:lnTo>
                    <a:pt x="9830" y="2153"/>
                  </a:lnTo>
                  <a:close/>
                  <a:moveTo>
                    <a:pt x="10681" y="2153"/>
                  </a:moveTo>
                  <a:lnTo>
                    <a:pt x="8098" y="10439"/>
                  </a:lnTo>
                  <a:lnTo>
                    <a:pt x="6995" y="6973"/>
                  </a:lnTo>
                  <a:lnTo>
                    <a:pt x="10681" y="2153"/>
                  </a:lnTo>
                  <a:close/>
                  <a:moveTo>
                    <a:pt x="11627" y="0"/>
                  </a:moveTo>
                  <a:cubicBezTo>
                    <a:pt x="11596" y="0"/>
                    <a:pt x="11564" y="4"/>
                    <a:pt x="11532" y="11"/>
                  </a:cubicBezTo>
                  <a:lnTo>
                    <a:pt x="221" y="3508"/>
                  </a:lnTo>
                  <a:cubicBezTo>
                    <a:pt x="64" y="3571"/>
                    <a:pt x="1" y="3728"/>
                    <a:pt x="1" y="3886"/>
                  </a:cubicBezTo>
                  <a:cubicBezTo>
                    <a:pt x="1" y="4043"/>
                    <a:pt x="127" y="4138"/>
                    <a:pt x="221" y="4232"/>
                  </a:cubicBezTo>
                  <a:lnTo>
                    <a:pt x="4569" y="5619"/>
                  </a:lnTo>
                  <a:lnTo>
                    <a:pt x="3750" y="7824"/>
                  </a:lnTo>
                  <a:cubicBezTo>
                    <a:pt x="3687" y="7919"/>
                    <a:pt x="3750" y="8076"/>
                    <a:pt x="3813" y="8171"/>
                  </a:cubicBezTo>
                  <a:cubicBezTo>
                    <a:pt x="3880" y="8215"/>
                    <a:pt x="3978" y="8260"/>
                    <a:pt x="4063" y="8260"/>
                  </a:cubicBezTo>
                  <a:cubicBezTo>
                    <a:pt x="4099" y="8260"/>
                    <a:pt x="4132" y="8252"/>
                    <a:pt x="4160" y="8234"/>
                  </a:cubicBezTo>
                  <a:lnTo>
                    <a:pt x="6365" y="7414"/>
                  </a:lnTo>
                  <a:lnTo>
                    <a:pt x="7751" y="11762"/>
                  </a:lnTo>
                  <a:cubicBezTo>
                    <a:pt x="7783" y="11920"/>
                    <a:pt x="7940" y="11983"/>
                    <a:pt x="8098" y="11983"/>
                  </a:cubicBezTo>
                  <a:cubicBezTo>
                    <a:pt x="8255" y="11983"/>
                    <a:pt x="8381" y="11857"/>
                    <a:pt x="8476" y="11762"/>
                  </a:cubicBezTo>
                  <a:lnTo>
                    <a:pt x="11973" y="483"/>
                  </a:lnTo>
                  <a:cubicBezTo>
                    <a:pt x="12029" y="205"/>
                    <a:pt x="11862" y="0"/>
                    <a:pt x="116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141"/>
            <p:cNvSpPr/>
            <p:nvPr/>
          </p:nvSpPr>
          <p:spPr>
            <a:xfrm>
              <a:off x="-45663825" y="2879150"/>
              <a:ext cx="71700" cy="71500"/>
            </a:xfrm>
            <a:custGeom>
              <a:avLst/>
              <a:gdLst/>
              <a:ahLst/>
              <a:cxnLst/>
              <a:rect l="l" t="t" r="r" b="b"/>
              <a:pathLst>
                <a:path w="2868" h="2860" extrusionOk="0">
                  <a:moveTo>
                    <a:pt x="2517" y="0"/>
                  </a:moveTo>
                  <a:cubicBezTo>
                    <a:pt x="2418" y="0"/>
                    <a:pt x="2316" y="32"/>
                    <a:pt x="2237" y="95"/>
                  </a:cubicBezTo>
                  <a:lnTo>
                    <a:pt x="126" y="2237"/>
                  </a:lnTo>
                  <a:cubicBezTo>
                    <a:pt x="0" y="2363"/>
                    <a:pt x="0" y="2584"/>
                    <a:pt x="126" y="2741"/>
                  </a:cubicBezTo>
                  <a:cubicBezTo>
                    <a:pt x="205" y="2820"/>
                    <a:pt x="300" y="2859"/>
                    <a:pt x="390" y="2859"/>
                  </a:cubicBezTo>
                  <a:cubicBezTo>
                    <a:pt x="481" y="2859"/>
                    <a:pt x="568" y="2820"/>
                    <a:pt x="631" y="2741"/>
                  </a:cubicBezTo>
                  <a:lnTo>
                    <a:pt x="2773" y="630"/>
                  </a:lnTo>
                  <a:cubicBezTo>
                    <a:pt x="2867" y="504"/>
                    <a:pt x="2867" y="252"/>
                    <a:pt x="2773" y="95"/>
                  </a:cubicBezTo>
                  <a:cubicBezTo>
                    <a:pt x="2710" y="32"/>
                    <a:pt x="2615" y="0"/>
                    <a:pt x="25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141"/>
            <p:cNvSpPr/>
            <p:nvPr/>
          </p:nvSpPr>
          <p:spPr>
            <a:xfrm>
              <a:off x="-45613425" y="2929750"/>
              <a:ext cx="71700" cy="71500"/>
            </a:xfrm>
            <a:custGeom>
              <a:avLst/>
              <a:gdLst/>
              <a:ahLst/>
              <a:cxnLst/>
              <a:rect l="l" t="t" r="r" b="b"/>
              <a:pathLst>
                <a:path w="2868" h="2860" extrusionOk="0">
                  <a:moveTo>
                    <a:pt x="2478" y="1"/>
                  </a:moveTo>
                  <a:cubicBezTo>
                    <a:pt x="2387" y="1"/>
                    <a:pt x="2301" y="40"/>
                    <a:pt x="2238" y="119"/>
                  </a:cubicBezTo>
                  <a:lnTo>
                    <a:pt x="127" y="2261"/>
                  </a:lnTo>
                  <a:cubicBezTo>
                    <a:pt x="1" y="2387"/>
                    <a:pt x="1" y="2608"/>
                    <a:pt x="127" y="2765"/>
                  </a:cubicBezTo>
                  <a:cubicBezTo>
                    <a:pt x="190" y="2828"/>
                    <a:pt x="276" y="2860"/>
                    <a:pt x="367" y="2860"/>
                  </a:cubicBezTo>
                  <a:cubicBezTo>
                    <a:pt x="458" y="2860"/>
                    <a:pt x="552" y="2828"/>
                    <a:pt x="631" y="2765"/>
                  </a:cubicBezTo>
                  <a:lnTo>
                    <a:pt x="2742" y="654"/>
                  </a:lnTo>
                  <a:cubicBezTo>
                    <a:pt x="2868" y="528"/>
                    <a:pt x="2868" y="276"/>
                    <a:pt x="2742" y="119"/>
                  </a:cubicBezTo>
                  <a:cubicBezTo>
                    <a:pt x="2663" y="40"/>
                    <a:pt x="2568" y="1"/>
                    <a:pt x="24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141"/>
            <p:cNvSpPr/>
            <p:nvPr/>
          </p:nvSpPr>
          <p:spPr>
            <a:xfrm>
              <a:off x="-45665400" y="2923050"/>
              <a:ext cx="81150" cy="79000"/>
            </a:xfrm>
            <a:custGeom>
              <a:avLst/>
              <a:gdLst/>
              <a:ahLst/>
              <a:cxnLst/>
              <a:rect l="l" t="t" r="r" b="b"/>
              <a:pathLst>
                <a:path w="3246" h="3160" extrusionOk="0">
                  <a:moveTo>
                    <a:pt x="2859" y="1"/>
                  </a:moveTo>
                  <a:cubicBezTo>
                    <a:pt x="2765" y="1"/>
                    <a:pt x="2663" y="24"/>
                    <a:pt x="2584" y="72"/>
                  </a:cubicBezTo>
                  <a:lnTo>
                    <a:pt x="95" y="2561"/>
                  </a:lnTo>
                  <a:cubicBezTo>
                    <a:pt x="0" y="2687"/>
                    <a:pt x="0" y="2907"/>
                    <a:pt x="95" y="3065"/>
                  </a:cubicBezTo>
                  <a:cubicBezTo>
                    <a:pt x="158" y="3128"/>
                    <a:pt x="252" y="3159"/>
                    <a:pt x="351" y="3159"/>
                  </a:cubicBezTo>
                  <a:cubicBezTo>
                    <a:pt x="449" y="3159"/>
                    <a:pt x="552" y="3128"/>
                    <a:pt x="631" y="3065"/>
                  </a:cubicBezTo>
                  <a:lnTo>
                    <a:pt x="3088" y="607"/>
                  </a:lnTo>
                  <a:cubicBezTo>
                    <a:pt x="3245" y="450"/>
                    <a:pt x="3245" y="229"/>
                    <a:pt x="3088" y="72"/>
                  </a:cubicBezTo>
                  <a:cubicBezTo>
                    <a:pt x="3041" y="24"/>
                    <a:pt x="2954" y="1"/>
                    <a:pt x="2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7" name="Google Shape;13437;p141"/>
          <p:cNvGrpSpPr/>
          <p:nvPr/>
        </p:nvGrpSpPr>
        <p:grpSpPr>
          <a:xfrm>
            <a:off x="2174760" y="4033337"/>
            <a:ext cx="359154" cy="360109"/>
            <a:chOff x="-44528075" y="1982825"/>
            <a:chExt cx="300900" cy="301700"/>
          </a:xfrm>
        </p:grpSpPr>
        <p:sp>
          <p:nvSpPr>
            <p:cNvPr id="13438" name="Google Shape;13438;p141"/>
            <p:cNvSpPr/>
            <p:nvPr/>
          </p:nvSpPr>
          <p:spPr>
            <a:xfrm>
              <a:off x="-44528075" y="1982825"/>
              <a:ext cx="300900" cy="301700"/>
            </a:xfrm>
            <a:custGeom>
              <a:avLst/>
              <a:gdLst/>
              <a:ahLst/>
              <a:cxnLst/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141"/>
            <p:cNvSpPr/>
            <p:nvPr/>
          </p:nvSpPr>
          <p:spPr>
            <a:xfrm>
              <a:off x="-4445560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141"/>
            <p:cNvSpPr/>
            <p:nvPr/>
          </p:nvSpPr>
          <p:spPr>
            <a:xfrm>
              <a:off x="-44455600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141"/>
            <p:cNvSpPr/>
            <p:nvPr/>
          </p:nvSpPr>
          <p:spPr>
            <a:xfrm>
              <a:off x="-443146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141"/>
            <p:cNvSpPr/>
            <p:nvPr/>
          </p:nvSpPr>
          <p:spPr>
            <a:xfrm>
              <a:off x="-44314625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141"/>
            <p:cNvSpPr/>
            <p:nvPr/>
          </p:nvSpPr>
          <p:spPr>
            <a:xfrm>
              <a:off x="-44447725" y="2062375"/>
              <a:ext cx="143350" cy="140225"/>
            </a:xfrm>
            <a:custGeom>
              <a:avLst/>
              <a:gdLst/>
              <a:ahLst/>
              <a:cxnLst/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141"/>
            <p:cNvSpPr/>
            <p:nvPr/>
          </p:nvSpPr>
          <p:spPr>
            <a:xfrm>
              <a:off x="-44403625" y="2107275"/>
              <a:ext cx="53575" cy="52800"/>
            </a:xfrm>
            <a:custGeom>
              <a:avLst/>
              <a:gdLst/>
              <a:ahLst/>
              <a:cxnLst/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45" name="Google Shape;13445;p141"/>
          <p:cNvSpPr/>
          <p:nvPr/>
        </p:nvSpPr>
        <p:spPr>
          <a:xfrm>
            <a:off x="2628711" y="1302875"/>
            <a:ext cx="358199" cy="358199"/>
          </a:xfrm>
          <a:custGeom>
            <a:avLst/>
            <a:gdLst/>
            <a:ahLst/>
            <a:cxnLst/>
            <a:rect l="l" t="t" r="r" b="b"/>
            <a:pathLst>
              <a:path w="12004" h="12004" extrusionOk="0">
                <a:moveTo>
                  <a:pt x="5671" y="725"/>
                </a:moveTo>
                <a:lnTo>
                  <a:pt x="5671" y="2395"/>
                </a:lnTo>
                <a:cubicBezTo>
                  <a:pt x="5671" y="2616"/>
                  <a:pt x="5843" y="2760"/>
                  <a:pt x="6021" y="2760"/>
                </a:cubicBezTo>
                <a:cubicBezTo>
                  <a:pt x="6097" y="2760"/>
                  <a:pt x="6173" y="2734"/>
                  <a:pt x="6239" y="2678"/>
                </a:cubicBezTo>
                <a:cubicBezTo>
                  <a:pt x="6365" y="2552"/>
                  <a:pt x="6554" y="2489"/>
                  <a:pt x="6711" y="2489"/>
                </a:cubicBezTo>
                <a:cubicBezTo>
                  <a:pt x="7121" y="2489"/>
                  <a:pt x="7436" y="2804"/>
                  <a:pt x="7436" y="3182"/>
                </a:cubicBezTo>
                <a:cubicBezTo>
                  <a:pt x="7436" y="3592"/>
                  <a:pt x="7121" y="3907"/>
                  <a:pt x="6711" y="3907"/>
                </a:cubicBezTo>
                <a:cubicBezTo>
                  <a:pt x="6554" y="3907"/>
                  <a:pt x="6365" y="3812"/>
                  <a:pt x="6239" y="3686"/>
                </a:cubicBezTo>
                <a:cubicBezTo>
                  <a:pt x="6173" y="3630"/>
                  <a:pt x="6097" y="3605"/>
                  <a:pt x="6021" y="3605"/>
                </a:cubicBezTo>
                <a:cubicBezTo>
                  <a:pt x="5843" y="3605"/>
                  <a:pt x="5671" y="3748"/>
                  <a:pt x="5671" y="3970"/>
                </a:cubicBezTo>
                <a:lnTo>
                  <a:pt x="5671" y="5640"/>
                </a:lnTo>
                <a:lnTo>
                  <a:pt x="4569" y="5640"/>
                </a:lnTo>
                <a:cubicBezTo>
                  <a:pt x="4600" y="5514"/>
                  <a:pt x="4600" y="5388"/>
                  <a:pt x="4600" y="5262"/>
                </a:cubicBezTo>
                <a:cubicBezTo>
                  <a:pt x="4600" y="4474"/>
                  <a:pt x="3970" y="3875"/>
                  <a:pt x="3183" y="3875"/>
                </a:cubicBezTo>
                <a:cubicBezTo>
                  <a:pt x="2395" y="3875"/>
                  <a:pt x="1765" y="4474"/>
                  <a:pt x="1765" y="5262"/>
                </a:cubicBezTo>
                <a:cubicBezTo>
                  <a:pt x="1765" y="5388"/>
                  <a:pt x="1765" y="5514"/>
                  <a:pt x="1796" y="5640"/>
                </a:cubicBezTo>
                <a:lnTo>
                  <a:pt x="694" y="5640"/>
                </a:lnTo>
                <a:lnTo>
                  <a:pt x="694" y="1071"/>
                </a:lnTo>
                <a:cubicBezTo>
                  <a:pt x="694" y="882"/>
                  <a:pt x="851" y="725"/>
                  <a:pt x="1040" y="725"/>
                </a:cubicBezTo>
                <a:close/>
                <a:moveTo>
                  <a:pt x="10964" y="725"/>
                </a:moveTo>
                <a:cubicBezTo>
                  <a:pt x="11122" y="725"/>
                  <a:pt x="11311" y="882"/>
                  <a:pt x="11311" y="1071"/>
                </a:cubicBezTo>
                <a:lnTo>
                  <a:pt x="11311" y="5671"/>
                </a:lnTo>
                <a:lnTo>
                  <a:pt x="9610" y="5671"/>
                </a:lnTo>
                <a:cubicBezTo>
                  <a:pt x="9295" y="5671"/>
                  <a:pt x="9169" y="6018"/>
                  <a:pt x="9326" y="6270"/>
                </a:cubicBezTo>
                <a:cubicBezTo>
                  <a:pt x="9452" y="6396"/>
                  <a:pt x="9515" y="6585"/>
                  <a:pt x="9515" y="6742"/>
                </a:cubicBezTo>
                <a:cubicBezTo>
                  <a:pt x="9515" y="7120"/>
                  <a:pt x="9200" y="7435"/>
                  <a:pt x="8822" y="7435"/>
                </a:cubicBezTo>
                <a:cubicBezTo>
                  <a:pt x="8412" y="7435"/>
                  <a:pt x="8097" y="7120"/>
                  <a:pt x="8097" y="6742"/>
                </a:cubicBezTo>
                <a:cubicBezTo>
                  <a:pt x="8097" y="6585"/>
                  <a:pt x="8192" y="6364"/>
                  <a:pt x="8286" y="6270"/>
                </a:cubicBezTo>
                <a:cubicBezTo>
                  <a:pt x="8507" y="6018"/>
                  <a:pt x="8349" y="5671"/>
                  <a:pt x="8034" y="5671"/>
                </a:cubicBezTo>
                <a:lnTo>
                  <a:pt x="6365" y="5671"/>
                </a:lnTo>
                <a:lnTo>
                  <a:pt x="6365" y="4568"/>
                </a:lnTo>
                <a:cubicBezTo>
                  <a:pt x="6491" y="4600"/>
                  <a:pt x="6617" y="4600"/>
                  <a:pt x="6711" y="4600"/>
                </a:cubicBezTo>
                <a:cubicBezTo>
                  <a:pt x="7499" y="4600"/>
                  <a:pt x="8160" y="3970"/>
                  <a:pt x="8160" y="3182"/>
                </a:cubicBezTo>
                <a:cubicBezTo>
                  <a:pt x="8160" y="2395"/>
                  <a:pt x="7499" y="1764"/>
                  <a:pt x="6711" y="1764"/>
                </a:cubicBezTo>
                <a:cubicBezTo>
                  <a:pt x="6617" y="1764"/>
                  <a:pt x="6491" y="1764"/>
                  <a:pt x="6365" y="1796"/>
                </a:cubicBezTo>
                <a:lnTo>
                  <a:pt x="6365" y="725"/>
                </a:lnTo>
                <a:close/>
                <a:moveTo>
                  <a:pt x="3183" y="4568"/>
                </a:moveTo>
                <a:cubicBezTo>
                  <a:pt x="3561" y="4568"/>
                  <a:pt x="3876" y="4883"/>
                  <a:pt x="3876" y="5293"/>
                </a:cubicBezTo>
                <a:cubicBezTo>
                  <a:pt x="3876" y="5451"/>
                  <a:pt x="3813" y="5640"/>
                  <a:pt x="3687" y="5766"/>
                </a:cubicBezTo>
                <a:cubicBezTo>
                  <a:pt x="3498" y="5986"/>
                  <a:pt x="3655" y="6333"/>
                  <a:pt x="3970" y="6333"/>
                </a:cubicBezTo>
                <a:lnTo>
                  <a:pt x="5608" y="6333"/>
                </a:lnTo>
                <a:lnTo>
                  <a:pt x="5608" y="7435"/>
                </a:lnTo>
                <a:cubicBezTo>
                  <a:pt x="5514" y="7404"/>
                  <a:pt x="5388" y="7404"/>
                  <a:pt x="5262" y="7404"/>
                </a:cubicBezTo>
                <a:cubicBezTo>
                  <a:pt x="4474" y="7404"/>
                  <a:pt x="3844" y="8034"/>
                  <a:pt x="3844" y="8822"/>
                </a:cubicBezTo>
                <a:cubicBezTo>
                  <a:pt x="3844" y="9609"/>
                  <a:pt x="4474" y="10239"/>
                  <a:pt x="5262" y="10239"/>
                </a:cubicBezTo>
                <a:cubicBezTo>
                  <a:pt x="5388" y="10239"/>
                  <a:pt x="5514" y="10239"/>
                  <a:pt x="5608" y="10208"/>
                </a:cubicBezTo>
                <a:lnTo>
                  <a:pt x="5608" y="11310"/>
                </a:lnTo>
                <a:lnTo>
                  <a:pt x="1009" y="11310"/>
                </a:lnTo>
                <a:cubicBezTo>
                  <a:pt x="851" y="11310"/>
                  <a:pt x="694" y="11153"/>
                  <a:pt x="694" y="10964"/>
                </a:cubicBezTo>
                <a:lnTo>
                  <a:pt x="694" y="6333"/>
                </a:lnTo>
                <a:lnTo>
                  <a:pt x="2395" y="6333"/>
                </a:lnTo>
                <a:cubicBezTo>
                  <a:pt x="2710" y="6333"/>
                  <a:pt x="2868" y="5986"/>
                  <a:pt x="2679" y="5766"/>
                </a:cubicBezTo>
                <a:cubicBezTo>
                  <a:pt x="2552" y="5640"/>
                  <a:pt x="2458" y="5482"/>
                  <a:pt x="2458" y="5293"/>
                </a:cubicBezTo>
                <a:cubicBezTo>
                  <a:pt x="2458" y="4883"/>
                  <a:pt x="2773" y="4568"/>
                  <a:pt x="3183" y="4568"/>
                </a:cubicBezTo>
                <a:close/>
                <a:moveTo>
                  <a:pt x="11311" y="6333"/>
                </a:moveTo>
                <a:lnTo>
                  <a:pt x="11311" y="10964"/>
                </a:lnTo>
                <a:cubicBezTo>
                  <a:pt x="11311" y="11153"/>
                  <a:pt x="11153" y="11310"/>
                  <a:pt x="10933" y="11310"/>
                </a:cubicBezTo>
                <a:lnTo>
                  <a:pt x="6333" y="11310"/>
                </a:lnTo>
                <a:lnTo>
                  <a:pt x="6333" y="9609"/>
                </a:lnTo>
                <a:cubicBezTo>
                  <a:pt x="6333" y="9388"/>
                  <a:pt x="6162" y="9244"/>
                  <a:pt x="5972" y="9244"/>
                </a:cubicBezTo>
                <a:cubicBezTo>
                  <a:pt x="5892" y="9244"/>
                  <a:pt x="5809" y="9270"/>
                  <a:pt x="5735" y="9326"/>
                </a:cubicBezTo>
                <a:cubicBezTo>
                  <a:pt x="5640" y="9452"/>
                  <a:pt x="5482" y="9546"/>
                  <a:pt x="5262" y="9546"/>
                </a:cubicBezTo>
                <a:cubicBezTo>
                  <a:pt x="4884" y="9546"/>
                  <a:pt x="4569" y="9231"/>
                  <a:pt x="4569" y="8822"/>
                </a:cubicBezTo>
                <a:cubicBezTo>
                  <a:pt x="4569" y="8443"/>
                  <a:pt x="4884" y="8097"/>
                  <a:pt x="5262" y="8097"/>
                </a:cubicBezTo>
                <a:cubicBezTo>
                  <a:pt x="5419" y="8097"/>
                  <a:pt x="5640" y="8191"/>
                  <a:pt x="5735" y="8317"/>
                </a:cubicBezTo>
                <a:cubicBezTo>
                  <a:pt x="5809" y="8374"/>
                  <a:pt x="5892" y="8399"/>
                  <a:pt x="5972" y="8399"/>
                </a:cubicBezTo>
                <a:cubicBezTo>
                  <a:pt x="6162" y="8399"/>
                  <a:pt x="6333" y="8255"/>
                  <a:pt x="6333" y="8034"/>
                </a:cubicBezTo>
                <a:lnTo>
                  <a:pt x="6333" y="6333"/>
                </a:lnTo>
                <a:lnTo>
                  <a:pt x="7436" y="6333"/>
                </a:lnTo>
                <a:cubicBezTo>
                  <a:pt x="7404" y="6459"/>
                  <a:pt x="7404" y="6585"/>
                  <a:pt x="7404" y="6711"/>
                </a:cubicBezTo>
                <a:cubicBezTo>
                  <a:pt x="7404" y="7498"/>
                  <a:pt x="8034" y="8097"/>
                  <a:pt x="8822" y="8097"/>
                </a:cubicBezTo>
                <a:cubicBezTo>
                  <a:pt x="9610" y="8097"/>
                  <a:pt x="10240" y="7498"/>
                  <a:pt x="10240" y="6711"/>
                </a:cubicBezTo>
                <a:cubicBezTo>
                  <a:pt x="10240" y="6585"/>
                  <a:pt x="10240" y="6459"/>
                  <a:pt x="10208" y="6333"/>
                </a:cubicBezTo>
                <a:close/>
                <a:moveTo>
                  <a:pt x="1040" y="0"/>
                </a:moveTo>
                <a:cubicBezTo>
                  <a:pt x="473" y="0"/>
                  <a:pt x="1" y="473"/>
                  <a:pt x="1" y="1071"/>
                </a:cubicBezTo>
                <a:lnTo>
                  <a:pt x="1" y="10964"/>
                </a:lnTo>
                <a:cubicBezTo>
                  <a:pt x="1" y="11531"/>
                  <a:pt x="473" y="12004"/>
                  <a:pt x="1040" y="12004"/>
                </a:cubicBezTo>
                <a:lnTo>
                  <a:pt x="10933" y="12004"/>
                </a:lnTo>
                <a:cubicBezTo>
                  <a:pt x="11531" y="12004"/>
                  <a:pt x="12004" y="11531"/>
                  <a:pt x="12004" y="10964"/>
                </a:cubicBezTo>
                <a:lnTo>
                  <a:pt x="12004" y="1071"/>
                </a:lnTo>
                <a:cubicBezTo>
                  <a:pt x="11972" y="473"/>
                  <a:pt x="11500" y="0"/>
                  <a:pt x="1093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46" name="Google Shape;13446;p141"/>
          <p:cNvGrpSpPr/>
          <p:nvPr/>
        </p:nvGrpSpPr>
        <p:grpSpPr>
          <a:xfrm>
            <a:off x="2625923" y="1758885"/>
            <a:ext cx="358199" cy="358229"/>
            <a:chOff x="-49048250" y="2316775"/>
            <a:chExt cx="300100" cy="300125"/>
          </a:xfrm>
        </p:grpSpPr>
        <p:sp>
          <p:nvSpPr>
            <p:cNvPr id="13447" name="Google Shape;13447;p141"/>
            <p:cNvSpPr/>
            <p:nvPr/>
          </p:nvSpPr>
          <p:spPr>
            <a:xfrm>
              <a:off x="-49048250" y="23167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10933" y="663"/>
                  </a:moveTo>
                  <a:cubicBezTo>
                    <a:pt x="11122" y="694"/>
                    <a:pt x="11311" y="852"/>
                    <a:pt x="11311" y="1009"/>
                  </a:cubicBezTo>
                  <a:lnTo>
                    <a:pt x="11311" y="1734"/>
                  </a:lnTo>
                  <a:lnTo>
                    <a:pt x="10366" y="1734"/>
                  </a:lnTo>
                  <a:lnTo>
                    <a:pt x="9106" y="663"/>
                  </a:lnTo>
                  <a:close/>
                  <a:moveTo>
                    <a:pt x="5136" y="694"/>
                  </a:moveTo>
                  <a:lnTo>
                    <a:pt x="6396" y="1765"/>
                  </a:lnTo>
                  <a:lnTo>
                    <a:pt x="4726" y="1765"/>
                  </a:lnTo>
                  <a:lnTo>
                    <a:pt x="3466" y="694"/>
                  </a:lnTo>
                  <a:close/>
                  <a:moveTo>
                    <a:pt x="7971" y="694"/>
                  </a:moveTo>
                  <a:lnTo>
                    <a:pt x="9232" y="1765"/>
                  </a:lnTo>
                  <a:lnTo>
                    <a:pt x="7562" y="1765"/>
                  </a:lnTo>
                  <a:lnTo>
                    <a:pt x="6302" y="694"/>
                  </a:lnTo>
                  <a:close/>
                  <a:moveTo>
                    <a:pt x="2363" y="663"/>
                  </a:moveTo>
                  <a:lnTo>
                    <a:pt x="4033" y="2080"/>
                  </a:lnTo>
                  <a:lnTo>
                    <a:pt x="2363" y="3498"/>
                  </a:lnTo>
                  <a:lnTo>
                    <a:pt x="694" y="3498"/>
                  </a:lnTo>
                  <a:lnTo>
                    <a:pt x="694" y="1009"/>
                  </a:lnTo>
                  <a:cubicBezTo>
                    <a:pt x="694" y="820"/>
                    <a:pt x="851" y="663"/>
                    <a:pt x="1040" y="663"/>
                  </a:cubicBezTo>
                  <a:close/>
                  <a:moveTo>
                    <a:pt x="6396" y="2427"/>
                  </a:moveTo>
                  <a:lnTo>
                    <a:pt x="5136" y="3498"/>
                  </a:lnTo>
                  <a:lnTo>
                    <a:pt x="3466" y="3498"/>
                  </a:lnTo>
                  <a:lnTo>
                    <a:pt x="4726" y="2427"/>
                  </a:lnTo>
                  <a:close/>
                  <a:moveTo>
                    <a:pt x="9200" y="2427"/>
                  </a:moveTo>
                  <a:lnTo>
                    <a:pt x="7940" y="3498"/>
                  </a:lnTo>
                  <a:lnTo>
                    <a:pt x="6239" y="3498"/>
                  </a:lnTo>
                  <a:lnTo>
                    <a:pt x="7499" y="2427"/>
                  </a:lnTo>
                  <a:close/>
                  <a:moveTo>
                    <a:pt x="11248" y="2427"/>
                  </a:moveTo>
                  <a:lnTo>
                    <a:pt x="11248" y="3498"/>
                  </a:lnTo>
                  <a:lnTo>
                    <a:pt x="9043" y="3498"/>
                  </a:lnTo>
                  <a:lnTo>
                    <a:pt x="10303" y="2427"/>
                  </a:lnTo>
                  <a:close/>
                  <a:moveTo>
                    <a:pt x="11311" y="4160"/>
                  </a:moveTo>
                  <a:lnTo>
                    <a:pt x="11311" y="10902"/>
                  </a:lnTo>
                  <a:cubicBezTo>
                    <a:pt x="11311" y="11091"/>
                    <a:pt x="11153" y="11248"/>
                    <a:pt x="10933" y="11248"/>
                  </a:cubicBezTo>
                  <a:lnTo>
                    <a:pt x="1072" y="11248"/>
                  </a:lnTo>
                  <a:cubicBezTo>
                    <a:pt x="851" y="11248"/>
                    <a:pt x="694" y="11091"/>
                    <a:pt x="694" y="10902"/>
                  </a:cubicBezTo>
                  <a:lnTo>
                    <a:pt x="694" y="4160"/>
                  </a:ln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lnTo>
                    <a:pt x="1" y="10933"/>
                  </a:lnTo>
                  <a:cubicBezTo>
                    <a:pt x="1" y="11532"/>
                    <a:pt x="473" y="12004"/>
                    <a:pt x="1040" y="12004"/>
                  </a:cubicBezTo>
                  <a:lnTo>
                    <a:pt x="10933" y="12004"/>
                  </a:lnTo>
                  <a:cubicBezTo>
                    <a:pt x="11531" y="12004"/>
                    <a:pt x="12004" y="11532"/>
                    <a:pt x="12004" y="10933"/>
                  </a:cubicBezTo>
                  <a:lnTo>
                    <a:pt x="12004" y="3845"/>
                  </a:lnTo>
                  <a:lnTo>
                    <a:pt x="12004" y="1041"/>
                  </a:lnTo>
                  <a:cubicBezTo>
                    <a:pt x="11972" y="474"/>
                    <a:pt x="11500" y="1"/>
                    <a:pt x="109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141"/>
            <p:cNvSpPr/>
            <p:nvPr/>
          </p:nvSpPr>
          <p:spPr>
            <a:xfrm>
              <a:off x="-49004150" y="2360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141"/>
            <p:cNvSpPr/>
            <p:nvPr/>
          </p:nvSpPr>
          <p:spPr>
            <a:xfrm>
              <a:off x="-48925375" y="2465650"/>
              <a:ext cx="71700" cy="86650"/>
            </a:xfrm>
            <a:custGeom>
              <a:avLst/>
              <a:gdLst/>
              <a:ahLst/>
              <a:cxnLst/>
              <a:rect l="l" t="t" r="r" b="b"/>
              <a:pathLst>
                <a:path w="2868" h="3466" extrusionOk="0">
                  <a:moveTo>
                    <a:pt x="693" y="1040"/>
                  </a:moveTo>
                  <a:lnTo>
                    <a:pt x="1859" y="1796"/>
                  </a:lnTo>
                  <a:lnTo>
                    <a:pt x="693" y="2552"/>
                  </a:lnTo>
                  <a:lnTo>
                    <a:pt x="693" y="1040"/>
                  </a:lnTo>
                  <a:close/>
                  <a:moveTo>
                    <a:pt x="343" y="1"/>
                  </a:moveTo>
                  <a:cubicBezTo>
                    <a:pt x="167" y="1"/>
                    <a:pt x="0" y="141"/>
                    <a:pt x="0" y="347"/>
                  </a:cubicBezTo>
                  <a:lnTo>
                    <a:pt x="0" y="3151"/>
                  </a:lnTo>
                  <a:cubicBezTo>
                    <a:pt x="0" y="3333"/>
                    <a:pt x="165" y="3466"/>
                    <a:pt x="340" y="3466"/>
                  </a:cubicBezTo>
                  <a:cubicBezTo>
                    <a:pt x="407" y="3466"/>
                    <a:pt x="475" y="3446"/>
                    <a:pt x="536" y="3403"/>
                  </a:cubicBezTo>
                  <a:lnTo>
                    <a:pt x="2678" y="1985"/>
                  </a:lnTo>
                  <a:cubicBezTo>
                    <a:pt x="2867" y="1922"/>
                    <a:pt x="2867" y="1639"/>
                    <a:pt x="2678" y="1481"/>
                  </a:cubicBezTo>
                  <a:lnTo>
                    <a:pt x="536" y="63"/>
                  </a:lnTo>
                  <a:cubicBezTo>
                    <a:pt x="476" y="20"/>
                    <a:pt x="409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141"/>
            <p:cNvSpPr/>
            <p:nvPr/>
          </p:nvSpPr>
          <p:spPr>
            <a:xfrm>
              <a:off x="-48977350" y="2431000"/>
              <a:ext cx="157525" cy="157550"/>
            </a:xfrm>
            <a:custGeom>
              <a:avLst/>
              <a:gdLst/>
              <a:ahLst/>
              <a:cxnLst/>
              <a:rect l="l" t="t" r="r" b="b"/>
              <a:pathLst>
                <a:path w="6301" h="6302" extrusionOk="0">
                  <a:moveTo>
                    <a:pt x="3151" y="756"/>
                  </a:moveTo>
                  <a:cubicBezTo>
                    <a:pt x="4474" y="756"/>
                    <a:pt x="5576" y="1859"/>
                    <a:pt x="5576" y="3182"/>
                  </a:cubicBezTo>
                  <a:cubicBezTo>
                    <a:pt x="5608" y="4537"/>
                    <a:pt x="4537" y="5640"/>
                    <a:pt x="3151" y="5640"/>
                  </a:cubicBezTo>
                  <a:cubicBezTo>
                    <a:pt x="1796" y="5640"/>
                    <a:pt x="693" y="4537"/>
                    <a:pt x="693" y="3182"/>
                  </a:cubicBezTo>
                  <a:cubicBezTo>
                    <a:pt x="693" y="1859"/>
                    <a:pt x="1796" y="756"/>
                    <a:pt x="3151" y="756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3"/>
                    <a:pt x="1418" y="6301"/>
                    <a:pt x="3151" y="6301"/>
                  </a:cubicBezTo>
                  <a:cubicBezTo>
                    <a:pt x="4883" y="6301"/>
                    <a:pt x="6301" y="4883"/>
                    <a:pt x="6301" y="3151"/>
                  </a:cubicBezTo>
                  <a:cubicBezTo>
                    <a:pt x="6301" y="1418"/>
                    <a:pt x="4915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51" name="Google Shape;13451;p141"/>
          <p:cNvSpPr/>
          <p:nvPr/>
        </p:nvSpPr>
        <p:spPr>
          <a:xfrm>
            <a:off x="2627309" y="2206525"/>
            <a:ext cx="361004" cy="357871"/>
          </a:xfrm>
          <a:custGeom>
            <a:avLst/>
            <a:gdLst/>
            <a:ahLst/>
            <a:cxnLst/>
            <a:rect l="l" t="t" r="r" b="b"/>
            <a:pathLst>
              <a:path w="12098" h="11993" extrusionOk="0">
                <a:moveTo>
                  <a:pt x="9042" y="4337"/>
                </a:moveTo>
                <a:lnTo>
                  <a:pt x="10208" y="4935"/>
                </a:lnTo>
                <a:lnTo>
                  <a:pt x="8695" y="4935"/>
                </a:lnTo>
                <a:lnTo>
                  <a:pt x="9042" y="4337"/>
                </a:lnTo>
                <a:close/>
                <a:moveTo>
                  <a:pt x="5167" y="1753"/>
                </a:moveTo>
                <a:lnTo>
                  <a:pt x="7593" y="5534"/>
                </a:lnTo>
                <a:lnTo>
                  <a:pt x="7026" y="6574"/>
                </a:lnTo>
                <a:lnTo>
                  <a:pt x="5356" y="4022"/>
                </a:lnTo>
                <a:lnTo>
                  <a:pt x="5167" y="1753"/>
                </a:lnTo>
                <a:close/>
                <a:moveTo>
                  <a:pt x="9105" y="5629"/>
                </a:moveTo>
                <a:lnTo>
                  <a:pt x="8664" y="9189"/>
                </a:lnTo>
                <a:lnTo>
                  <a:pt x="7435" y="7298"/>
                </a:lnTo>
                <a:cubicBezTo>
                  <a:pt x="7593" y="7015"/>
                  <a:pt x="8223" y="5849"/>
                  <a:pt x="8349" y="5629"/>
                </a:cubicBezTo>
                <a:close/>
                <a:moveTo>
                  <a:pt x="3088" y="1753"/>
                </a:moveTo>
                <a:lnTo>
                  <a:pt x="8034" y="9504"/>
                </a:lnTo>
                <a:lnTo>
                  <a:pt x="3623" y="7834"/>
                </a:lnTo>
                <a:lnTo>
                  <a:pt x="3088" y="1753"/>
                </a:lnTo>
                <a:close/>
                <a:moveTo>
                  <a:pt x="1355" y="9378"/>
                </a:moveTo>
                <a:lnTo>
                  <a:pt x="4096" y="10134"/>
                </a:lnTo>
                <a:lnTo>
                  <a:pt x="4757" y="11268"/>
                </a:lnTo>
                <a:lnTo>
                  <a:pt x="2773" y="11268"/>
                </a:lnTo>
                <a:lnTo>
                  <a:pt x="1355" y="9378"/>
                </a:lnTo>
                <a:close/>
                <a:moveTo>
                  <a:pt x="4064" y="8748"/>
                </a:moveTo>
                <a:lnTo>
                  <a:pt x="8380" y="10354"/>
                </a:lnTo>
                <a:lnTo>
                  <a:pt x="7971" y="11268"/>
                </a:lnTo>
                <a:lnTo>
                  <a:pt x="5545" y="11268"/>
                </a:lnTo>
                <a:cubicBezTo>
                  <a:pt x="5387" y="10984"/>
                  <a:pt x="4253" y="9063"/>
                  <a:pt x="4064" y="8748"/>
                </a:cubicBezTo>
                <a:close/>
                <a:moveTo>
                  <a:pt x="2485" y="1"/>
                </a:moveTo>
                <a:cubicBezTo>
                  <a:pt x="2453" y="1"/>
                  <a:pt x="2422" y="7"/>
                  <a:pt x="2394" y="21"/>
                </a:cubicBezTo>
                <a:cubicBezTo>
                  <a:pt x="2237" y="52"/>
                  <a:pt x="2174" y="210"/>
                  <a:pt x="2174" y="367"/>
                </a:cubicBezTo>
                <a:cubicBezTo>
                  <a:pt x="2930" y="8527"/>
                  <a:pt x="2836" y="8117"/>
                  <a:pt x="2930" y="8243"/>
                </a:cubicBezTo>
                <a:lnTo>
                  <a:pt x="3497" y="9252"/>
                </a:lnTo>
                <a:lnTo>
                  <a:pt x="473" y="8432"/>
                </a:lnTo>
                <a:cubicBezTo>
                  <a:pt x="437" y="8425"/>
                  <a:pt x="402" y="8422"/>
                  <a:pt x="368" y="8422"/>
                </a:cubicBezTo>
                <a:cubicBezTo>
                  <a:pt x="249" y="8422"/>
                  <a:pt x="143" y="8468"/>
                  <a:pt x="95" y="8590"/>
                </a:cubicBezTo>
                <a:cubicBezTo>
                  <a:pt x="0" y="8716"/>
                  <a:pt x="0" y="8874"/>
                  <a:pt x="95" y="9000"/>
                </a:cubicBezTo>
                <a:lnTo>
                  <a:pt x="2205" y="11835"/>
                </a:lnTo>
                <a:cubicBezTo>
                  <a:pt x="2300" y="11898"/>
                  <a:pt x="2363" y="11993"/>
                  <a:pt x="2489" y="11993"/>
                </a:cubicBezTo>
                <a:lnTo>
                  <a:pt x="8128" y="11993"/>
                </a:lnTo>
                <a:cubicBezTo>
                  <a:pt x="8223" y="11993"/>
                  <a:pt x="8380" y="11898"/>
                  <a:pt x="8443" y="11772"/>
                </a:cubicBezTo>
                <a:lnTo>
                  <a:pt x="9137" y="10354"/>
                </a:lnTo>
                <a:cubicBezTo>
                  <a:pt x="9137" y="10323"/>
                  <a:pt x="9168" y="10291"/>
                  <a:pt x="9168" y="10260"/>
                </a:cubicBezTo>
                <a:lnTo>
                  <a:pt x="9735" y="5629"/>
                </a:lnTo>
                <a:lnTo>
                  <a:pt x="11657" y="5629"/>
                </a:lnTo>
                <a:cubicBezTo>
                  <a:pt x="11814" y="5629"/>
                  <a:pt x="11972" y="5534"/>
                  <a:pt x="12003" y="5377"/>
                </a:cubicBezTo>
                <a:cubicBezTo>
                  <a:pt x="12098" y="5219"/>
                  <a:pt x="12003" y="4998"/>
                  <a:pt x="11846" y="4967"/>
                </a:cubicBezTo>
                <a:lnTo>
                  <a:pt x="9042" y="3549"/>
                </a:lnTo>
                <a:cubicBezTo>
                  <a:pt x="9001" y="3533"/>
                  <a:pt x="8954" y="3525"/>
                  <a:pt x="8906" y="3525"/>
                </a:cubicBezTo>
                <a:cubicBezTo>
                  <a:pt x="8767" y="3525"/>
                  <a:pt x="8616" y="3590"/>
                  <a:pt x="8569" y="3707"/>
                </a:cubicBezTo>
                <a:lnTo>
                  <a:pt x="7908" y="4841"/>
                </a:lnTo>
                <a:lnTo>
                  <a:pt x="4915" y="178"/>
                </a:lnTo>
                <a:cubicBezTo>
                  <a:pt x="4866" y="80"/>
                  <a:pt x="4740" y="1"/>
                  <a:pt x="4627" y="1"/>
                </a:cubicBezTo>
                <a:cubicBezTo>
                  <a:pt x="4595" y="1"/>
                  <a:pt x="4564" y="7"/>
                  <a:pt x="4537" y="21"/>
                </a:cubicBezTo>
                <a:cubicBezTo>
                  <a:pt x="4411" y="52"/>
                  <a:pt x="4285" y="210"/>
                  <a:pt x="4285" y="367"/>
                </a:cubicBezTo>
                <a:lnTo>
                  <a:pt x="4505" y="2762"/>
                </a:lnTo>
                <a:lnTo>
                  <a:pt x="2804" y="178"/>
                </a:lnTo>
                <a:cubicBezTo>
                  <a:pt x="2730" y="80"/>
                  <a:pt x="2599" y="1"/>
                  <a:pt x="24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52" name="Google Shape;13452;p141"/>
          <p:cNvGrpSpPr/>
          <p:nvPr/>
        </p:nvGrpSpPr>
        <p:grpSpPr>
          <a:xfrm>
            <a:off x="1290494" y="2699684"/>
            <a:ext cx="360109" cy="358199"/>
            <a:chOff x="-47160325" y="1974175"/>
            <a:chExt cx="301700" cy="300100"/>
          </a:xfrm>
        </p:grpSpPr>
        <p:sp>
          <p:nvSpPr>
            <p:cNvPr id="13453" name="Google Shape;13453;p141"/>
            <p:cNvSpPr/>
            <p:nvPr/>
          </p:nvSpPr>
          <p:spPr>
            <a:xfrm>
              <a:off x="-47160325" y="1974175"/>
              <a:ext cx="301700" cy="300100"/>
            </a:xfrm>
            <a:custGeom>
              <a:avLst/>
              <a:gdLst/>
              <a:ahLst/>
              <a:cxnLst/>
              <a:rect l="l" t="t" r="r" b="b"/>
              <a:pathLst>
                <a:path w="12068" h="12004" extrusionOk="0">
                  <a:moveTo>
                    <a:pt x="8539" y="1166"/>
                  </a:moveTo>
                  <a:lnTo>
                    <a:pt x="9452" y="2080"/>
                  </a:lnTo>
                  <a:lnTo>
                    <a:pt x="8539" y="2080"/>
                  </a:lnTo>
                  <a:lnTo>
                    <a:pt x="8539" y="1166"/>
                  </a:lnTo>
                  <a:close/>
                  <a:moveTo>
                    <a:pt x="7846" y="693"/>
                  </a:moveTo>
                  <a:lnTo>
                    <a:pt x="7846" y="2489"/>
                  </a:lnTo>
                  <a:cubicBezTo>
                    <a:pt x="7846" y="2678"/>
                    <a:pt x="8003" y="2836"/>
                    <a:pt x="8192" y="2836"/>
                  </a:cubicBezTo>
                  <a:lnTo>
                    <a:pt x="9957" y="2836"/>
                  </a:lnTo>
                  <a:lnTo>
                    <a:pt x="9957" y="4254"/>
                  </a:lnTo>
                  <a:lnTo>
                    <a:pt x="4916" y="4254"/>
                  </a:lnTo>
                  <a:lnTo>
                    <a:pt x="4538" y="3434"/>
                  </a:lnTo>
                  <a:cubicBezTo>
                    <a:pt x="4349" y="3056"/>
                    <a:pt x="3971" y="2836"/>
                    <a:pt x="3593" y="2836"/>
                  </a:cubicBezTo>
                  <a:lnTo>
                    <a:pt x="2206" y="2836"/>
                  </a:lnTo>
                  <a:lnTo>
                    <a:pt x="2206" y="693"/>
                  </a:lnTo>
                  <a:close/>
                  <a:moveTo>
                    <a:pt x="3561" y="3529"/>
                  </a:moveTo>
                  <a:cubicBezTo>
                    <a:pt x="3656" y="3529"/>
                    <a:pt x="3782" y="3623"/>
                    <a:pt x="3876" y="3718"/>
                  </a:cubicBezTo>
                  <a:lnTo>
                    <a:pt x="4380" y="4758"/>
                  </a:lnTo>
                  <a:cubicBezTo>
                    <a:pt x="4443" y="4884"/>
                    <a:pt x="4569" y="4947"/>
                    <a:pt x="4695" y="4947"/>
                  </a:cubicBezTo>
                  <a:lnTo>
                    <a:pt x="11028" y="4947"/>
                  </a:lnTo>
                  <a:cubicBezTo>
                    <a:pt x="11248" y="4947"/>
                    <a:pt x="11406" y="5104"/>
                    <a:pt x="11406" y="5293"/>
                  </a:cubicBezTo>
                  <a:lnTo>
                    <a:pt x="11406" y="10933"/>
                  </a:lnTo>
                  <a:lnTo>
                    <a:pt x="11343" y="10933"/>
                  </a:lnTo>
                  <a:cubicBezTo>
                    <a:pt x="11343" y="11153"/>
                    <a:pt x="11185" y="11311"/>
                    <a:pt x="10996" y="11311"/>
                  </a:cubicBezTo>
                  <a:lnTo>
                    <a:pt x="1104" y="11311"/>
                  </a:lnTo>
                  <a:cubicBezTo>
                    <a:pt x="915" y="11311"/>
                    <a:pt x="757" y="11153"/>
                    <a:pt x="757" y="10933"/>
                  </a:cubicBezTo>
                  <a:lnTo>
                    <a:pt x="757" y="3875"/>
                  </a:lnTo>
                  <a:cubicBezTo>
                    <a:pt x="757" y="3686"/>
                    <a:pt x="915" y="3529"/>
                    <a:pt x="1104" y="3529"/>
                  </a:cubicBezTo>
                  <a:close/>
                  <a:moveTo>
                    <a:pt x="1797" y="0"/>
                  </a:moveTo>
                  <a:cubicBezTo>
                    <a:pt x="1576" y="0"/>
                    <a:pt x="1419" y="158"/>
                    <a:pt x="1419" y="347"/>
                  </a:cubicBezTo>
                  <a:lnTo>
                    <a:pt x="1419" y="2836"/>
                  </a:lnTo>
                  <a:lnTo>
                    <a:pt x="1072" y="2836"/>
                  </a:lnTo>
                  <a:cubicBezTo>
                    <a:pt x="474" y="2836"/>
                    <a:pt x="1" y="3308"/>
                    <a:pt x="1" y="3907"/>
                  </a:cubicBezTo>
                  <a:lnTo>
                    <a:pt x="1" y="10933"/>
                  </a:lnTo>
                  <a:cubicBezTo>
                    <a:pt x="1" y="11531"/>
                    <a:pt x="474" y="12004"/>
                    <a:pt x="1072" y="12004"/>
                  </a:cubicBezTo>
                  <a:lnTo>
                    <a:pt x="10965" y="12004"/>
                  </a:lnTo>
                  <a:cubicBezTo>
                    <a:pt x="11563" y="12004"/>
                    <a:pt x="12036" y="11531"/>
                    <a:pt x="12036" y="10933"/>
                  </a:cubicBezTo>
                  <a:lnTo>
                    <a:pt x="12036" y="5325"/>
                  </a:lnTo>
                  <a:cubicBezTo>
                    <a:pt x="12067" y="4726"/>
                    <a:pt x="11595" y="4254"/>
                    <a:pt x="10996" y="4254"/>
                  </a:cubicBezTo>
                  <a:lnTo>
                    <a:pt x="10650" y="4254"/>
                  </a:lnTo>
                  <a:lnTo>
                    <a:pt x="10650" y="2489"/>
                  </a:lnTo>
                  <a:cubicBezTo>
                    <a:pt x="10650" y="2395"/>
                    <a:pt x="10618" y="2269"/>
                    <a:pt x="10524" y="2237"/>
                  </a:cubicBezTo>
                  <a:lnTo>
                    <a:pt x="8413" y="126"/>
                  </a:lnTo>
                  <a:cubicBezTo>
                    <a:pt x="8318" y="32"/>
                    <a:pt x="8255" y="0"/>
                    <a:pt x="81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141"/>
            <p:cNvSpPr/>
            <p:nvPr/>
          </p:nvSpPr>
          <p:spPr>
            <a:xfrm>
              <a:off x="-47070525" y="2115150"/>
              <a:ext cx="123675" cy="123675"/>
            </a:xfrm>
            <a:custGeom>
              <a:avLst/>
              <a:gdLst/>
              <a:ahLst/>
              <a:cxnLst/>
              <a:rect l="l" t="t" r="r" b="b"/>
              <a:pathLst>
                <a:path w="4947" h="4947" extrusionOk="0">
                  <a:moveTo>
                    <a:pt x="1796" y="694"/>
                  </a:moveTo>
                  <a:cubicBezTo>
                    <a:pt x="2269" y="694"/>
                    <a:pt x="2678" y="977"/>
                    <a:pt x="2804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65"/>
                  </a:cubicBezTo>
                  <a:lnTo>
                    <a:pt x="1450" y="2742"/>
                  </a:lnTo>
                  <a:cubicBezTo>
                    <a:pt x="1009" y="2584"/>
                    <a:pt x="757" y="2175"/>
                    <a:pt x="757" y="1765"/>
                  </a:cubicBezTo>
                  <a:cubicBezTo>
                    <a:pt x="757" y="1166"/>
                    <a:pt x="1229" y="694"/>
                    <a:pt x="1796" y="694"/>
                  </a:cubicBezTo>
                  <a:close/>
                  <a:moveTo>
                    <a:pt x="2804" y="2112"/>
                  </a:moveTo>
                  <a:cubicBezTo>
                    <a:pt x="2678" y="2427"/>
                    <a:pt x="2426" y="2679"/>
                    <a:pt x="2174" y="2742"/>
                  </a:cubicBezTo>
                  <a:lnTo>
                    <a:pt x="2174" y="2112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773"/>
                    <a:pt x="3498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1" y="788"/>
                    <a:pt x="1" y="1765"/>
                  </a:cubicBezTo>
                  <a:cubicBezTo>
                    <a:pt x="1" y="2616"/>
                    <a:pt x="599" y="3340"/>
                    <a:pt x="1418" y="3498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89"/>
                    <a:pt x="4915" y="4600"/>
                  </a:cubicBezTo>
                  <a:lnTo>
                    <a:pt x="4915" y="1797"/>
                  </a:lnTo>
                  <a:cubicBezTo>
                    <a:pt x="4947" y="1576"/>
                    <a:pt x="4789" y="1387"/>
                    <a:pt x="4600" y="1387"/>
                  </a:cubicBezTo>
                  <a:lnTo>
                    <a:pt x="3498" y="1387"/>
                  </a:lnTo>
                  <a:cubicBezTo>
                    <a:pt x="3340" y="599"/>
                    <a:pt x="2647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55" name="Google Shape;13455;p141"/>
          <p:cNvGrpSpPr/>
          <p:nvPr/>
        </p:nvGrpSpPr>
        <p:grpSpPr>
          <a:xfrm>
            <a:off x="1290971" y="3146218"/>
            <a:ext cx="359154" cy="359124"/>
            <a:chOff x="-47159525" y="2342000"/>
            <a:chExt cx="300900" cy="300875"/>
          </a:xfrm>
        </p:grpSpPr>
        <p:sp>
          <p:nvSpPr>
            <p:cNvPr id="13456" name="Google Shape;13456;p141"/>
            <p:cNvSpPr/>
            <p:nvPr/>
          </p:nvSpPr>
          <p:spPr>
            <a:xfrm>
              <a:off x="-47122500" y="2376650"/>
              <a:ext cx="123675" cy="125250"/>
            </a:xfrm>
            <a:custGeom>
              <a:avLst/>
              <a:gdLst/>
              <a:ahLst/>
              <a:cxnLst/>
              <a:rect l="l" t="t" r="r" b="b"/>
              <a:pathLst>
                <a:path w="4947" h="5010" extrusionOk="0">
                  <a:moveTo>
                    <a:pt x="1765" y="756"/>
                  </a:moveTo>
                  <a:cubicBezTo>
                    <a:pt x="2237" y="756"/>
                    <a:pt x="2615" y="1008"/>
                    <a:pt x="2741" y="1450"/>
                  </a:cubicBezTo>
                  <a:lnTo>
                    <a:pt x="1765" y="1450"/>
                  </a:lnTo>
                  <a:cubicBezTo>
                    <a:pt x="1575" y="1450"/>
                    <a:pt x="1418" y="1607"/>
                    <a:pt x="1418" y="1828"/>
                  </a:cubicBezTo>
                  <a:lnTo>
                    <a:pt x="1418" y="2804"/>
                  </a:lnTo>
                  <a:cubicBezTo>
                    <a:pt x="1008" y="2647"/>
                    <a:pt x="693" y="2237"/>
                    <a:pt x="693" y="1828"/>
                  </a:cubicBezTo>
                  <a:cubicBezTo>
                    <a:pt x="693" y="1229"/>
                    <a:pt x="1166" y="756"/>
                    <a:pt x="1765" y="756"/>
                  </a:cubicBezTo>
                  <a:close/>
                  <a:moveTo>
                    <a:pt x="2741" y="2174"/>
                  </a:moveTo>
                  <a:cubicBezTo>
                    <a:pt x="2615" y="2458"/>
                    <a:pt x="2395" y="2678"/>
                    <a:pt x="2111" y="2804"/>
                  </a:cubicBezTo>
                  <a:lnTo>
                    <a:pt x="2111" y="2174"/>
                  </a:lnTo>
                  <a:close/>
                  <a:moveTo>
                    <a:pt x="4253" y="2143"/>
                  </a:moveTo>
                  <a:lnTo>
                    <a:pt x="4253" y="4285"/>
                  </a:lnTo>
                  <a:lnTo>
                    <a:pt x="2111" y="4285"/>
                  </a:lnTo>
                  <a:lnTo>
                    <a:pt x="2111" y="3497"/>
                  </a:lnTo>
                  <a:cubicBezTo>
                    <a:pt x="2804" y="3340"/>
                    <a:pt x="3340" y="2836"/>
                    <a:pt x="3497" y="2143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67" y="3340"/>
                    <a:pt x="1418" y="3497"/>
                  </a:cubicBezTo>
                  <a:lnTo>
                    <a:pt x="1418" y="4663"/>
                  </a:lnTo>
                  <a:cubicBezTo>
                    <a:pt x="1418" y="4852"/>
                    <a:pt x="1575" y="5010"/>
                    <a:pt x="1765" y="5010"/>
                  </a:cubicBezTo>
                  <a:lnTo>
                    <a:pt x="4600" y="5010"/>
                  </a:lnTo>
                  <a:cubicBezTo>
                    <a:pt x="4789" y="5010"/>
                    <a:pt x="4947" y="4852"/>
                    <a:pt x="4947" y="4663"/>
                  </a:cubicBezTo>
                  <a:lnTo>
                    <a:pt x="4947" y="1765"/>
                  </a:lnTo>
                  <a:cubicBezTo>
                    <a:pt x="4947" y="1576"/>
                    <a:pt x="4789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15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7" name="Google Shape;13457;p141"/>
            <p:cNvSpPr/>
            <p:nvPr/>
          </p:nvSpPr>
          <p:spPr>
            <a:xfrm>
              <a:off x="-47159525" y="2342000"/>
              <a:ext cx="300900" cy="300875"/>
            </a:xfrm>
            <a:custGeom>
              <a:avLst/>
              <a:gdLst/>
              <a:ahLst/>
              <a:cxnLst/>
              <a:rect l="l" t="t" r="r" b="b"/>
              <a:pathLst>
                <a:path w="12036" h="12035" extrusionOk="0">
                  <a:moveTo>
                    <a:pt x="7089" y="1229"/>
                  </a:moveTo>
                  <a:lnTo>
                    <a:pt x="8003" y="2142"/>
                  </a:lnTo>
                  <a:lnTo>
                    <a:pt x="7089" y="2142"/>
                  </a:lnTo>
                  <a:lnTo>
                    <a:pt x="7089" y="1229"/>
                  </a:lnTo>
                  <a:close/>
                  <a:moveTo>
                    <a:pt x="8538" y="6396"/>
                  </a:moveTo>
                  <a:lnTo>
                    <a:pt x="8538" y="6711"/>
                  </a:lnTo>
                  <a:cubicBezTo>
                    <a:pt x="8538" y="6900"/>
                    <a:pt x="8664" y="7057"/>
                    <a:pt x="8885" y="7057"/>
                  </a:cubicBezTo>
                  <a:cubicBezTo>
                    <a:pt x="9074" y="7057"/>
                    <a:pt x="9231" y="6900"/>
                    <a:pt x="9231" y="6711"/>
                  </a:cubicBezTo>
                  <a:lnTo>
                    <a:pt x="9231" y="6427"/>
                  </a:lnTo>
                  <a:cubicBezTo>
                    <a:pt x="10303" y="6585"/>
                    <a:pt x="11153" y="7467"/>
                    <a:pt x="11311" y="8506"/>
                  </a:cubicBezTo>
                  <a:lnTo>
                    <a:pt x="10996" y="8506"/>
                  </a:lnTo>
                  <a:cubicBezTo>
                    <a:pt x="10807" y="8506"/>
                    <a:pt x="10649" y="8664"/>
                    <a:pt x="10649" y="8884"/>
                  </a:cubicBezTo>
                  <a:cubicBezTo>
                    <a:pt x="10649" y="9073"/>
                    <a:pt x="10807" y="9231"/>
                    <a:pt x="10996" y="9231"/>
                  </a:cubicBezTo>
                  <a:lnTo>
                    <a:pt x="11311" y="9231"/>
                  </a:lnTo>
                  <a:cubicBezTo>
                    <a:pt x="11153" y="10302"/>
                    <a:pt x="10303" y="11121"/>
                    <a:pt x="9231" y="11279"/>
                  </a:cubicBezTo>
                  <a:lnTo>
                    <a:pt x="9231" y="10964"/>
                  </a:lnTo>
                  <a:cubicBezTo>
                    <a:pt x="9231" y="10775"/>
                    <a:pt x="9074" y="10617"/>
                    <a:pt x="8885" y="10617"/>
                  </a:cubicBezTo>
                  <a:cubicBezTo>
                    <a:pt x="8664" y="10617"/>
                    <a:pt x="8538" y="10775"/>
                    <a:pt x="8538" y="10964"/>
                  </a:cubicBezTo>
                  <a:lnTo>
                    <a:pt x="8538" y="11279"/>
                  </a:lnTo>
                  <a:cubicBezTo>
                    <a:pt x="7467" y="11121"/>
                    <a:pt x="6585" y="10239"/>
                    <a:pt x="6428" y="9200"/>
                  </a:cubicBezTo>
                  <a:lnTo>
                    <a:pt x="6743" y="9200"/>
                  </a:lnTo>
                  <a:cubicBezTo>
                    <a:pt x="6963" y="9200"/>
                    <a:pt x="7089" y="9042"/>
                    <a:pt x="7089" y="8821"/>
                  </a:cubicBezTo>
                  <a:cubicBezTo>
                    <a:pt x="7089" y="8632"/>
                    <a:pt x="6963" y="8475"/>
                    <a:pt x="6743" y="8475"/>
                  </a:cubicBezTo>
                  <a:lnTo>
                    <a:pt x="6428" y="8475"/>
                  </a:lnTo>
                  <a:cubicBezTo>
                    <a:pt x="6585" y="7404"/>
                    <a:pt x="7467" y="6553"/>
                    <a:pt x="8538" y="6396"/>
                  </a:cubicBezTo>
                  <a:close/>
                  <a:moveTo>
                    <a:pt x="6428" y="725"/>
                  </a:moveTo>
                  <a:lnTo>
                    <a:pt x="6428" y="2489"/>
                  </a:lnTo>
                  <a:cubicBezTo>
                    <a:pt x="6428" y="2678"/>
                    <a:pt x="6585" y="2836"/>
                    <a:pt x="6774" y="2836"/>
                  </a:cubicBezTo>
                  <a:lnTo>
                    <a:pt x="8570" y="2836"/>
                  </a:lnTo>
                  <a:lnTo>
                    <a:pt x="8570" y="5734"/>
                  </a:lnTo>
                  <a:cubicBezTo>
                    <a:pt x="6995" y="5892"/>
                    <a:pt x="5766" y="7246"/>
                    <a:pt x="5766" y="8884"/>
                  </a:cubicBezTo>
                  <a:cubicBezTo>
                    <a:pt x="5766" y="9861"/>
                    <a:pt x="6238" y="10775"/>
                    <a:pt x="6932" y="11310"/>
                  </a:cubicBezTo>
                  <a:lnTo>
                    <a:pt x="757" y="11310"/>
                  </a:lnTo>
                  <a:lnTo>
                    <a:pt x="757" y="725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1657"/>
                  </a:lnTo>
                  <a:cubicBezTo>
                    <a:pt x="0" y="11877"/>
                    <a:pt x="158" y="12035"/>
                    <a:pt x="379" y="12035"/>
                  </a:cubicBezTo>
                  <a:lnTo>
                    <a:pt x="8822" y="12035"/>
                  </a:lnTo>
                  <a:cubicBezTo>
                    <a:pt x="10555" y="12035"/>
                    <a:pt x="11972" y="10617"/>
                    <a:pt x="11972" y="8884"/>
                  </a:cubicBezTo>
                  <a:cubicBezTo>
                    <a:pt x="12035" y="7215"/>
                    <a:pt x="10807" y="5892"/>
                    <a:pt x="9231" y="5734"/>
                  </a:cubicBezTo>
                  <a:lnTo>
                    <a:pt x="9231" y="2489"/>
                  </a:lnTo>
                  <a:cubicBezTo>
                    <a:pt x="9231" y="2426"/>
                    <a:pt x="9200" y="2300"/>
                    <a:pt x="9105" y="2268"/>
                  </a:cubicBezTo>
                  <a:lnTo>
                    <a:pt x="6995" y="126"/>
                  </a:lnTo>
                  <a:cubicBezTo>
                    <a:pt x="6900" y="63"/>
                    <a:pt x="6837" y="0"/>
                    <a:pt x="67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8" name="Google Shape;13458;p141"/>
            <p:cNvSpPr/>
            <p:nvPr/>
          </p:nvSpPr>
          <p:spPr>
            <a:xfrm>
              <a:off x="-46946075" y="253732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lnTo>
                    <a:pt x="1040" y="1418"/>
                  </a:lnTo>
                  <a:cubicBezTo>
                    <a:pt x="1261" y="1418"/>
                    <a:pt x="1418" y="1260"/>
                    <a:pt x="1418" y="1071"/>
                  </a:cubicBezTo>
                  <a:cubicBezTo>
                    <a:pt x="1387" y="851"/>
                    <a:pt x="1261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9" name="Google Shape;13459;p141"/>
            <p:cNvSpPr/>
            <p:nvPr/>
          </p:nvSpPr>
          <p:spPr>
            <a:xfrm>
              <a:off x="-47122500" y="2537325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0" name="Google Shape;13460;p141"/>
            <p:cNvSpPr/>
            <p:nvPr/>
          </p:nvSpPr>
          <p:spPr>
            <a:xfrm>
              <a:off x="-47122500" y="2572775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1" name="Google Shape;13461;p141"/>
          <p:cNvGrpSpPr/>
          <p:nvPr/>
        </p:nvGrpSpPr>
        <p:grpSpPr>
          <a:xfrm>
            <a:off x="1291448" y="3603054"/>
            <a:ext cx="358199" cy="359154"/>
            <a:chOff x="-47157950" y="2712175"/>
            <a:chExt cx="300100" cy="300900"/>
          </a:xfrm>
        </p:grpSpPr>
        <p:sp>
          <p:nvSpPr>
            <p:cNvPr id="13462" name="Google Shape;13462;p141"/>
            <p:cNvSpPr/>
            <p:nvPr/>
          </p:nvSpPr>
          <p:spPr>
            <a:xfrm>
              <a:off x="-47157950" y="2712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7026" y="1166"/>
                  </a:moveTo>
                  <a:lnTo>
                    <a:pt x="7940" y="2048"/>
                  </a:lnTo>
                  <a:lnTo>
                    <a:pt x="7026" y="2048"/>
                  </a:lnTo>
                  <a:lnTo>
                    <a:pt x="7026" y="1166"/>
                  </a:lnTo>
                  <a:close/>
                  <a:moveTo>
                    <a:pt x="6333" y="693"/>
                  </a:moveTo>
                  <a:lnTo>
                    <a:pt x="6333" y="2458"/>
                  </a:lnTo>
                  <a:cubicBezTo>
                    <a:pt x="6333" y="2647"/>
                    <a:pt x="6491" y="2804"/>
                    <a:pt x="6680" y="2804"/>
                  </a:cubicBezTo>
                  <a:lnTo>
                    <a:pt x="8444" y="2804"/>
                  </a:lnTo>
                  <a:lnTo>
                    <a:pt x="8444" y="4222"/>
                  </a:lnTo>
                  <a:lnTo>
                    <a:pt x="3529" y="4222"/>
                  </a:lnTo>
                  <a:lnTo>
                    <a:pt x="3529" y="693"/>
                  </a:lnTo>
                  <a:close/>
                  <a:moveTo>
                    <a:pt x="10933" y="4222"/>
                  </a:moveTo>
                  <a:cubicBezTo>
                    <a:pt x="11122" y="4222"/>
                    <a:pt x="11279" y="4380"/>
                    <a:pt x="11279" y="4569"/>
                  </a:cubicBezTo>
                  <a:lnTo>
                    <a:pt x="11279" y="8097"/>
                  </a:lnTo>
                  <a:lnTo>
                    <a:pt x="11248" y="8097"/>
                  </a:lnTo>
                  <a:cubicBezTo>
                    <a:pt x="11248" y="8286"/>
                    <a:pt x="11090" y="8444"/>
                    <a:pt x="10901" y="8444"/>
                  </a:cubicBezTo>
                  <a:lnTo>
                    <a:pt x="9137" y="8444"/>
                  </a:lnTo>
                  <a:lnTo>
                    <a:pt x="9137" y="7719"/>
                  </a:lnTo>
                  <a:lnTo>
                    <a:pt x="9483" y="7719"/>
                  </a:lnTo>
                  <a:cubicBezTo>
                    <a:pt x="9673" y="7719"/>
                    <a:pt x="9830" y="7562"/>
                    <a:pt x="9830" y="7372"/>
                  </a:cubicBezTo>
                  <a:cubicBezTo>
                    <a:pt x="9830" y="7183"/>
                    <a:pt x="9673" y="7026"/>
                    <a:pt x="9483" y="7026"/>
                  </a:cubicBezTo>
                  <a:lnTo>
                    <a:pt x="2458" y="7026"/>
                  </a:lnTo>
                  <a:cubicBezTo>
                    <a:pt x="2269" y="7026"/>
                    <a:pt x="2111" y="7183"/>
                    <a:pt x="2111" y="7372"/>
                  </a:cubicBezTo>
                  <a:cubicBezTo>
                    <a:pt x="2111" y="7562"/>
                    <a:pt x="2269" y="7719"/>
                    <a:pt x="2458" y="7719"/>
                  </a:cubicBezTo>
                  <a:lnTo>
                    <a:pt x="2836" y="7719"/>
                  </a:lnTo>
                  <a:lnTo>
                    <a:pt x="2836" y="8444"/>
                  </a:lnTo>
                  <a:lnTo>
                    <a:pt x="1040" y="8444"/>
                  </a:lnTo>
                  <a:cubicBezTo>
                    <a:pt x="851" y="8444"/>
                    <a:pt x="694" y="8286"/>
                    <a:pt x="694" y="8097"/>
                  </a:cubicBezTo>
                  <a:lnTo>
                    <a:pt x="694" y="4569"/>
                  </a:lnTo>
                  <a:cubicBezTo>
                    <a:pt x="694" y="4380"/>
                    <a:pt x="851" y="4222"/>
                    <a:pt x="1040" y="4222"/>
                  </a:cubicBezTo>
                  <a:lnTo>
                    <a:pt x="2836" y="4222"/>
                  </a:lnTo>
                  <a:lnTo>
                    <a:pt x="2836" y="4569"/>
                  </a:lnTo>
                  <a:cubicBezTo>
                    <a:pt x="2836" y="4789"/>
                    <a:pt x="2993" y="4947"/>
                    <a:pt x="3183" y="4947"/>
                  </a:cubicBezTo>
                  <a:lnTo>
                    <a:pt x="8822" y="4947"/>
                  </a:lnTo>
                  <a:cubicBezTo>
                    <a:pt x="9011" y="4947"/>
                    <a:pt x="9168" y="4789"/>
                    <a:pt x="9168" y="4569"/>
                  </a:cubicBezTo>
                  <a:lnTo>
                    <a:pt x="9168" y="4222"/>
                  </a:lnTo>
                  <a:close/>
                  <a:moveTo>
                    <a:pt x="8412" y="7719"/>
                  </a:moveTo>
                  <a:lnTo>
                    <a:pt x="8412" y="11279"/>
                  </a:lnTo>
                  <a:lnTo>
                    <a:pt x="3498" y="11279"/>
                  </a:lnTo>
                  <a:lnTo>
                    <a:pt x="3498" y="7719"/>
                  </a:lnTo>
                  <a:close/>
                  <a:moveTo>
                    <a:pt x="3183" y="0"/>
                  </a:moveTo>
                  <a:cubicBezTo>
                    <a:pt x="2993" y="0"/>
                    <a:pt x="2836" y="158"/>
                    <a:pt x="2836" y="378"/>
                  </a:cubicBezTo>
                  <a:lnTo>
                    <a:pt x="2836" y="3560"/>
                  </a:lnTo>
                  <a:lnTo>
                    <a:pt x="1072" y="3560"/>
                  </a:lnTo>
                  <a:cubicBezTo>
                    <a:pt x="473" y="3560"/>
                    <a:pt x="1" y="4033"/>
                    <a:pt x="1" y="4600"/>
                  </a:cubicBezTo>
                  <a:lnTo>
                    <a:pt x="1" y="8129"/>
                  </a:lnTo>
                  <a:cubicBezTo>
                    <a:pt x="1" y="8696"/>
                    <a:pt x="473" y="9168"/>
                    <a:pt x="1072" y="9168"/>
                  </a:cubicBezTo>
                  <a:lnTo>
                    <a:pt x="2836" y="9168"/>
                  </a:lnTo>
                  <a:lnTo>
                    <a:pt x="2836" y="11657"/>
                  </a:lnTo>
                  <a:cubicBezTo>
                    <a:pt x="2836" y="11846"/>
                    <a:pt x="2993" y="12035"/>
                    <a:pt x="3183" y="12035"/>
                  </a:cubicBezTo>
                  <a:lnTo>
                    <a:pt x="8822" y="12035"/>
                  </a:lnTo>
                  <a:cubicBezTo>
                    <a:pt x="9011" y="12035"/>
                    <a:pt x="9168" y="11846"/>
                    <a:pt x="9168" y="11657"/>
                  </a:cubicBezTo>
                  <a:lnTo>
                    <a:pt x="9168" y="9168"/>
                  </a:lnTo>
                  <a:lnTo>
                    <a:pt x="10933" y="9168"/>
                  </a:lnTo>
                  <a:cubicBezTo>
                    <a:pt x="11531" y="9168"/>
                    <a:pt x="12004" y="8696"/>
                    <a:pt x="12004" y="8129"/>
                  </a:cubicBezTo>
                  <a:lnTo>
                    <a:pt x="12004" y="4600"/>
                  </a:lnTo>
                  <a:cubicBezTo>
                    <a:pt x="11972" y="4001"/>
                    <a:pt x="11500" y="3529"/>
                    <a:pt x="10901" y="3529"/>
                  </a:cubicBezTo>
                  <a:lnTo>
                    <a:pt x="9137" y="3529"/>
                  </a:lnTo>
                  <a:lnTo>
                    <a:pt x="9137" y="2458"/>
                  </a:lnTo>
                  <a:cubicBezTo>
                    <a:pt x="9137" y="2363"/>
                    <a:pt x="9074" y="2269"/>
                    <a:pt x="9011" y="2206"/>
                  </a:cubicBezTo>
                  <a:lnTo>
                    <a:pt x="6932" y="126"/>
                  </a:lnTo>
                  <a:cubicBezTo>
                    <a:pt x="6837" y="63"/>
                    <a:pt x="6774" y="0"/>
                    <a:pt x="66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3" name="Google Shape;13463;p141"/>
            <p:cNvSpPr/>
            <p:nvPr/>
          </p:nvSpPr>
          <p:spPr>
            <a:xfrm>
              <a:off x="-47087075" y="28523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37" y="693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4" name="Google Shape;13464;p141"/>
            <p:cNvSpPr/>
            <p:nvPr/>
          </p:nvSpPr>
          <p:spPr>
            <a:xfrm>
              <a:off x="-47052400" y="28523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6" y="0"/>
                    <a:pt x="0" y="158"/>
                    <a:pt x="0" y="347"/>
                  </a:cubicBezTo>
                  <a:cubicBezTo>
                    <a:pt x="0" y="536"/>
                    <a:pt x="126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5" name="Google Shape;13465;p141"/>
            <p:cNvSpPr/>
            <p:nvPr/>
          </p:nvSpPr>
          <p:spPr>
            <a:xfrm>
              <a:off x="-47051625" y="295790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141"/>
            <p:cNvSpPr/>
            <p:nvPr/>
          </p:nvSpPr>
          <p:spPr>
            <a:xfrm>
              <a:off x="-47051625" y="292325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141"/>
            <p:cNvSpPr/>
            <p:nvPr/>
          </p:nvSpPr>
          <p:spPr>
            <a:xfrm>
              <a:off x="-47017750" y="2852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072" y="693"/>
                  </a:lnTo>
                  <a:cubicBezTo>
                    <a:pt x="1261" y="693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141"/>
            <p:cNvSpPr/>
            <p:nvPr/>
          </p:nvSpPr>
          <p:spPr>
            <a:xfrm>
              <a:off x="-46964975" y="2852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1040" y="693"/>
                  </a:lnTo>
                  <a:cubicBezTo>
                    <a:pt x="1260" y="693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69" name="Google Shape;13469;p141"/>
          <p:cNvSpPr/>
          <p:nvPr/>
        </p:nvSpPr>
        <p:spPr>
          <a:xfrm>
            <a:off x="3538211" y="2689200"/>
            <a:ext cx="314961" cy="357274"/>
          </a:xfrm>
          <a:custGeom>
            <a:avLst/>
            <a:gdLst/>
            <a:ahLst/>
            <a:cxnLst/>
            <a:rect l="l" t="t" r="r" b="b"/>
            <a:pathLst>
              <a:path w="10555" h="11973" extrusionOk="0">
                <a:moveTo>
                  <a:pt x="3151" y="2836"/>
                </a:moveTo>
                <a:cubicBezTo>
                  <a:pt x="3340" y="2836"/>
                  <a:pt x="3498" y="2994"/>
                  <a:pt x="3498" y="3183"/>
                </a:cubicBezTo>
                <a:lnTo>
                  <a:pt x="3498" y="3529"/>
                </a:lnTo>
                <a:lnTo>
                  <a:pt x="2805" y="3529"/>
                </a:lnTo>
                <a:lnTo>
                  <a:pt x="2805" y="3183"/>
                </a:lnTo>
                <a:cubicBezTo>
                  <a:pt x="2805" y="2994"/>
                  <a:pt x="2962" y="2836"/>
                  <a:pt x="3151" y="2836"/>
                </a:cubicBezTo>
                <a:close/>
                <a:moveTo>
                  <a:pt x="9862" y="4191"/>
                </a:moveTo>
                <a:lnTo>
                  <a:pt x="9862" y="5262"/>
                </a:lnTo>
                <a:cubicBezTo>
                  <a:pt x="9862" y="5451"/>
                  <a:pt x="9704" y="5609"/>
                  <a:pt x="9484" y="5609"/>
                </a:cubicBezTo>
                <a:cubicBezTo>
                  <a:pt x="9295" y="5609"/>
                  <a:pt x="9137" y="5451"/>
                  <a:pt x="9137" y="5262"/>
                </a:cubicBezTo>
                <a:lnTo>
                  <a:pt x="9137" y="4191"/>
                </a:lnTo>
                <a:close/>
                <a:moveTo>
                  <a:pt x="3151" y="5609"/>
                </a:moveTo>
                <a:cubicBezTo>
                  <a:pt x="3340" y="5609"/>
                  <a:pt x="3498" y="5766"/>
                  <a:pt x="3498" y="5987"/>
                </a:cubicBezTo>
                <a:cubicBezTo>
                  <a:pt x="3498" y="6176"/>
                  <a:pt x="3340" y="6333"/>
                  <a:pt x="3151" y="6333"/>
                </a:cubicBezTo>
                <a:cubicBezTo>
                  <a:pt x="2962" y="6333"/>
                  <a:pt x="2805" y="6176"/>
                  <a:pt x="2805" y="5987"/>
                </a:cubicBezTo>
                <a:cubicBezTo>
                  <a:pt x="2805" y="5766"/>
                  <a:pt x="2962" y="5609"/>
                  <a:pt x="3151" y="5609"/>
                </a:cubicBezTo>
                <a:close/>
                <a:moveTo>
                  <a:pt x="3592" y="4254"/>
                </a:moveTo>
                <a:cubicBezTo>
                  <a:pt x="4695" y="4443"/>
                  <a:pt x="5640" y="5451"/>
                  <a:pt x="5640" y="6680"/>
                </a:cubicBezTo>
                <a:lnTo>
                  <a:pt x="5640" y="8822"/>
                </a:lnTo>
                <a:cubicBezTo>
                  <a:pt x="5640" y="10145"/>
                  <a:pt x="4538" y="11248"/>
                  <a:pt x="3183" y="11248"/>
                </a:cubicBezTo>
                <a:cubicBezTo>
                  <a:pt x="1860" y="11248"/>
                  <a:pt x="757" y="10145"/>
                  <a:pt x="757" y="8822"/>
                </a:cubicBezTo>
                <a:lnTo>
                  <a:pt x="757" y="6680"/>
                </a:lnTo>
                <a:cubicBezTo>
                  <a:pt x="757" y="5451"/>
                  <a:pt x="1671" y="4443"/>
                  <a:pt x="2868" y="4254"/>
                </a:cubicBezTo>
                <a:lnTo>
                  <a:pt x="2868" y="4979"/>
                </a:lnTo>
                <a:cubicBezTo>
                  <a:pt x="2490" y="5136"/>
                  <a:pt x="2175" y="5546"/>
                  <a:pt x="2175" y="5987"/>
                </a:cubicBezTo>
                <a:cubicBezTo>
                  <a:pt x="2175" y="6396"/>
                  <a:pt x="2458" y="6837"/>
                  <a:pt x="2868" y="6963"/>
                </a:cubicBezTo>
                <a:lnTo>
                  <a:pt x="2868" y="7341"/>
                </a:lnTo>
                <a:cubicBezTo>
                  <a:pt x="2868" y="7562"/>
                  <a:pt x="3025" y="7719"/>
                  <a:pt x="3246" y="7719"/>
                </a:cubicBezTo>
                <a:cubicBezTo>
                  <a:pt x="3435" y="7719"/>
                  <a:pt x="3592" y="7562"/>
                  <a:pt x="3592" y="7341"/>
                </a:cubicBezTo>
                <a:lnTo>
                  <a:pt x="3592" y="6963"/>
                </a:lnTo>
                <a:cubicBezTo>
                  <a:pt x="3970" y="6806"/>
                  <a:pt x="4286" y="6396"/>
                  <a:pt x="4286" y="5987"/>
                </a:cubicBezTo>
                <a:cubicBezTo>
                  <a:pt x="4286" y="5546"/>
                  <a:pt x="4033" y="5105"/>
                  <a:pt x="3592" y="4979"/>
                </a:cubicBezTo>
                <a:lnTo>
                  <a:pt x="3592" y="4254"/>
                </a:lnTo>
                <a:close/>
                <a:moveTo>
                  <a:pt x="5294" y="1"/>
                </a:moveTo>
                <a:cubicBezTo>
                  <a:pt x="4033" y="1"/>
                  <a:pt x="2994" y="946"/>
                  <a:pt x="2836" y="2143"/>
                </a:cubicBezTo>
                <a:cubicBezTo>
                  <a:pt x="2427" y="2301"/>
                  <a:pt x="2143" y="2710"/>
                  <a:pt x="2143" y="3151"/>
                </a:cubicBezTo>
                <a:lnTo>
                  <a:pt x="2143" y="3687"/>
                </a:lnTo>
                <a:cubicBezTo>
                  <a:pt x="914" y="4128"/>
                  <a:pt x="1" y="5294"/>
                  <a:pt x="1" y="6680"/>
                </a:cubicBezTo>
                <a:lnTo>
                  <a:pt x="1" y="8822"/>
                </a:lnTo>
                <a:cubicBezTo>
                  <a:pt x="1" y="10555"/>
                  <a:pt x="1419" y="11973"/>
                  <a:pt x="3151" y="11973"/>
                </a:cubicBezTo>
                <a:cubicBezTo>
                  <a:pt x="4884" y="11973"/>
                  <a:pt x="6302" y="10555"/>
                  <a:pt x="6302" y="8822"/>
                </a:cubicBezTo>
                <a:lnTo>
                  <a:pt x="6302" y="6680"/>
                </a:lnTo>
                <a:cubicBezTo>
                  <a:pt x="6302" y="5294"/>
                  <a:pt x="5451" y="4128"/>
                  <a:pt x="4191" y="3687"/>
                </a:cubicBezTo>
                <a:lnTo>
                  <a:pt x="4191" y="3151"/>
                </a:lnTo>
                <a:cubicBezTo>
                  <a:pt x="4191" y="2710"/>
                  <a:pt x="3907" y="2301"/>
                  <a:pt x="3529" y="2143"/>
                </a:cubicBezTo>
                <a:cubicBezTo>
                  <a:pt x="3624" y="1293"/>
                  <a:pt x="4380" y="662"/>
                  <a:pt x="5262" y="662"/>
                </a:cubicBezTo>
                <a:cubicBezTo>
                  <a:pt x="6239" y="662"/>
                  <a:pt x="7026" y="1450"/>
                  <a:pt x="7026" y="2427"/>
                </a:cubicBezTo>
                <a:lnTo>
                  <a:pt x="7026" y="8413"/>
                </a:lnTo>
                <a:cubicBezTo>
                  <a:pt x="7026" y="9200"/>
                  <a:pt x="7657" y="9830"/>
                  <a:pt x="8444" y="9830"/>
                </a:cubicBezTo>
                <a:cubicBezTo>
                  <a:pt x="9232" y="9830"/>
                  <a:pt x="9862" y="9200"/>
                  <a:pt x="9862" y="8413"/>
                </a:cubicBezTo>
                <a:lnTo>
                  <a:pt x="9862" y="6239"/>
                </a:lnTo>
                <a:cubicBezTo>
                  <a:pt x="10240" y="6081"/>
                  <a:pt x="10555" y="5703"/>
                  <a:pt x="10555" y="5262"/>
                </a:cubicBezTo>
                <a:lnTo>
                  <a:pt x="10555" y="3844"/>
                </a:lnTo>
                <a:cubicBezTo>
                  <a:pt x="10555" y="3687"/>
                  <a:pt x="10397" y="3529"/>
                  <a:pt x="10208" y="3529"/>
                </a:cubicBezTo>
                <a:lnTo>
                  <a:pt x="9862" y="3529"/>
                </a:lnTo>
                <a:lnTo>
                  <a:pt x="9862" y="2458"/>
                </a:lnTo>
                <a:cubicBezTo>
                  <a:pt x="9862" y="2269"/>
                  <a:pt x="9704" y="2112"/>
                  <a:pt x="9515" y="2112"/>
                </a:cubicBezTo>
                <a:cubicBezTo>
                  <a:pt x="9295" y="2112"/>
                  <a:pt x="9137" y="2269"/>
                  <a:pt x="9137" y="2458"/>
                </a:cubicBezTo>
                <a:lnTo>
                  <a:pt x="9137" y="3529"/>
                </a:lnTo>
                <a:lnTo>
                  <a:pt x="8791" y="3529"/>
                </a:lnTo>
                <a:cubicBezTo>
                  <a:pt x="8602" y="3529"/>
                  <a:pt x="8444" y="3687"/>
                  <a:pt x="8444" y="3876"/>
                </a:cubicBezTo>
                <a:lnTo>
                  <a:pt x="8444" y="5294"/>
                </a:lnTo>
                <a:cubicBezTo>
                  <a:pt x="8444" y="5766"/>
                  <a:pt x="8728" y="6176"/>
                  <a:pt x="9137" y="6302"/>
                </a:cubicBezTo>
                <a:lnTo>
                  <a:pt x="9137" y="8444"/>
                </a:lnTo>
                <a:cubicBezTo>
                  <a:pt x="9137" y="8854"/>
                  <a:pt x="8822" y="9169"/>
                  <a:pt x="8444" y="9169"/>
                </a:cubicBezTo>
                <a:cubicBezTo>
                  <a:pt x="8035" y="9169"/>
                  <a:pt x="7720" y="8854"/>
                  <a:pt x="7720" y="8444"/>
                </a:cubicBezTo>
                <a:lnTo>
                  <a:pt x="7720" y="2458"/>
                </a:lnTo>
                <a:cubicBezTo>
                  <a:pt x="7720" y="1103"/>
                  <a:pt x="6617" y="1"/>
                  <a:pt x="529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70" name="Google Shape;13470;p141"/>
          <p:cNvGrpSpPr/>
          <p:nvPr/>
        </p:nvGrpSpPr>
        <p:grpSpPr>
          <a:xfrm>
            <a:off x="3535175" y="3135863"/>
            <a:ext cx="315886" cy="358199"/>
            <a:chOff x="-45278675" y="2333325"/>
            <a:chExt cx="264650" cy="300100"/>
          </a:xfrm>
        </p:grpSpPr>
        <p:sp>
          <p:nvSpPr>
            <p:cNvPr id="13471" name="Google Shape;13471;p141"/>
            <p:cNvSpPr/>
            <p:nvPr/>
          </p:nvSpPr>
          <p:spPr>
            <a:xfrm>
              <a:off x="-45243225" y="2475100"/>
              <a:ext cx="52775" cy="87450"/>
            </a:xfrm>
            <a:custGeom>
              <a:avLst/>
              <a:gdLst/>
              <a:ahLst/>
              <a:cxnLst/>
              <a:rect l="l" t="t" r="r" b="b"/>
              <a:pathLst>
                <a:path w="2111" h="3498" extrusionOk="0">
                  <a:moveTo>
                    <a:pt x="1071" y="725"/>
                  </a:moveTo>
                  <a:cubicBezTo>
                    <a:pt x="1260" y="725"/>
                    <a:pt x="1418" y="883"/>
                    <a:pt x="1418" y="1072"/>
                  </a:cubicBezTo>
                  <a:cubicBezTo>
                    <a:pt x="1418" y="1261"/>
                    <a:pt x="1260" y="1418"/>
                    <a:pt x="1071" y="1418"/>
                  </a:cubicBez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2080"/>
                  </a:lnTo>
                  <a:lnTo>
                    <a:pt x="1071" y="2080"/>
                  </a:lnTo>
                  <a:cubicBezTo>
                    <a:pt x="1638" y="2080"/>
                    <a:pt x="2111" y="1607"/>
                    <a:pt x="2111" y="1040"/>
                  </a:cubicBezTo>
                  <a:cubicBezTo>
                    <a:pt x="2111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141"/>
            <p:cNvSpPr/>
            <p:nvPr/>
          </p:nvSpPr>
          <p:spPr>
            <a:xfrm>
              <a:off x="-45172350" y="2475100"/>
              <a:ext cx="52800" cy="89025"/>
            </a:xfrm>
            <a:custGeom>
              <a:avLst/>
              <a:gdLst/>
              <a:ahLst/>
              <a:cxnLst/>
              <a:rect l="l" t="t" r="r" b="b"/>
              <a:pathLst>
                <a:path w="2112" h="3561" extrusionOk="0"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261" y="2143"/>
                    <a:pt x="1418" y="2300"/>
                    <a:pt x="1418" y="2489"/>
                  </a:cubicBezTo>
                  <a:cubicBezTo>
                    <a:pt x="1418" y="2678"/>
                    <a:pt x="1261" y="2836"/>
                    <a:pt x="1072" y="2836"/>
                  </a:cubicBezTo>
                  <a:cubicBezTo>
                    <a:pt x="851" y="2836"/>
                    <a:pt x="694" y="2678"/>
                    <a:pt x="694" y="2489"/>
                  </a:cubicBezTo>
                  <a:cubicBezTo>
                    <a:pt x="694" y="2300"/>
                    <a:pt x="536" y="2143"/>
                    <a:pt x="347" y="2143"/>
                  </a:cubicBezTo>
                  <a:cubicBezTo>
                    <a:pt x="158" y="2143"/>
                    <a:pt x="1" y="2300"/>
                    <a:pt x="1" y="2489"/>
                  </a:cubicBezTo>
                  <a:cubicBezTo>
                    <a:pt x="1" y="3088"/>
                    <a:pt x="473" y="3560"/>
                    <a:pt x="1072" y="3560"/>
                  </a:cubicBezTo>
                  <a:cubicBezTo>
                    <a:pt x="1639" y="3560"/>
                    <a:pt x="2111" y="3088"/>
                    <a:pt x="2111" y="2489"/>
                  </a:cubicBezTo>
                  <a:cubicBezTo>
                    <a:pt x="2111" y="1891"/>
                    <a:pt x="1639" y="1418"/>
                    <a:pt x="1072" y="1418"/>
                  </a:cubicBezTo>
                  <a:cubicBezTo>
                    <a:pt x="851" y="1418"/>
                    <a:pt x="725" y="1261"/>
                    <a:pt x="725" y="1072"/>
                  </a:cubicBezTo>
                  <a:cubicBezTo>
                    <a:pt x="725" y="883"/>
                    <a:pt x="851" y="725"/>
                    <a:pt x="1072" y="725"/>
                  </a:cubicBezTo>
                  <a:cubicBezTo>
                    <a:pt x="1261" y="725"/>
                    <a:pt x="1418" y="883"/>
                    <a:pt x="1418" y="1072"/>
                  </a:cubicBezTo>
                  <a:cubicBezTo>
                    <a:pt x="1418" y="1261"/>
                    <a:pt x="1576" y="1418"/>
                    <a:pt x="1765" y="1418"/>
                  </a:cubicBezTo>
                  <a:cubicBezTo>
                    <a:pt x="1954" y="1418"/>
                    <a:pt x="2111" y="1261"/>
                    <a:pt x="2111" y="1072"/>
                  </a:cubicBezTo>
                  <a:cubicBezTo>
                    <a:pt x="2111" y="473"/>
                    <a:pt x="163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141"/>
            <p:cNvSpPr/>
            <p:nvPr/>
          </p:nvSpPr>
          <p:spPr>
            <a:xfrm>
              <a:off x="-45102250" y="2475100"/>
              <a:ext cx="52800" cy="87450"/>
            </a:xfrm>
            <a:custGeom>
              <a:avLst/>
              <a:gdLst/>
              <a:ahLst/>
              <a:cxnLst/>
              <a:rect l="l" t="t" r="r" b="b"/>
              <a:pathLst>
                <a:path w="2112" h="3498" extrusionOk="0">
                  <a:moveTo>
                    <a:pt x="1072" y="725"/>
                  </a:moveTo>
                  <a:cubicBezTo>
                    <a:pt x="1261" y="725"/>
                    <a:pt x="1418" y="883"/>
                    <a:pt x="1418" y="1072"/>
                  </a:cubicBezTo>
                  <a:lnTo>
                    <a:pt x="1418" y="2458"/>
                  </a:lnTo>
                  <a:cubicBezTo>
                    <a:pt x="1418" y="2647"/>
                    <a:pt x="1261" y="2804"/>
                    <a:pt x="1072" y="2804"/>
                  </a:cubicBezTo>
                  <a:lnTo>
                    <a:pt x="694" y="2804"/>
                  </a:lnTo>
                  <a:lnTo>
                    <a:pt x="694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lnTo>
                    <a:pt x="1040" y="3497"/>
                  </a:lnTo>
                  <a:cubicBezTo>
                    <a:pt x="1639" y="3497"/>
                    <a:pt x="2111" y="3025"/>
                    <a:pt x="2111" y="2458"/>
                  </a:cubicBezTo>
                  <a:lnTo>
                    <a:pt x="2111" y="1040"/>
                  </a:lnTo>
                  <a:cubicBezTo>
                    <a:pt x="2111" y="473"/>
                    <a:pt x="163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141"/>
            <p:cNvSpPr/>
            <p:nvPr/>
          </p:nvSpPr>
          <p:spPr>
            <a:xfrm>
              <a:off x="-45278675" y="2333325"/>
              <a:ext cx="264650" cy="300100"/>
            </a:xfrm>
            <a:custGeom>
              <a:avLst/>
              <a:gdLst/>
              <a:ahLst/>
              <a:cxnLst/>
              <a:rect l="l" t="t" r="r" b="b"/>
              <a:pathLst>
                <a:path w="10586" h="12004" extrusionOk="0">
                  <a:moveTo>
                    <a:pt x="7751" y="1229"/>
                  </a:moveTo>
                  <a:lnTo>
                    <a:pt x="8664" y="2143"/>
                  </a:lnTo>
                  <a:lnTo>
                    <a:pt x="7751" y="2143"/>
                  </a:lnTo>
                  <a:lnTo>
                    <a:pt x="7751" y="1229"/>
                  </a:lnTo>
                  <a:close/>
                  <a:moveTo>
                    <a:pt x="7089" y="725"/>
                  </a:moveTo>
                  <a:lnTo>
                    <a:pt x="7089" y="2489"/>
                  </a:lnTo>
                  <a:cubicBezTo>
                    <a:pt x="7089" y="2678"/>
                    <a:pt x="7246" y="2836"/>
                    <a:pt x="7436" y="2836"/>
                  </a:cubicBezTo>
                  <a:lnTo>
                    <a:pt x="9200" y="2836"/>
                  </a:lnTo>
                  <a:lnTo>
                    <a:pt x="9200" y="4254"/>
                  </a:lnTo>
                  <a:lnTo>
                    <a:pt x="1481" y="4254"/>
                  </a:lnTo>
                  <a:lnTo>
                    <a:pt x="1481" y="725"/>
                  </a:lnTo>
                  <a:close/>
                  <a:moveTo>
                    <a:pt x="9893" y="4978"/>
                  </a:moveTo>
                  <a:lnTo>
                    <a:pt x="9893" y="9893"/>
                  </a:lnTo>
                  <a:lnTo>
                    <a:pt x="756" y="9893"/>
                  </a:lnTo>
                  <a:lnTo>
                    <a:pt x="756" y="4978"/>
                  </a:lnTo>
                  <a:close/>
                  <a:moveTo>
                    <a:pt x="9168" y="10586"/>
                  </a:moveTo>
                  <a:lnTo>
                    <a:pt x="9168" y="11311"/>
                  </a:lnTo>
                  <a:lnTo>
                    <a:pt x="1450" y="11311"/>
                  </a:lnTo>
                  <a:lnTo>
                    <a:pt x="1450" y="10586"/>
                  </a:lnTo>
                  <a:close/>
                  <a:moveTo>
                    <a:pt x="1072" y="1"/>
                  </a:moveTo>
                  <a:cubicBezTo>
                    <a:pt x="851" y="1"/>
                    <a:pt x="725" y="158"/>
                    <a:pt x="725" y="347"/>
                  </a:cubicBezTo>
                  <a:lnTo>
                    <a:pt x="725" y="4254"/>
                  </a:lnTo>
                  <a:lnTo>
                    <a:pt x="347" y="4254"/>
                  </a:lnTo>
                  <a:cubicBezTo>
                    <a:pt x="158" y="4254"/>
                    <a:pt x="0" y="4411"/>
                    <a:pt x="0" y="4600"/>
                  </a:cubicBezTo>
                  <a:lnTo>
                    <a:pt x="0" y="10240"/>
                  </a:lnTo>
                  <a:cubicBezTo>
                    <a:pt x="0" y="10429"/>
                    <a:pt x="158" y="10586"/>
                    <a:pt x="347" y="10586"/>
                  </a:cubicBezTo>
                  <a:lnTo>
                    <a:pt x="725" y="10586"/>
                  </a:lnTo>
                  <a:lnTo>
                    <a:pt x="725" y="11657"/>
                  </a:lnTo>
                  <a:cubicBezTo>
                    <a:pt x="725" y="11846"/>
                    <a:pt x="851" y="12004"/>
                    <a:pt x="1072" y="12004"/>
                  </a:cubicBezTo>
                  <a:lnTo>
                    <a:pt x="9483" y="12004"/>
                  </a:lnTo>
                  <a:cubicBezTo>
                    <a:pt x="9672" y="12004"/>
                    <a:pt x="9830" y="11846"/>
                    <a:pt x="9830" y="11657"/>
                  </a:cubicBezTo>
                  <a:lnTo>
                    <a:pt x="9830" y="10586"/>
                  </a:lnTo>
                  <a:lnTo>
                    <a:pt x="10208" y="10586"/>
                  </a:lnTo>
                  <a:cubicBezTo>
                    <a:pt x="10397" y="10586"/>
                    <a:pt x="10555" y="10429"/>
                    <a:pt x="10555" y="10240"/>
                  </a:cubicBezTo>
                  <a:lnTo>
                    <a:pt x="10555" y="4600"/>
                  </a:lnTo>
                  <a:cubicBezTo>
                    <a:pt x="10586" y="4411"/>
                    <a:pt x="10428" y="4254"/>
                    <a:pt x="10239" y="4254"/>
                  </a:cubicBezTo>
                  <a:lnTo>
                    <a:pt x="9893" y="4254"/>
                  </a:lnTo>
                  <a:lnTo>
                    <a:pt x="9893" y="2489"/>
                  </a:lnTo>
                  <a:cubicBezTo>
                    <a:pt x="9893" y="2395"/>
                    <a:pt x="9830" y="2300"/>
                    <a:pt x="9767" y="2237"/>
                  </a:cubicBezTo>
                  <a:lnTo>
                    <a:pt x="7656" y="127"/>
                  </a:lnTo>
                  <a:cubicBezTo>
                    <a:pt x="7562" y="32"/>
                    <a:pt x="7499" y="1"/>
                    <a:pt x="74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75" name="Google Shape;13475;p141"/>
          <p:cNvGrpSpPr/>
          <p:nvPr/>
        </p:nvGrpSpPr>
        <p:grpSpPr>
          <a:xfrm>
            <a:off x="3545500" y="3590820"/>
            <a:ext cx="295237" cy="358229"/>
            <a:chOff x="-45270025" y="2701925"/>
            <a:chExt cx="247350" cy="300125"/>
          </a:xfrm>
        </p:grpSpPr>
        <p:sp>
          <p:nvSpPr>
            <p:cNvPr id="13476" name="Google Shape;13476;p141"/>
            <p:cNvSpPr/>
            <p:nvPr/>
          </p:nvSpPr>
          <p:spPr>
            <a:xfrm>
              <a:off x="-45128250" y="28437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141"/>
            <p:cNvSpPr/>
            <p:nvPr/>
          </p:nvSpPr>
          <p:spPr>
            <a:xfrm>
              <a:off x="-45270025" y="2701925"/>
              <a:ext cx="247350" cy="300125"/>
            </a:xfrm>
            <a:custGeom>
              <a:avLst/>
              <a:gdLst/>
              <a:ahLst/>
              <a:cxnLst/>
              <a:rect l="l" t="t" r="r" b="b"/>
              <a:pathLst>
                <a:path w="9894" h="12005" extrusionOk="0">
                  <a:moveTo>
                    <a:pt x="7751" y="1261"/>
                  </a:moveTo>
                  <a:lnTo>
                    <a:pt x="8665" y="2143"/>
                  </a:lnTo>
                  <a:lnTo>
                    <a:pt x="7751" y="2143"/>
                  </a:lnTo>
                  <a:lnTo>
                    <a:pt x="7751" y="1261"/>
                  </a:lnTo>
                  <a:close/>
                  <a:moveTo>
                    <a:pt x="7090" y="4979"/>
                  </a:moveTo>
                  <a:lnTo>
                    <a:pt x="7090" y="9925"/>
                  </a:lnTo>
                  <a:lnTo>
                    <a:pt x="757" y="9925"/>
                  </a:lnTo>
                  <a:lnTo>
                    <a:pt x="757" y="4979"/>
                  </a:lnTo>
                  <a:close/>
                  <a:moveTo>
                    <a:pt x="7090" y="725"/>
                  </a:moveTo>
                  <a:lnTo>
                    <a:pt x="7090" y="2521"/>
                  </a:lnTo>
                  <a:cubicBezTo>
                    <a:pt x="7090" y="2710"/>
                    <a:pt x="7247" y="2868"/>
                    <a:pt x="7436" y="2868"/>
                  </a:cubicBezTo>
                  <a:lnTo>
                    <a:pt x="9232" y="2868"/>
                  </a:lnTo>
                  <a:lnTo>
                    <a:pt x="9232" y="11343"/>
                  </a:lnTo>
                  <a:lnTo>
                    <a:pt x="1450" y="11343"/>
                  </a:lnTo>
                  <a:lnTo>
                    <a:pt x="1450" y="10618"/>
                  </a:lnTo>
                  <a:lnTo>
                    <a:pt x="7436" y="10618"/>
                  </a:lnTo>
                  <a:cubicBezTo>
                    <a:pt x="7657" y="10618"/>
                    <a:pt x="7814" y="10460"/>
                    <a:pt x="7814" y="10271"/>
                  </a:cubicBezTo>
                  <a:lnTo>
                    <a:pt x="7814" y="4632"/>
                  </a:lnTo>
                  <a:cubicBezTo>
                    <a:pt x="7814" y="4443"/>
                    <a:pt x="7657" y="4285"/>
                    <a:pt x="7436" y="4285"/>
                  </a:cubicBezTo>
                  <a:lnTo>
                    <a:pt x="1450" y="4285"/>
                  </a:lnTo>
                  <a:lnTo>
                    <a:pt x="1450" y="725"/>
                  </a:lnTo>
                  <a:close/>
                  <a:moveTo>
                    <a:pt x="1072" y="1"/>
                  </a:moveTo>
                  <a:cubicBezTo>
                    <a:pt x="883" y="1"/>
                    <a:pt x="726" y="158"/>
                    <a:pt x="726" y="347"/>
                  </a:cubicBezTo>
                  <a:lnTo>
                    <a:pt x="726" y="4254"/>
                  </a:lnTo>
                  <a:lnTo>
                    <a:pt x="379" y="4254"/>
                  </a:lnTo>
                  <a:cubicBezTo>
                    <a:pt x="158" y="4254"/>
                    <a:pt x="1" y="4411"/>
                    <a:pt x="1" y="4601"/>
                  </a:cubicBezTo>
                  <a:lnTo>
                    <a:pt x="1" y="10240"/>
                  </a:lnTo>
                  <a:cubicBezTo>
                    <a:pt x="1" y="10429"/>
                    <a:pt x="158" y="10586"/>
                    <a:pt x="379" y="10586"/>
                  </a:cubicBezTo>
                  <a:lnTo>
                    <a:pt x="726" y="10586"/>
                  </a:lnTo>
                  <a:lnTo>
                    <a:pt x="726" y="11658"/>
                  </a:lnTo>
                  <a:cubicBezTo>
                    <a:pt x="726" y="11847"/>
                    <a:pt x="883" y="12004"/>
                    <a:pt x="1072" y="12004"/>
                  </a:cubicBezTo>
                  <a:lnTo>
                    <a:pt x="9484" y="12004"/>
                  </a:lnTo>
                  <a:cubicBezTo>
                    <a:pt x="9704" y="12004"/>
                    <a:pt x="9862" y="11847"/>
                    <a:pt x="9862" y="11658"/>
                  </a:cubicBezTo>
                  <a:lnTo>
                    <a:pt x="9893" y="2458"/>
                  </a:lnTo>
                  <a:cubicBezTo>
                    <a:pt x="9893" y="2395"/>
                    <a:pt x="9862" y="2269"/>
                    <a:pt x="9767" y="2238"/>
                  </a:cubicBezTo>
                  <a:lnTo>
                    <a:pt x="7657" y="95"/>
                  </a:lnTo>
                  <a:cubicBezTo>
                    <a:pt x="7562" y="32"/>
                    <a:pt x="7499" y="1"/>
                    <a:pt x="7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141"/>
            <p:cNvSpPr/>
            <p:nvPr/>
          </p:nvSpPr>
          <p:spPr>
            <a:xfrm>
              <a:off x="-45235350" y="2844500"/>
              <a:ext cx="89800" cy="87450"/>
            </a:xfrm>
            <a:custGeom>
              <a:avLst/>
              <a:gdLst/>
              <a:ahLst/>
              <a:cxnLst/>
              <a:rect l="l" t="t" r="r" b="b"/>
              <a:pathLst>
                <a:path w="3592" h="3498" extrusionOk="0">
                  <a:moveTo>
                    <a:pt x="1796" y="1103"/>
                  </a:moveTo>
                  <a:lnTo>
                    <a:pt x="2268" y="2079"/>
                  </a:lnTo>
                  <a:lnTo>
                    <a:pt x="1292" y="2079"/>
                  </a:lnTo>
                  <a:lnTo>
                    <a:pt x="1796" y="1103"/>
                  </a:lnTo>
                  <a:close/>
                  <a:moveTo>
                    <a:pt x="1764" y="0"/>
                  </a:moveTo>
                  <a:cubicBezTo>
                    <a:pt x="1638" y="0"/>
                    <a:pt x="1544" y="63"/>
                    <a:pt x="1449" y="189"/>
                  </a:cubicBezTo>
                  <a:lnTo>
                    <a:pt x="32" y="2993"/>
                  </a:lnTo>
                  <a:cubicBezTo>
                    <a:pt x="0" y="3151"/>
                    <a:pt x="63" y="3340"/>
                    <a:pt x="284" y="3466"/>
                  </a:cubicBezTo>
                  <a:cubicBezTo>
                    <a:pt x="324" y="3482"/>
                    <a:pt x="369" y="3490"/>
                    <a:pt x="415" y="3490"/>
                  </a:cubicBezTo>
                  <a:cubicBezTo>
                    <a:pt x="547" y="3490"/>
                    <a:pt x="686" y="3425"/>
                    <a:pt x="756" y="3308"/>
                  </a:cubicBezTo>
                  <a:lnTo>
                    <a:pt x="977" y="2804"/>
                  </a:lnTo>
                  <a:lnTo>
                    <a:pt x="2647" y="2804"/>
                  </a:lnTo>
                  <a:lnTo>
                    <a:pt x="2867" y="3308"/>
                  </a:lnTo>
                  <a:cubicBezTo>
                    <a:pt x="2962" y="3434"/>
                    <a:pt x="3056" y="3497"/>
                    <a:pt x="3182" y="3497"/>
                  </a:cubicBezTo>
                  <a:cubicBezTo>
                    <a:pt x="3245" y="3497"/>
                    <a:pt x="3308" y="3497"/>
                    <a:pt x="3340" y="3466"/>
                  </a:cubicBezTo>
                  <a:cubicBezTo>
                    <a:pt x="3497" y="3371"/>
                    <a:pt x="3592" y="3151"/>
                    <a:pt x="3497" y="2993"/>
                  </a:cubicBezTo>
                  <a:lnTo>
                    <a:pt x="2079" y="189"/>
                  </a:lnTo>
                  <a:cubicBezTo>
                    <a:pt x="2016" y="63"/>
                    <a:pt x="1890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141"/>
            <p:cNvSpPr/>
            <p:nvPr/>
          </p:nvSpPr>
          <p:spPr>
            <a:xfrm>
              <a:off x="-45128250" y="28791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80" name="Google Shape;13480;p141"/>
          <p:cNvSpPr/>
          <p:nvPr/>
        </p:nvSpPr>
        <p:spPr>
          <a:xfrm>
            <a:off x="2628699" y="4061314"/>
            <a:ext cx="358199" cy="358199"/>
          </a:xfrm>
          <a:custGeom>
            <a:avLst/>
            <a:gdLst/>
            <a:ahLst/>
            <a:cxnLst/>
            <a:rect l="l" t="t" r="r" b="b"/>
            <a:pathLst>
              <a:path w="12004" h="12004" extrusionOk="0">
                <a:moveTo>
                  <a:pt x="2867" y="725"/>
                </a:moveTo>
                <a:lnTo>
                  <a:pt x="2867" y="1449"/>
                </a:lnTo>
                <a:lnTo>
                  <a:pt x="2174" y="1449"/>
                </a:lnTo>
                <a:lnTo>
                  <a:pt x="2174" y="725"/>
                </a:lnTo>
                <a:close/>
                <a:moveTo>
                  <a:pt x="7971" y="3592"/>
                </a:moveTo>
                <a:lnTo>
                  <a:pt x="3560" y="8002"/>
                </a:lnTo>
                <a:lnTo>
                  <a:pt x="3560" y="3592"/>
                </a:lnTo>
                <a:close/>
                <a:moveTo>
                  <a:pt x="8506" y="4064"/>
                </a:moveTo>
                <a:lnTo>
                  <a:pt x="8506" y="8475"/>
                </a:lnTo>
                <a:lnTo>
                  <a:pt x="4096" y="8475"/>
                </a:lnTo>
                <a:lnTo>
                  <a:pt x="8506" y="4064"/>
                </a:lnTo>
                <a:close/>
                <a:moveTo>
                  <a:pt x="2867" y="3529"/>
                </a:moveTo>
                <a:lnTo>
                  <a:pt x="2867" y="8821"/>
                </a:lnTo>
                <a:cubicBezTo>
                  <a:pt x="2867" y="9011"/>
                  <a:pt x="3025" y="9168"/>
                  <a:pt x="3214" y="9168"/>
                </a:cubicBezTo>
                <a:lnTo>
                  <a:pt x="8506" y="9168"/>
                </a:lnTo>
                <a:lnTo>
                  <a:pt x="8506" y="9893"/>
                </a:lnTo>
                <a:lnTo>
                  <a:pt x="2174" y="9893"/>
                </a:lnTo>
                <a:lnTo>
                  <a:pt x="2174" y="3529"/>
                </a:lnTo>
                <a:close/>
                <a:moveTo>
                  <a:pt x="11342" y="9168"/>
                </a:moveTo>
                <a:lnTo>
                  <a:pt x="11342" y="9893"/>
                </a:lnTo>
                <a:lnTo>
                  <a:pt x="10617" y="9893"/>
                </a:lnTo>
                <a:lnTo>
                  <a:pt x="10617" y="9168"/>
                </a:lnTo>
                <a:close/>
                <a:moveTo>
                  <a:pt x="9830" y="2111"/>
                </a:moveTo>
                <a:lnTo>
                  <a:pt x="9830" y="11310"/>
                </a:lnTo>
                <a:lnTo>
                  <a:pt x="9168" y="11310"/>
                </a:lnTo>
                <a:lnTo>
                  <a:pt x="9168" y="3182"/>
                </a:lnTo>
                <a:lnTo>
                  <a:pt x="9168" y="3151"/>
                </a:lnTo>
                <a:cubicBezTo>
                  <a:pt x="9168" y="2993"/>
                  <a:pt x="9010" y="2836"/>
                  <a:pt x="8821" y="2836"/>
                </a:cubicBezTo>
                <a:lnTo>
                  <a:pt x="693" y="2836"/>
                </a:lnTo>
                <a:lnTo>
                  <a:pt x="693" y="2111"/>
                </a:lnTo>
                <a:close/>
                <a:moveTo>
                  <a:pt x="1764" y="0"/>
                </a:moveTo>
                <a:cubicBezTo>
                  <a:pt x="1575" y="0"/>
                  <a:pt x="1418" y="158"/>
                  <a:pt x="1418" y="347"/>
                </a:cubicBezTo>
                <a:lnTo>
                  <a:pt x="1418" y="1418"/>
                </a:lnTo>
                <a:lnTo>
                  <a:pt x="347" y="1418"/>
                </a:lnTo>
                <a:cubicBezTo>
                  <a:pt x="158" y="1418"/>
                  <a:pt x="0" y="1575"/>
                  <a:pt x="0" y="1764"/>
                </a:cubicBezTo>
                <a:lnTo>
                  <a:pt x="0" y="3182"/>
                </a:lnTo>
                <a:cubicBezTo>
                  <a:pt x="0" y="3371"/>
                  <a:pt x="158" y="3529"/>
                  <a:pt x="347" y="3529"/>
                </a:cubicBezTo>
                <a:lnTo>
                  <a:pt x="1418" y="3529"/>
                </a:lnTo>
                <a:lnTo>
                  <a:pt x="1418" y="10082"/>
                </a:lnTo>
                <a:lnTo>
                  <a:pt x="819" y="10680"/>
                </a:lnTo>
                <a:cubicBezTo>
                  <a:pt x="693" y="10775"/>
                  <a:pt x="693" y="11027"/>
                  <a:pt x="819" y="11184"/>
                </a:cubicBezTo>
                <a:cubicBezTo>
                  <a:pt x="882" y="11247"/>
                  <a:pt x="969" y="11279"/>
                  <a:pt x="1059" y="11279"/>
                </a:cubicBezTo>
                <a:cubicBezTo>
                  <a:pt x="1150" y="11279"/>
                  <a:pt x="1245" y="11247"/>
                  <a:pt x="1323" y="11184"/>
                </a:cubicBezTo>
                <a:lnTo>
                  <a:pt x="1922" y="10586"/>
                </a:lnTo>
                <a:lnTo>
                  <a:pt x="8475" y="10586"/>
                </a:lnTo>
                <a:lnTo>
                  <a:pt x="8475" y="11657"/>
                </a:lnTo>
                <a:cubicBezTo>
                  <a:pt x="8475" y="11846"/>
                  <a:pt x="8601" y="12003"/>
                  <a:pt x="8821" y="12003"/>
                </a:cubicBezTo>
                <a:lnTo>
                  <a:pt x="10239" y="12003"/>
                </a:lnTo>
                <a:cubicBezTo>
                  <a:pt x="10428" y="12003"/>
                  <a:pt x="10586" y="11846"/>
                  <a:pt x="10586" y="11657"/>
                </a:cubicBezTo>
                <a:lnTo>
                  <a:pt x="10586" y="10586"/>
                </a:lnTo>
                <a:lnTo>
                  <a:pt x="11657" y="10586"/>
                </a:lnTo>
                <a:cubicBezTo>
                  <a:pt x="11846" y="10586"/>
                  <a:pt x="12003" y="10428"/>
                  <a:pt x="12003" y="10239"/>
                </a:cubicBezTo>
                <a:lnTo>
                  <a:pt x="12003" y="8821"/>
                </a:lnTo>
                <a:cubicBezTo>
                  <a:pt x="12003" y="8632"/>
                  <a:pt x="11846" y="8475"/>
                  <a:pt x="11657" y="8475"/>
                </a:cubicBezTo>
                <a:lnTo>
                  <a:pt x="10586" y="8475"/>
                </a:lnTo>
                <a:lnTo>
                  <a:pt x="10586" y="1922"/>
                </a:lnTo>
                <a:lnTo>
                  <a:pt x="11184" y="1323"/>
                </a:lnTo>
                <a:cubicBezTo>
                  <a:pt x="11279" y="1229"/>
                  <a:pt x="11279" y="977"/>
                  <a:pt x="11184" y="819"/>
                </a:cubicBezTo>
                <a:cubicBezTo>
                  <a:pt x="11121" y="756"/>
                  <a:pt x="11035" y="725"/>
                  <a:pt x="10940" y="725"/>
                </a:cubicBezTo>
                <a:cubicBezTo>
                  <a:pt x="10846" y="725"/>
                  <a:pt x="10743" y="756"/>
                  <a:pt x="10649" y="819"/>
                </a:cubicBezTo>
                <a:lnTo>
                  <a:pt x="10082" y="1418"/>
                </a:lnTo>
                <a:lnTo>
                  <a:pt x="3529" y="1418"/>
                </a:lnTo>
                <a:lnTo>
                  <a:pt x="3529" y="347"/>
                </a:lnTo>
                <a:cubicBezTo>
                  <a:pt x="3529" y="158"/>
                  <a:pt x="3371" y="0"/>
                  <a:pt x="318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81" name="Google Shape;13481;p141"/>
          <p:cNvGrpSpPr/>
          <p:nvPr/>
        </p:nvGrpSpPr>
        <p:grpSpPr>
          <a:xfrm>
            <a:off x="2209567" y="1743737"/>
            <a:ext cx="307444" cy="366556"/>
            <a:chOff x="2209567" y="1972337"/>
            <a:chExt cx="307444" cy="366556"/>
          </a:xfrm>
        </p:grpSpPr>
        <p:sp>
          <p:nvSpPr>
            <p:cNvPr id="13482" name="Google Shape;13482;p141"/>
            <p:cNvSpPr/>
            <p:nvPr/>
          </p:nvSpPr>
          <p:spPr>
            <a:xfrm>
              <a:off x="2345143" y="1972337"/>
              <a:ext cx="20709" cy="62097"/>
            </a:xfrm>
            <a:custGeom>
              <a:avLst/>
              <a:gdLst/>
              <a:ahLst/>
              <a:cxnLst/>
              <a:rect l="l" t="t" r="r" b="b"/>
              <a:pathLst>
                <a:path w="694" h="2081" extrusionOk="0">
                  <a:moveTo>
                    <a:pt x="347" y="1"/>
                  </a:moveTo>
                  <a:cubicBezTo>
                    <a:pt x="158" y="1"/>
                    <a:pt x="1" y="158"/>
                    <a:pt x="1" y="348"/>
                  </a:cubicBezTo>
                  <a:lnTo>
                    <a:pt x="1" y="1765"/>
                  </a:lnTo>
                  <a:cubicBezTo>
                    <a:pt x="1" y="1923"/>
                    <a:pt x="158" y="2080"/>
                    <a:pt x="347" y="2080"/>
                  </a:cubicBezTo>
                  <a:cubicBezTo>
                    <a:pt x="536" y="2080"/>
                    <a:pt x="694" y="1923"/>
                    <a:pt x="694" y="1734"/>
                  </a:cubicBezTo>
                  <a:lnTo>
                    <a:pt x="694" y="348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141"/>
            <p:cNvSpPr/>
            <p:nvPr/>
          </p:nvSpPr>
          <p:spPr>
            <a:xfrm>
              <a:off x="2265235" y="1998803"/>
              <a:ext cx="55502" cy="39389"/>
            </a:xfrm>
            <a:custGeom>
              <a:avLst/>
              <a:gdLst/>
              <a:ahLst/>
              <a:cxnLst/>
              <a:rect l="l" t="t" r="r" b="b"/>
              <a:pathLst>
                <a:path w="1860" h="1320" extrusionOk="0">
                  <a:moveTo>
                    <a:pt x="465" y="1"/>
                  </a:moveTo>
                  <a:cubicBezTo>
                    <a:pt x="344" y="1"/>
                    <a:pt x="222" y="78"/>
                    <a:pt x="158" y="185"/>
                  </a:cubicBezTo>
                  <a:cubicBezTo>
                    <a:pt x="1" y="311"/>
                    <a:pt x="64" y="563"/>
                    <a:pt x="253" y="658"/>
                  </a:cubicBezTo>
                  <a:lnTo>
                    <a:pt x="1229" y="1288"/>
                  </a:lnTo>
                  <a:cubicBezTo>
                    <a:pt x="1261" y="1319"/>
                    <a:pt x="1355" y="1319"/>
                    <a:pt x="1418" y="1319"/>
                  </a:cubicBezTo>
                  <a:cubicBezTo>
                    <a:pt x="1544" y="1319"/>
                    <a:pt x="1671" y="1288"/>
                    <a:pt x="1734" y="1162"/>
                  </a:cubicBezTo>
                  <a:cubicBezTo>
                    <a:pt x="1860" y="1004"/>
                    <a:pt x="1765" y="752"/>
                    <a:pt x="1607" y="689"/>
                  </a:cubicBezTo>
                  <a:lnTo>
                    <a:pt x="631" y="59"/>
                  </a:lnTo>
                  <a:cubicBezTo>
                    <a:pt x="580" y="18"/>
                    <a:pt x="523" y="1"/>
                    <a:pt x="4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141"/>
            <p:cNvSpPr/>
            <p:nvPr/>
          </p:nvSpPr>
          <p:spPr>
            <a:xfrm>
              <a:off x="2393093" y="2000594"/>
              <a:ext cx="51743" cy="38523"/>
            </a:xfrm>
            <a:custGeom>
              <a:avLst/>
              <a:gdLst/>
              <a:ahLst/>
              <a:cxnLst/>
              <a:rect l="l" t="t" r="r" b="b"/>
              <a:pathLst>
                <a:path w="1734" h="1291" extrusionOk="0">
                  <a:moveTo>
                    <a:pt x="1354" y="0"/>
                  </a:moveTo>
                  <a:cubicBezTo>
                    <a:pt x="1301" y="0"/>
                    <a:pt x="1247" y="11"/>
                    <a:pt x="1198" y="31"/>
                  </a:cubicBezTo>
                  <a:lnTo>
                    <a:pt x="221" y="661"/>
                  </a:lnTo>
                  <a:cubicBezTo>
                    <a:pt x="63" y="787"/>
                    <a:pt x="0" y="976"/>
                    <a:pt x="95" y="1133"/>
                  </a:cubicBezTo>
                  <a:cubicBezTo>
                    <a:pt x="126" y="1228"/>
                    <a:pt x="252" y="1291"/>
                    <a:pt x="347" y="1291"/>
                  </a:cubicBezTo>
                  <a:cubicBezTo>
                    <a:pt x="441" y="1291"/>
                    <a:pt x="473" y="1291"/>
                    <a:pt x="568" y="1259"/>
                  </a:cubicBezTo>
                  <a:lnTo>
                    <a:pt x="1544" y="629"/>
                  </a:lnTo>
                  <a:cubicBezTo>
                    <a:pt x="1702" y="503"/>
                    <a:pt x="1733" y="314"/>
                    <a:pt x="1670" y="157"/>
                  </a:cubicBezTo>
                  <a:cubicBezTo>
                    <a:pt x="1584" y="49"/>
                    <a:pt x="1469" y="0"/>
                    <a:pt x="13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85" name="Google Shape;13485;p141"/>
            <p:cNvGrpSpPr/>
            <p:nvPr/>
          </p:nvGrpSpPr>
          <p:grpSpPr>
            <a:xfrm>
              <a:off x="2209567" y="2078266"/>
              <a:ext cx="307444" cy="260626"/>
              <a:chOff x="1636184" y="2959225"/>
              <a:chExt cx="232666" cy="197250"/>
            </a:xfrm>
          </p:grpSpPr>
          <p:sp>
            <p:nvSpPr>
              <p:cNvPr id="13486" name="Google Shape;13486;p141"/>
              <p:cNvSpPr/>
              <p:nvPr/>
            </p:nvSpPr>
            <p:spPr>
              <a:xfrm>
                <a:off x="1649300" y="2959225"/>
                <a:ext cx="219550" cy="197250"/>
              </a:xfrm>
              <a:custGeom>
                <a:avLst/>
                <a:gdLst/>
                <a:ahLst/>
                <a:cxnLst/>
                <a:rect l="l" t="t" r="r" b="b"/>
                <a:pathLst>
                  <a:path w="8782" h="7890" extrusionOk="0">
                    <a:moveTo>
                      <a:pt x="3485" y="419"/>
                    </a:moveTo>
                    <a:lnTo>
                      <a:pt x="2342" y="1952"/>
                    </a:lnTo>
                    <a:lnTo>
                      <a:pt x="1757" y="419"/>
                    </a:lnTo>
                    <a:close/>
                    <a:moveTo>
                      <a:pt x="6495" y="419"/>
                    </a:moveTo>
                    <a:lnTo>
                      <a:pt x="5882" y="1952"/>
                    </a:lnTo>
                    <a:lnTo>
                      <a:pt x="4739" y="419"/>
                    </a:lnTo>
                    <a:close/>
                    <a:moveTo>
                      <a:pt x="1255" y="809"/>
                    </a:moveTo>
                    <a:lnTo>
                      <a:pt x="1812" y="2314"/>
                    </a:lnTo>
                    <a:lnTo>
                      <a:pt x="307" y="2314"/>
                    </a:lnTo>
                    <a:lnTo>
                      <a:pt x="1255" y="809"/>
                    </a:lnTo>
                    <a:close/>
                    <a:moveTo>
                      <a:pt x="4154" y="614"/>
                    </a:moveTo>
                    <a:lnTo>
                      <a:pt x="5408" y="2314"/>
                    </a:lnTo>
                    <a:lnTo>
                      <a:pt x="2900" y="2314"/>
                    </a:lnTo>
                    <a:lnTo>
                      <a:pt x="4154" y="614"/>
                    </a:lnTo>
                    <a:close/>
                    <a:moveTo>
                      <a:pt x="6997" y="809"/>
                    </a:moveTo>
                    <a:lnTo>
                      <a:pt x="7945" y="2314"/>
                    </a:lnTo>
                    <a:lnTo>
                      <a:pt x="6440" y="2314"/>
                    </a:lnTo>
                    <a:lnTo>
                      <a:pt x="6997" y="809"/>
                    </a:lnTo>
                    <a:close/>
                    <a:moveTo>
                      <a:pt x="2035" y="2928"/>
                    </a:moveTo>
                    <a:lnTo>
                      <a:pt x="3206" y="6133"/>
                    </a:lnTo>
                    <a:lnTo>
                      <a:pt x="419" y="2928"/>
                    </a:lnTo>
                    <a:close/>
                    <a:moveTo>
                      <a:pt x="7806" y="2928"/>
                    </a:moveTo>
                    <a:lnTo>
                      <a:pt x="5018" y="6133"/>
                    </a:lnTo>
                    <a:lnTo>
                      <a:pt x="6217" y="2928"/>
                    </a:lnTo>
                    <a:close/>
                    <a:moveTo>
                      <a:pt x="5548" y="2928"/>
                    </a:moveTo>
                    <a:lnTo>
                      <a:pt x="4126" y="6719"/>
                    </a:lnTo>
                    <a:lnTo>
                      <a:pt x="2677" y="2928"/>
                    </a:lnTo>
                    <a:close/>
                    <a:moveTo>
                      <a:pt x="1562" y="1"/>
                    </a:moveTo>
                    <a:lnTo>
                      <a:pt x="1" y="2482"/>
                    </a:lnTo>
                    <a:lnTo>
                      <a:pt x="1" y="2510"/>
                    </a:lnTo>
                    <a:lnTo>
                      <a:pt x="1" y="2537"/>
                    </a:lnTo>
                    <a:lnTo>
                      <a:pt x="1" y="2593"/>
                    </a:lnTo>
                    <a:lnTo>
                      <a:pt x="1" y="2621"/>
                    </a:lnTo>
                    <a:lnTo>
                      <a:pt x="1" y="2649"/>
                    </a:lnTo>
                    <a:lnTo>
                      <a:pt x="1" y="2677"/>
                    </a:lnTo>
                    <a:lnTo>
                      <a:pt x="1" y="2733"/>
                    </a:lnTo>
                    <a:lnTo>
                      <a:pt x="1" y="2760"/>
                    </a:lnTo>
                    <a:lnTo>
                      <a:pt x="1" y="2788"/>
                    </a:lnTo>
                    <a:lnTo>
                      <a:pt x="1" y="2816"/>
                    </a:lnTo>
                    <a:lnTo>
                      <a:pt x="1" y="2872"/>
                    </a:lnTo>
                    <a:lnTo>
                      <a:pt x="4349" y="7834"/>
                    </a:lnTo>
                    <a:lnTo>
                      <a:pt x="4405" y="7890"/>
                    </a:lnTo>
                    <a:lnTo>
                      <a:pt x="4879" y="7890"/>
                    </a:lnTo>
                    <a:lnTo>
                      <a:pt x="4907" y="7834"/>
                    </a:lnTo>
                    <a:lnTo>
                      <a:pt x="8753" y="2788"/>
                    </a:lnTo>
                    <a:lnTo>
                      <a:pt x="8753" y="2788"/>
                    </a:lnTo>
                    <a:cubicBezTo>
                      <a:pt x="8744" y="2798"/>
                      <a:pt x="8738" y="2801"/>
                      <a:pt x="8735" y="2801"/>
                    </a:cubicBezTo>
                    <a:cubicBezTo>
                      <a:pt x="8729" y="2801"/>
                      <a:pt x="8735" y="2788"/>
                      <a:pt x="8753" y="2788"/>
                    </a:cubicBezTo>
                    <a:lnTo>
                      <a:pt x="8781" y="2760"/>
                    </a:lnTo>
                    <a:lnTo>
                      <a:pt x="8781" y="2733"/>
                    </a:lnTo>
                    <a:lnTo>
                      <a:pt x="8781" y="2677"/>
                    </a:lnTo>
                    <a:lnTo>
                      <a:pt x="8781" y="2649"/>
                    </a:lnTo>
                    <a:lnTo>
                      <a:pt x="8781" y="2621"/>
                    </a:lnTo>
                    <a:lnTo>
                      <a:pt x="8781" y="2593"/>
                    </a:lnTo>
                    <a:lnTo>
                      <a:pt x="8781" y="2537"/>
                    </a:lnTo>
                    <a:lnTo>
                      <a:pt x="8781" y="2510"/>
                    </a:lnTo>
                    <a:lnTo>
                      <a:pt x="8781" y="2482"/>
                    </a:lnTo>
                    <a:lnTo>
                      <a:pt x="72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7" name="Google Shape;13487;p141"/>
              <p:cNvSpPr/>
              <p:nvPr/>
            </p:nvSpPr>
            <p:spPr>
              <a:xfrm flipH="1">
                <a:off x="1636184" y="2959225"/>
                <a:ext cx="219550" cy="197250"/>
              </a:xfrm>
              <a:custGeom>
                <a:avLst/>
                <a:gdLst/>
                <a:ahLst/>
                <a:cxnLst/>
                <a:rect l="l" t="t" r="r" b="b"/>
                <a:pathLst>
                  <a:path w="8782" h="7890" extrusionOk="0">
                    <a:moveTo>
                      <a:pt x="3485" y="419"/>
                    </a:moveTo>
                    <a:lnTo>
                      <a:pt x="2342" y="1952"/>
                    </a:lnTo>
                    <a:lnTo>
                      <a:pt x="1757" y="419"/>
                    </a:lnTo>
                    <a:close/>
                    <a:moveTo>
                      <a:pt x="6495" y="419"/>
                    </a:moveTo>
                    <a:lnTo>
                      <a:pt x="5882" y="1952"/>
                    </a:lnTo>
                    <a:lnTo>
                      <a:pt x="4739" y="419"/>
                    </a:lnTo>
                    <a:close/>
                    <a:moveTo>
                      <a:pt x="1255" y="809"/>
                    </a:moveTo>
                    <a:lnTo>
                      <a:pt x="1812" y="2314"/>
                    </a:lnTo>
                    <a:lnTo>
                      <a:pt x="307" y="2314"/>
                    </a:lnTo>
                    <a:lnTo>
                      <a:pt x="1255" y="809"/>
                    </a:lnTo>
                    <a:close/>
                    <a:moveTo>
                      <a:pt x="4154" y="614"/>
                    </a:moveTo>
                    <a:lnTo>
                      <a:pt x="5408" y="2314"/>
                    </a:lnTo>
                    <a:lnTo>
                      <a:pt x="2900" y="2314"/>
                    </a:lnTo>
                    <a:lnTo>
                      <a:pt x="4154" y="614"/>
                    </a:lnTo>
                    <a:close/>
                    <a:moveTo>
                      <a:pt x="6997" y="809"/>
                    </a:moveTo>
                    <a:lnTo>
                      <a:pt x="7945" y="2314"/>
                    </a:lnTo>
                    <a:lnTo>
                      <a:pt x="6440" y="2314"/>
                    </a:lnTo>
                    <a:lnTo>
                      <a:pt x="6997" y="809"/>
                    </a:lnTo>
                    <a:close/>
                    <a:moveTo>
                      <a:pt x="2035" y="2928"/>
                    </a:moveTo>
                    <a:lnTo>
                      <a:pt x="3206" y="6133"/>
                    </a:lnTo>
                    <a:lnTo>
                      <a:pt x="419" y="2928"/>
                    </a:lnTo>
                    <a:close/>
                    <a:moveTo>
                      <a:pt x="7806" y="2928"/>
                    </a:moveTo>
                    <a:lnTo>
                      <a:pt x="5018" y="6133"/>
                    </a:lnTo>
                    <a:lnTo>
                      <a:pt x="6217" y="2928"/>
                    </a:lnTo>
                    <a:close/>
                    <a:moveTo>
                      <a:pt x="5548" y="2928"/>
                    </a:moveTo>
                    <a:lnTo>
                      <a:pt x="4126" y="6719"/>
                    </a:lnTo>
                    <a:lnTo>
                      <a:pt x="2677" y="2928"/>
                    </a:lnTo>
                    <a:close/>
                    <a:moveTo>
                      <a:pt x="1562" y="1"/>
                    </a:moveTo>
                    <a:lnTo>
                      <a:pt x="1" y="2482"/>
                    </a:lnTo>
                    <a:lnTo>
                      <a:pt x="1" y="2510"/>
                    </a:lnTo>
                    <a:lnTo>
                      <a:pt x="1" y="2537"/>
                    </a:lnTo>
                    <a:lnTo>
                      <a:pt x="1" y="2593"/>
                    </a:lnTo>
                    <a:lnTo>
                      <a:pt x="1" y="2621"/>
                    </a:lnTo>
                    <a:lnTo>
                      <a:pt x="1" y="2649"/>
                    </a:lnTo>
                    <a:lnTo>
                      <a:pt x="1" y="2677"/>
                    </a:lnTo>
                    <a:lnTo>
                      <a:pt x="1" y="2733"/>
                    </a:lnTo>
                    <a:lnTo>
                      <a:pt x="1" y="2760"/>
                    </a:lnTo>
                    <a:lnTo>
                      <a:pt x="1" y="2788"/>
                    </a:lnTo>
                    <a:lnTo>
                      <a:pt x="1" y="2816"/>
                    </a:lnTo>
                    <a:lnTo>
                      <a:pt x="1" y="2872"/>
                    </a:lnTo>
                    <a:lnTo>
                      <a:pt x="4349" y="7834"/>
                    </a:lnTo>
                    <a:lnTo>
                      <a:pt x="4405" y="7890"/>
                    </a:lnTo>
                    <a:lnTo>
                      <a:pt x="4879" y="7890"/>
                    </a:lnTo>
                    <a:lnTo>
                      <a:pt x="4907" y="7834"/>
                    </a:lnTo>
                    <a:lnTo>
                      <a:pt x="8753" y="2788"/>
                    </a:lnTo>
                    <a:lnTo>
                      <a:pt x="8753" y="2788"/>
                    </a:lnTo>
                    <a:cubicBezTo>
                      <a:pt x="8744" y="2798"/>
                      <a:pt x="8738" y="2801"/>
                      <a:pt x="8735" y="2801"/>
                    </a:cubicBezTo>
                    <a:cubicBezTo>
                      <a:pt x="8729" y="2801"/>
                      <a:pt x="8735" y="2788"/>
                      <a:pt x="8753" y="2788"/>
                    </a:cubicBezTo>
                    <a:lnTo>
                      <a:pt x="8781" y="2760"/>
                    </a:lnTo>
                    <a:lnTo>
                      <a:pt x="8781" y="2733"/>
                    </a:lnTo>
                    <a:lnTo>
                      <a:pt x="8781" y="2677"/>
                    </a:lnTo>
                    <a:lnTo>
                      <a:pt x="8781" y="2649"/>
                    </a:lnTo>
                    <a:lnTo>
                      <a:pt x="8781" y="2621"/>
                    </a:lnTo>
                    <a:lnTo>
                      <a:pt x="8781" y="2593"/>
                    </a:lnTo>
                    <a:lnTo>
                      <a:pt x="8781" y="2537"/>
                    </a:lnTo>
                    <a:lnTo>
                      <a:pt x="8781" y="2510"/>
                    </a:lnTo>
                    <a:lnTo>
                      <a:pt x="8781" y="2482"/>
                    </a:lnTo>
                    <a:lnTo>
                      <a:pt x="72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8" name="Google Shape;13488;p141"/>
              <p:cNvSpPr/>
              <p:nvPr/>
            </p:nvSpPr>
            <p:spPr>
              <a:xfrm>
                <a:off x="1734750" y="3136775"/>
                <a:ext cx="36900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786" extrusionOk="0">
                    <a:moveTo>
                      <a:pt x="0" y="786"/>
                    </a:moveTo>
                    <a:lnTo>
                      <a:pt x="1476" y="786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3489" name="Google Shape;13489;p141"/>
              <p:cNvSpPr/>
              <p:nvPr/>
            </p:nvSpPr>
            <p:spPr>
              <a:xfrm>
                <a:off x="1684150" y="2963550"/>
                <a:ext cx="139900" cy="11300"/>
              </a:xfrm>
              <a:custGeom>
                <a:avLst/>
                <a:gdLst/>
                <a:ahLst/>
                <a:cxnLst/>
                <a:rect l="l" t="t" r="r" b="b"/>
                <a:pathLst>
                  <a:path w="5596" h="452" extrusionOk="0">
                    <a:moveTo>
                      <a:pt x="0" y="452"/>
                    </a:moveTo>
                    <a:lnTo>
                      <a:pt x="5596" y="452"/>
                    </a:lnTo>
                    <a:lnTo>
                      <a:pt x="5500" y="0"/>
                    </a:lnTo>
                    <a:lnTo>
                      <a:pt x="238" y="47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</p:grpSp>
      </p:grpSp>
      <p:grpSp>
        <p:nvGrpSpPr>
          <p:cNvPr id="13490" name="Google Shape;13490;p141"/>
          <p:cNvGrpSpPr/>
          <p:nvPr/>
        </p:nvGrpSpPr>
        <p:grpSpPr>
          <a:xfrm>
            <a:off x="3577265" y="2235011"/>
            <a:ext cx="258542" cy="365154"/>
            <a:chOff x="-47300587" y="123275"/>
            <a:chExt cx="190975" cy="269725"/>
          </a:xfrm>
        </p:grpSpPr>
        <p:sp>
          <p:nvSpPr>
            <p:cNvPr id="13491" name="Google Shape;13491;p141"/>
            <p:cNvSpPr/>
            <p:nvPr/>
          </p:nvSpPr>
          <p:spPr>
            <a:xfrm>
              <a:off x="-47300587" y="123275"/>
              <a:ext cx="190975" cy="269725"/>
            </a:xfrm>
            <a:custGeom>
              <a:avLst/>
              <a:gdLst/>
              <a:ahLst/>
              <a:cxnLst/>
              <a:rect l="l" t="t" r="r" b="b"/>
              <a:pathLst>
                <a:path w="7639" h="10789" extrusionOk="0">
                  <a:moveTo>
                    <a:pt x="5130" y="1283"/>
                  </a:moveTo>
                  <a:cubicBezTo>
                    <a:pt x="5659" y="1283"/>
                    <a:pt x="6050" y="1701"/>
                    <a:pt x="6050" y="2231"/>
                  </a:cubicBezTo>
                  <a:lnTo>
                    <a:pt x="6050" y="6273"/>
                  </a:lnTo>
                  <a:lnTo>
                    <a:pt x="4182" y="6273"/>
                  </a:lnTo>
                  <a:lnTo>
                    <a:pt x="4182" y="5687"/>
                  </a:lnTo>
                  <a:lnTo>
                    <a:pt x="4489" y="5687"/>
                  </a:lnTo>
                  <a:cubicBezTo>
                    <a:pt x="4684" y="5687"/>
                    <a:pt x="4823" y="5548"/>
                    <a:pt x="4823" y="5381"/>
                  </a:cubicBezTo>
                  <a:cubicBezTo>
                    <a:pt x="4823" y="5213"/>
                    <a:pt x="4684" y="5074"/>
                    <a:pt x="4489" y="5074"/>
                  </a:cubicBezTo>
                  <a:lnTo>
                    <a:pt x="4182" y="5074"/>
                  </a:lnTo>
                  <a:lnTo>
                    <a:pt x="4182" y="4433"/>
                  </a:lnTo>
                  <a:lnTo>
                    <a:pt x="4489" y="4433"/>
                  </a:lnTo>
                  <a:cubicBezTo>
                    <a:pt x="4684" y="4433"/>
                    <a:pt x="4823" y="4294"/>
                    <a:pt x="4823" y="4126"/>
                  </a:cubicBezTo>
                  <a:cubicBezTo>
                    <a:pt x="4823" y="3931"/>
                    <a:pt x="4684" y="3792"/>
                    <a:pt x="4489" y="3792"/>
                  </a:cubicBezTo>
                  <a:lnTo>
                    <a:pt x="4182" y="3792"/>
                  </a:lnTo>
                  <a:lnTo>
                    <a:pt x="4182" y="3179"/>
                  </a:lnTo>
                  <a:lnTo>
                    <a:pt x="4489" y="3179"/>
                  </a:lnTo>
                  <a:cubicBezTo>
                    <a:pt x="4684" y="3179"/>
                    <a:pt x="4823" y="3039"/>
                    <a:pt x="4823" y="2872"/>
                  </a:cubicBezTo>
                  <a:cubicBezTo>
                    <a:pt x="4823" y="2677"/>
                    <a:pt x="4684" y="2537"/>
                    <a:pt x="4489" y="2537"/>
                  </a:cubicBezTo>
                  <a:lnTo>
                    <a:pt x="4182" y="2537"/>
                  </a:lnTo>
                  <a:lnTo>
                    <a:pt x="4182" y="2231"/>
                  </a:lnTo>
                  <a:cubicBezTo>
                    <a:pt x="4182" y="1701"/>
                    <a:pt x="4600" y="1283"/>
                    <a:pt x="5130" y="1283"/>
                  </a:cubicBezTo>
                  <a:close/>
                  <a:moveTo>
                    <a:pt x="2649" y="1952"/>
                  </a:moveTo>
                  <a:cubicBezTo>
                    <a:pt x="3178" y="1952"/>
                    <a:pt x="3597" y="2370"/>
                    <a:pt x="3597" y="2900"/>
                  </a:cubicBezTo>
                  <a:lnTo>
                    <a:pt x="3597" y="6328"/>
                  </a:lnTo>
                  <a:lnTo>
                    <a:pt x="1701" y="6328"/>
                  </a:lnTo>
                  <a:lnTo>
                    <a:pt x="1701" y="2900"/>
                  </a:lnTo>
                  <a:cubicBezTo>
                    <a:pt x="1701" y="2370"/>
                    <a:pt x="2119" y="1952"/>
                    <a:pt x="2649" y="1952"/>
                  </a:cubicBezTo>
                  <a:close/>
                  <a:moveTo>
                    <a:pt x="6969" y="6942"/>
                  </a:moveTo>
                  <a:lnTo>
                    <a:pt x="6969" y="7248"/>
                  </a:lnTo>
                  <a:lnTo>
                    <a:pt x="6997" y="7248"/>
                  </a:lnTo>
                  <a:cubicBezTo>
                    <a:pt x="6997" y="7443"/>
                    <a:pt x="6858" y="7583"/>
                    <a:pt x="6691" y="7583"/>
                  </a:cubicBezTo>
                  <a:lnTo>
                    <a:pt x="1088" y="7583"/>
                  </a:lnTo>
                  <a:cubicBezTo>
                    <a:pt x="920" y="7583"/>
                    <a:pt x="781" y="7443"/>
                    <a:pt x="781" y="7248"/>
                  </a:cubicBezTo>
                  <a:lnTo>
                    <a:pt x="781" y="6942"/>
                  </a:lnTo>
                  <a:close/>
                  <a:moveTo>
                    <a:pt x="6273" y="8168"/>
                  </a:moveTo>
                  <a:lnTo>
                    <a:pt x="5827" y="10092"/>
                  </a:lnTo>
                  <a:lnTo>
                    <a:pt x="1952" y="10092"/>
                  </a:lnTo>
                  <a:lnTo>
                    <a:pt x="1506" y="8168"/>
                  </a:lnTo>
                  <a:close/>
                  <a:moveTo>
                    <a:pt x="5102" y="1"/>
                  </a:moveTo>
                  <a:cubicBezTo>
                    <a:pt x="4907" y="1"/>
                    <a:pt x="4767" y="140"/>
                    <a:pt x="4767" y="307"/>
                  </a:cubicBezTo>
                  <a:lnTo>
                    <a:pt x="4767" y="670"/>
                  </a:lnTo>
                  <a:cubicBezTo>
                    <a:pt x="4572" y="698"/>
                    <a:pt x="4405" y="781"/>
                    <a:pt x="4210" y="921"/>
                  </a:cubicBezTo>
                  <a:lnTo>
                    <a:pt x="3987" y="670"/>
                  </a:lnTo>
                  <a:cubicBezTo>
                    <a:pt x="3931" y="614"/>
                    <a:pt x="3847" y="586"/>
                    <a:pt x="3760" y="586"/>
                  </a:cubicBezTo>
                  <a:cubicBezTo>
                    <a:pt x="3673" y="586"/>
                    <a:pt x="3583" y="614"/>
                    <a:pt x="3513" y="670"/>
                  </a:cubicBezTo>
                  <a:cubicBezTo>
                    <a:pt x="3429" y="781"/>
                    <a:pt x="3429" y="976"/>
                    <a:pt x="3513" y="1116"/>
                  </a:cubicBezTo>
                  <a:lnTo>
                    <a:pt x="3764" y="1367"/>
                  </a:lnTo>
                  <a:cubicBezTo>
                    <a:pt x="3708" y="1478"/>
                    <a:pt x="3652" y="1562"/>
                    <a:pt x="3597" y="1673"/>
                  </a:cubicBezTo>
                  <a:cubicBezTo>
                    <a:pt x="3374" y="1506"/>
                    <a:pt x="3123" y="1367"/>
                    <a:pt x="2872" y="1339"/>
                  </a:cubicBezTo>
                  <a:lnTo>
                    <a:pt x="2872" y="976"/>
                  </a:lnTo>
                  <a:cubicBezTo>
                    <a:pt x="2872" y="809"/>
                    <a:pt x="2732" y="670"/>
                    <a:pt x="2537" y="670"/>
                  </a:cubicBezTo>
                  <a:cubicBezTo>
                    <a:pt x="2370" y="670"/>
                    <a:pt x="2231" y="809"/>
                    <a:pt x="2231" y="976"/>
                  </a:cubicBezTo>
                  <a:lnTo>
                    <a:pt x="2231" y="1339"/>
                  </a:lnTo>
                  <a:cubicBezTo>
                    <a:pt x="2036" y="1367"/>
                    <a:pt x="1840" y="1450"/>
                    <a:pt x="1673" y="1562"/>
                  </a:cubicBezTo>
                  <a:lnTo>
                    <a:pt x="1422" y="1339"/>
                  </a:lnTo>
                  <a:cubicBezTo>
                    <a:pt x="1380" y="1283"/>
                    <a:pt x="1304" y="1255"/>
                    <a:pt x="1220" y="1255"/>
                  </a:cubicBezTo>
                  <a:cubicBezTo>
                    <a:pt x="1137" y="1255"/>
                    <a:pt x="1046" y="1283"/>
                    <a:pt x="976" y="1339"/>
                  </a:cubicBezTo>
                  <a:cubicBezTo>
                    <a:pt x="865" y="1450"/>
                    <a:pt x="865" y="1645"/>
                    <a:pt x="976" y="1785"/>
                  </a:cubicBezTo>
                  <a:lnTo>
                    <a:pt x="1227" y="2036"/>
                  </a:lnTo>
                  <a:cubicBezTo>
                    <a:pt x="1116" y="2203"/>
                    <a:pt x="1032" y="2370"/>
                    <a:pt x="976" y="2593"/>
                  </a:cubicBezTo>
                  <a:lnTo>
                    <a:pt x="642" y="2593"/>
                  </a:lnTo>
                  <a:cubicBezTo>
                    <a:pt x="447" y="2593"/>
                    <a:pt x="307" y="2733"/>
                    <a:pt x="307" y="2900"/>
                  </a:cubicBezTo>
                  <a:cubicBezTo>
                    <a:pt x="307" y="3067"/>
                    <a:pt x="447" y="3206"/>
                    <a:pt x="642" y="3206"/>
                  </a:cubicBezTo>
                  <a:lnTo>
                    <a:pt x="948" y="3206"/>
                  </a:lnTo>
                  <a:lnTo>
                    <a:pt x="948" y="3848"/>
                  </a:lnTo>
                  <a:lnTo>
                    <a:pt x="642" y="3848"/>
                  </a:lnTo>
                  <a:cubicBezTo>
                    <a:pt x="447" y="3848"/>
                    <a:pt x="307" y="3987"/>
                    <a:pt x="307" y="4154"/>
                  </a:cubicBezTo>
                  <a:cubicBezTo>
                    <a:pt x="307" y="4321"/>
                    <a:pt x="447" y="4461"/>
                    <a:pt x="642" y="4461"/>
                  </a:cubicBezTo>
                  <a:lnTo>
                    <a:pt x="948" y="4461"/>
                  </a:lnTo>
                  <a:lnTo>
                    <a:pt x="948" y="5102"/>
                  </a:lnTo>
                  <a:lnTo>
                    <a:pt x="642" y="5102"/>
                  </a:lnTo>
                  <a:cubicBezTo>
                    <a:pt x="447" y="5102"/>
                    <a:pt x="307" y="5241"/>
                    <a:pt x="307" y="5409"/>
                  </a:cubicBezTo>
                  <a:cubicBezTo>
                    <a:pt x="307" y="5576"/>
                    <a:pt x="447" y="5715"/>
                    <a:pt x="642" y="5715"/>
                  </a:cubicBezTo>
                  <a:lnTo>
                    <a:pt x="948" y="5715"/>
                  </a:lnTo>
                  <a:lnTo>
                    <a:pt x="948" y="6356"/>
                  </a:lnTo>
                  <a:lnTo>
                    <a:pt x="307" y="6356"/>
                  </a:lnTo>
                  <a:cubicBezTo>
                    <a:pt x="140" y="6356"/>
                    <a:pt x="1" y="6496"/>
                    <a:pt x="1" y="6663"/>
                  </a:cubicBezTo>
                  <a:lnTo>
                    <a:pt x="1" y="7304"/>
                  </a:lnTo>
                  <a:cubicBezTo>
                    <a:pt x="1" y="7722"/>
                    <a:pt x="279" y="8085"/>
                    <a:pt x="697" y="8196"/>
                  </a:cubicBezTo>
                  <a:lnTo>
                    <a:pt x="1255" y="10538"/>
                  </a:lnTo>
                  <a:cubicBezTo>
                    <a:pt x="1283" y="10677"/>
                    <a:pt x="1422" y="10789"/>
                    <a:pt x="1562" y="10789"/>
                  </a:cubicBezTo>
                  <a:lnTo>
                    <a:pt x="5910" y="10789"/>
                  </a:lnTo>
                  <a:cubicBezTo>
                    <a:pt x="6050" y="10789"/>
                    <a:pt x="6217" y="10677"/>
                    <a:pt x="6245" y="10538"/>
                  </a:cubicBezTo>
                  <a:lnTo>
                    <a:pt x="6802" y="8196"/>
                  </a:lnTo>
                  <a:cubicBezTo>
                    <a:pt x="7165" y="8085"/>
                    <a:pt x="7499" y="7722"/>
                    <a:pt x="7499" y="7304"/>
                  </a:cubicBezTo>
                  <a:lnTo>
                    <a:pt x="7499" y="6663"/>
                  </a:lnTo>
                  <a:cubicBezTo>
                    <a:pt x="7638" y="6468"/>
                    <a:pt x="7499" y="6328"/>
                    <a:pt x="7332" y="6328"/>
                  </a:cubicBezTo>
                  <a:lnTo>
                    <a:pt x="6691" y="6328"/>
                  </a:lnTo>
                  <a:lnTo>
                    <a:pt x="6691" y="5074"/>
                  </a:lnTo>
                  <a:lnTo>
                    <a:pt x="6997" y="5074"/>
                  </a:lnTo>
                  <a:cubicBezTo>
                    <a:pt x="7192" y="5074"/>
                    <a:pt x="7332" y="4935"/>
                    <a:pt x="7332" y="4740"/>
                  </a:cubicBezTo>
                  <a:cubicBezTo>
                    <a:pt x="7332" y="4572"/>
                    <a:pt x="7192" y="4433"/>
                    <a:pt x="6997" y="4433"/>
                  </a:cubicBezTo>
                  <a:lnTo>
                    <a:pt x="6691" y="4433"/>
                  </a:lnTo>
                  <a:lnTo>
                    <a:pt x="6691" y="3820"/>
                  </a:lnTo>
                  <a:lnTo>
                    <a:pt x="6997" y="3820"/>
                  </a:lnTo>
                  <a:cubicBezTo>
                    <a:pt x="7192" y="3820"/>
                    <a:pt x="7332" y="3680"/>
                    <a:pt x="7332" y="3485"/>
                  </a:cubicBezTo>
                  <a:cubicBezTo>
                    <a:pt x="7332" y="3318"/>
                    <a:pt x="7192" y="3179"/>
                    <a:pt x="6997" y="3179"/>
                  </a:cubicBezTo>
                  <a:lnTo>
                    <a:pt x="6691" y="3179"/>
                  </a:lnTo>
                  <a:lnTo>
                    <a:pt x="6691" y="2537"/>
                  </a:lnTo>
                  <a:lnTo>
                    <a:pt x="6997" y="2537"/>
                  </a:lnTo>
                  <a:cubicBezTo>
                    <a:pt x="7192" y="2537"/>
                    <a:pt x="7332" y="2398"/>
                    <a:pt x="7332" y="2231"/>
                  </a:cubicBezTo>
                  <a:cubicBezTo>
                    <a:pt x="7332" y="2064"/>
                    <a:pt x="7192" y="1924"/>
                    <a:pt x="6997" y="1924"/>
                  </a:cubicBezTo>
                  <a:lnTo>
                    <a:pt x="6663" y="1924"/>
                  </a:lnTo>
                  <a:cubicBezTo>
                    <a:pt x="6635" y="1701"/>
                    <a:pt x="6551" y="1534"/>
                    <a:pt x="6412" y="1367"/>
                  </a:cubicBezTo>
                  <a:lnTo>
                    <a:pt x="6663" y="1116"/>
                  </a:lnTo>
                  <a:cubicBezTo>
                    <a:pt x="6774" y="1004"/>
                    <a:pt x="6774" y="809"/>
                    <a:pt x="6663" y="670"/>
                  </a:cubicBezTo>
                  <a:cubicBezTo>
                    <a:pt x="6607" y="614"/>
                    <a:pt x="6530" y="586"/>
                    <a:pt x="6450" y="586"/>
                  </a:cubicBezTo>
                  <a:cubicBezTo>
                    <a:pt x="6370" y="586"/>
                    <a:pt x="6286" y="614"/>
                    <a:pt x="6217" y="670"/>
                  </a:cubicBezTo>
                  <a:lnTo>
                    <a:pt x="5966" y="921"/>
                  </a:lnTo>
                  <a:cubicBezTo>
                    <a:pt x="5799" y="809"/>
                    <a:pt x="5604" y="726"/>
                    <a:pt x="5408" y="670"/>
                  </a:cubicBezTo>
                  <a:lnTo>
                    <a:pt x="5408" y="307"/>
                  </a:lnTo>
                  <a:cubicBezTo>
                    <a:pt x="5408" y="140"/>
                    <a:pt x="5269" y="1"/>
                    <a:pt x="51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141"/>
            <p:cNvSpPr/>
            <p:nvPr/>
          </p:nvSpPr>
          <p:spPr>
            <a:xfrm>
              <a:off x="-47242037" y="188100"/>
              <a:ext cx="15350" cy="31375"/>
            </a:xfrm>
            <a:custGeom>
              <a:avLst/>
              <a:gdLst/>
              <a:ahLst/>
              <a:cxnLst/>
              <a:rect l="l" t="t" r="r" b="b"/>
              <a:pathLst>
                <a:path w="614" h="1255" extrusionOk="0">
                  <a:moveTo>
                    <a:pt x="307" y="0"/>
                  </a:moveTo>
                  <a:cubicBezTo>
                    <a:pt x="140" y="0"/>
                    <a:pt x="0" y="140"/>
                    <a:pt x="0" y="307"/>
                  </a:cubicBezTo>
                  <a:lnTo>
                    <a:pt x="0" y="948"/>
                  </a:lnTo>
                  <a:cubicBezTo>
                    <a:pt x="0" y="1115"/>
                    <a:pt x="140" y="1255"/>
                    <a:pt x="307" y="1255"/>
                  </a:cubicBezTo>
                  <a:cubicBezTo>
                    <a:pt x="474" y="1255"/>
                    <a:pt x="613" y="1115"/>
                    <a:pt x="613" y="948"/>
                  </a:cubicBezTo>
                  <a:lnTo>
                    <a:pt x="613" y="307"/>
                  </a:lnTo>
                  <a:cubicBezTo>
                    <a:pt x="613" y="140"/>
                    <a:pt x="474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141"/>
            <p:cNvSpPr/>
            <p:nvPr/>
          </p:nvSpPr>
          <p:spPr>
            <a:xfrm>
              <a:off x="-47242037" y="234775"/>
              <a:ext cx="15350" cy="31400"/>
            </a:xfrm>
            <a:custGeom>
              <a:avLst/>
              <a:gdLst/>
              <a:ahLst/>
              <a:cxnLst/>
              <a:rect l="l" t="t" r="r" b="b"/>
              <a:pathLst>
                <a:path w="614" h="1256" extrusionOk="0">
                  <a:moveTo>
                    <a:pt x="307" y="1"/>
                  </a:moveTo>
                  <a:cubicBezTo>
                    <a:pt x="140" y="1"/>
                    <a:pt x="0" y="140"/>
                    <a:pt x="0" y="335"/>
                  </a:cubicBezTo>
                  <a:lnTo>
                    <a:pt x="0" y="949"/>
                  </a:lnTo>
                  <a:cubicBezTo>
                    <a:pt x="0" y="1116"/>
                    <a:pt x="140" y="1255"/>
                    <a:pt x="307" y="1255"/>
                  </a:cubicBezTo>
                  <a:cubicBezTo>
                    <a:pt x="474" y="1255"/>
                    <a:pt x="613" y="1116"/>
                    <a:pt x="613" y="949"/>
                  </a:cubicBezTo>
                  <a:lnTo>
                    <a:pt x="613" y="335"/>
                  </a:lnTo>
                  <a:cubicBezTo>
                    <a:pt x="613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141"/>
            <p:cNvSpPr/>
            <p:nvPr/>
          </p:nvSpPr>
          <p:spPr>
            <a:xfrm>
              <a:off x="-47180012" y="172075"/>
              <a:ext cx="15350" cy="31375"/>
            </a:xfrm>
            <a:custGeom>
              <a:avLst/>
              <a:gdLst/>
              <a:ahLst/>
              <a:cxnLst/>
              <a:rect l="l" t="t" r="r" b="b"/>
              <a:pathLst>
                <a:path w="614" h="1255" extrusionOk="0">
                  <a:moveTo>
                    <a:pt x="307" y="0"/>
                  </a:moveTo>
                  <a:cubicBezTo>
                    <a:pt x="139" y="0"/>
                    <a:pt x="0" y="139"/>
                    <a:pt x="0" y="335"/>
                  </a:cubicBezTo>
                  <a:lnTo>
                    <a:pt x="0" y="948"/>
                  </a:lnTo>
                  <a:cubicBezTo>
                    <a:pt x="0" y="1115"/>
                    <a:pt x="139" y="1254"/>
                    <a:pt x="307" y="1254"/>
                  </a:cubicBezTo>
                  <a:cubicBezTo>
                    <a:pt x="474" y="1254"/>
                    <a:pt x="613" y="1115"/>
                    <a:pt x="613" y="948"/>
                  </a:cubicBezTo>
                  <a:lnTo>
                    <a:pt x="613" y="335"/>
                  </a:lnTo>
                  <a:cubicBezTo>
                    <a:pt x="613" y="139"/>
                    <a:pt x="474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141"/>
            <p:cNvSpPr/>
            <p:nvPr/>
          </p:nvSpPr>
          <p:spPr>
            <a:xfrm>
              <a:off x="-47180012" y="218050"/>
              <a:ext cx="15350" cy="32100"/>
            </a:xfrm>
            <a:custGeom>
              <a:avLst/>
              <a:gdLst/>
              <a:ahLst/>
              <a:cxnLst/>
              <a:rect l="l" t="t" r="r" b="b"/>
              <a:pathLst>
                <a:path w="614" h="1284" extrusionOk="0">
                  <a:moveTo>
                    <a:pt x="307" y="1"/>
                  </a:moveTo>
                  <a:cubicBezTo>
                    <a:pt x="139" y="1"/>
                    <a:pt x="0" y="140"/>
                    <a:pt x="0" y="335"/>
                  </a:cubicBezTo>
                  <a:lnTo>
                    <a:pt x="0" y="949"/>
                  </a:lnTo>
                  <a:cubicBezTo>
                    <a:pt x="0" y="1144"/>
                    <a:pt x="139" y="1283"/>
                    <a:pt x="307" y="1283"/>
                  </a:cubicBezTo>
                  <a:cubicBezTo>
                    <a:pt x="474" y="1283"/>
                    <a:pt x="613" y="1144"/>
                    <a:pt x="613" y="949"/>
                  </a:cubicBezTo>
                  <a:lnTo>
                    <a:pt x="613" y="335"/>
                  </a:lnTo>
                  <a:cubicBezTo>
                    <a:pt x="613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6" name="Google Shape;13496;p141"/>
          <p:cNvGrpSpPr/>
          <p:nvPr/>
        </p:nvGrpSpPr>
        <p:grpSpPr>
          <a:xfrm>
            <a:off x="4870788" y="1304201"/>
            <a:ext cx="342328" cy="339793"/>
            <a:chOff x="-13966675" y="1639700"/>
            <a:chExt cx="354450" cy="351825"/>
          </a:xfrm>
        </p:grpSpPr>
        <p:sp>
          <p:nvSpPr>
            <p:cNvPr id="13497" name="Google Shape;13497;p141"/>
            <p:cNvSpPr/>
            <p:nvPr/>
          </p:nvSpPr>
          <p:spPr>
            <a:xfrm>
              <a:off x="-13776875" y="1888525"/>
              <a:ext cx="104775" cy="37625"/>
            </a:xfrm>
            <a:custGeom>
              <a:avLst/>
              <a:gdLst/>
              <a:ahLst/>
              <a:cxnLst/>
              <a:rect l="l" t="t" r="r" b="b"/>
              <a:pathLst>
                <a:path w="4191" h="1505" extrusionOk="0">
                  <a:moveTo>
                    <a:pt x="442" y="0"/>
                  </a:moveTo>
                  <a:cubicBezTo>
                    <a:pt x="339" y="0"/>
                    <a:pt x="237" y="40"/>
                    <a:pt x="158" y="118"/>
                  </a:cubicBezTo>
                  <a:cubicBezTo>
                    <a:pt x="1" y="276"/>
                    <a:pt x="1" y="559"/>
                    <a:pt x="158" y="717"/>
                  </a:cubicBezTo>
                  <a:cubicBezTo>
                    <a:pt x="725" y="1253"/>
                    <a:pt x="1418" y="1505"/>
                    <a:pt x="2112" y="1505"/>
                  </a:cubicBezTo>
                  <a:cubicBezTo>
                    <a:pt x="2805" y="1505"/>
                    <a:pt x="3498" y="1221"/>
                    <a:pt x="4033" y="717"/>
                  </a:cubicBezTo>
                  <a:cubicBezTo>
                    <a:pt x="4191" y="559"/>
                    <a:pt x="4191" y="276"/>
                    <a:pt x="4033" y="118"/>
                  </a:cubicBezTo>
                  <a:cubicBezTo>
                    <a:pt x="3955" y="40"/>
                    <a:pt x="3844" y="0"/>
                    <a:pt x="3734" y="0"/>
                  </a:cubicBezTo>
                  <a:cubicBezTo>
                    <a:pt x="3624" y="0"/>
                    <a:pt x="3514" y="40"/>
                    <a:pt x="3435" y="118"/>
                  </a:cubicBezTo>
                  <a:cubicBezTo>
                    <a:pt x="3057" y="496"/>
                    <a:pt x="2568" y="685"/>
                    <a:pt x="2080" y="685"/>
                  </a:cubicBezTo>
                  <a:cubicBezTo>
                    <a:pt x="1592" y="685"/>
                    <a:pt x="1103" y="496"/>
                    <a:pt x="725" y="118"/>
                  </a:cubicBez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141"/>
            <p:cNvSpPr/>
            <p:nvPr/>
          </p:nvSpPr>
          <p:spPr>
            <a:xfrm>
              <a:off x="-13966675" y="1639700"/>
              <a:ext cx="354450" cy="351825"/>
            </a:xfrm>
            <a:custGeom>
              <a:avLst/>
              <a:gdLst/>
              <a:ahLst/>
              <a:cxnLst/>
              <a:rect l="l" t="t" r="r" b="b"/>
              <a:pathLst>
                <a:path w="14178" h="14073" extrusionOk="0">
                  <a:moveTo>
                    <a:pt x="8412" y="998"/>
                  </a:moveTo>
                  <a:lnTo>
                    <a:pt x="8412" y="4085"/>
                  </a:lnTo>
                  <a:cubicBezTo>
                    <a:pt x="7467" y="3959"/>
                    <a:pt x="6585" y="3739"/>
                    <a:pt x="5671" y="3361"/>
                  </a:cubicBezTo>
                  <a:cubicBezTo>
                    <a:pt x="5625" y="3349"/>
                    <a:pt x="5574" y="3342"/>
                    <a:pt x="5523" y="3342"/>
                  </a:cubicBezTo>
                  <a:cubicBezTo>
                    <a:pt x="5434" y="3342"/>
                    <a:pt x="5341" y="3364"/>
                    <a:pt x="5261" y="3424"/>
                  </a:cubicBezTo>
                  <a:cubicBezTo>
                    <a:pt x="5167" y="3487"/>
                    <a:pt x="5072" y="3613"/>
                    <a:pt x="5072" y="3770"/>
                  </a:cubicBezTo>
                  <a:lnTo>
                    <a:pt x="5072" y="6669"/>
                  </a:lnTo>
                  <a:cubicBezTo>
                    <a:pt x="4957" y="6656"/>
                    <a:pt x="4841" y="6650"/>
                    <a:pt x="4724" y="6650"/>
                  </a:cubicBezTo>
                  <a:cubicBezTo>
                    <a:pt x="3979" y="6650"/>
                    <a:pt x="3223" y="6912"/>
                    <a:pt x="2678" y="7456"/>
                  </a:cubicBezTo>
                  <a:cubicBezTo>
                    <a:pt x="2520" y="7614"/>
                    <a:pt x="2520" y="7898"/>
                    <a:pt x="2678" y="8055"/>
                  </a:cubicBezTo>
                  <a:cubicBezTo>
                    <a:pt x="2757" y="8134"/>
                    <a:pt x="2867" y="8173"/>
                    <a:pt x="2977" y="8173"/>
                  </a:cubicBezTo>
                  <a:cubicBezTo>
                    <a:pt x="3088" y="8173"/>
                    <a:pt x="3198" y="8134"/>
                    <a:pt x="3277" y="8055"/>
                  </a:cubicBezTo>
                  <a:cubicBezTo>
                    <a:pt x="3639" y="7692"/>
                    <a:pt x="4132" y="7497"/>
                    <a:pt x="4627" y="7497"/>
                  </a:cubicBezTo>
                  <a:cubicBezTo>
                    <a:pt x="4776" y="7497"/>
                    <a:pt x="4926" y="7514"/>
                    <a:pt x="5072" y="7551"/>
                  </a:cubicBezTo>
                  <a:lnTo>
                    <a:pt x="5072" y="8654"/>
                  </a:lnTo>
                  <a:cubicBezTo>
                    <a:pt x="5072" y="9032"/>
                    <a:pt x="5104" y="9441"/>
                    <a:pt x="5198" y="9788"/>
                  </a:cubicBezTo>
                  <a:cubicBezTo>
                    <a:pt x="5041" y="9819"/>
                    <a:pt x="4852" y="9914"/>
                    <a:pt x="4631" y="9945"/>
                  </a:cubicBezTo>
                  <a:cubicBezTo>
                    <a:pt x="2489" y="9473"/>
                    <a:pt x="914" y="7551"/>
                    <a:pt x="914" y="5346"/>
                  </a:cubicBezTo>
                  <a:lnTo>
                    <a:pt x="914" y="998"/>
                  </a:lnTo>
                  <a:lnTo>
                    <a:pt x="945" y="998"/>
                  </a:lnTo>
                  <a:cubicBezTo>
                    <a:pt x="2111" y="1408"/>
                    <a:pt x="3434" y="1628"/>
                    <a:pt x="4694" y="1628"/>
                  </a:cubicBezTo>
                  <a:cubicBezTo>
                    <a:pt x="5954" y="1628"/>
                    <a:pt x="7246" y="1439"/>
                    <a:pt x="8412" y="998"/>
                  </a:cubicBezTo>
                  <a:close/>
                  <a:moveTo>
                    <a:pt x="13421" y="4369"/>
                  </a:moveTo>
                  <a:lnTo>
                    <a:pt x="13421" y="8654"/>
                  </a:lnTo>
                  <a:cubicBezTo>
                    <a:pt x="13421" y="10890"/>
                    <a:pt x="11846" y="12812"/>
                    <a:pt x="9672" y="13285"/>
                  </a:cubicBezTo>
                  <a:cubicBezTo>
                    <a:pt x="7530" y="12812"/>
                    <a:pt x="5986" y="10859"/>
                    <a:pt x="5986" y="8654"/>
                  </a:cubicBezTo>
                  <a:lnTo>
                    <a:pt x="5986" y="4369"/>
                  </a:lnTo>
                  <a:cubicBezTo>
                    <a:pt x="7215" y="4779"/>
                    <a:pt x="8475" y="4999"/>
                    <a:pt x="9672" y="4999"/>
                  </a:cubicBezTo>
                  <a:cubicBezTo>
                    <a:pt x="10932" y="4936"/>
                    <a:pt x="12192" y="4747"/>
                    <a:pt x="13421" y="4369"/>
                  </a:cubicBezTo>
                  <a:close/>
                  <a:moveTo>
                    <a:pt x="430" y="1"/>
                  </a:moveTo>
                  <a:cubicBezTo>
                    <a:pt x="348" y="1"/>
                    <a:pt x="263" y="16"/>
                    <a:pt x="189" y="53"/>
                  </a:cubicBezTo>
                  <a:cubicBezTo>
                    <a:pt x="95" y="147"/>
                    <a:pt x="0" y="273"/>
                    <a:pt x="0" y="431"/>
                  </a:cubicBezTo>
                  <a:lnTo>
                    <a:pt x="0" y="5346"/>
                  </a:lnTo>
                  <a:cubicBezTo>
                    <a:pt x="126" y="7929"/>
                    <a:pt x="2016" y="10260"/>
                    <a:pt x="4600" y="10764"/>
                  </a:cubicBezTo>
                  <a:lnTo>
                    <a:pt x="4757" y="10764"/>
                  </a:lnTo>
                  <a:cubicBezTo>
                    <a:pt x="5009" y="10733"/>
                    <a:pt x="5230" y="10670"/>
                    <a:pt x="5482" y="10575"/>
                  </a:cubicBezTo>
                  <a:cubicBezTo>
                    <a:pt x="6144" y="12340"/>
                    <a:pt x="7687" y="13726"/>
                    <a:pt x="9578" y="14072"/>
                  </a:cubicBezTo>
                  <a:lnTo>
                    <a:pt x="9735" y="14072"/>
                  </a:lnTo>
                  <a:cubicBezTo>
                    <a:pt x="12318" y="13568"/>
                    <a:pt x="14177" y="11237"/>
                    <a:pt x="14177" y="8622"/>
                  </a:cubicBezTo>
                  <a:lnTo>
                    <a:pt x="14177" y="3770"/>
                  </a:lnTo>
                  <a:cubicBezTo>
                    <a:pt x="14177" y="3644"/>
                    <a:pt x="14114" y="3487"/>
                    <a:pt x="13988" y="3424"/>
                  </a:cubicBezTo>
                  <a:cubicBezTo>
                    <a:pt x="13908" y="3364"/>
                    <a:pt x="13816" y="3342"/>
                    <a:pt x="13727" y="3342"/>
                  </a:cubicBezTo>
                  <a:cubicBezTo>
                    <a:pt x="13675" y="3342"/>
                    <a:pt x="13625" y="3349"/>
                    <a:pt x="13579" y="3361"/>
                  </a:cubicBezTo>
                  <a:cubicBezTo>
                    <a:pt x="12318" y="3896"/>
                    <a:pt x="10995" y="4117"/>
                    <a:pt x="9609" y="4117"/>
                  </a:cubicBezTo>
                  <a:lnTo>
                    <a:pt x="9231" y="4117"/>
                  </a:lnTo>
                  <a:lnTo>
                    <a:pt x="9231" y="431"/>
                  </a:lnTo>
                  <a:cubicBezTo>
                    <a:pt x="9231" y="305"/>
                    <a:pt x="9136" y="147"/>
                    <a:pt x="9010" y="53"/>
                  </a:cubicBezTo>
                  <a:cubicBezTo>
                    <a:pt x="8955" y="16"/>
                    <a:pt x="8878" y="1"/>
                    <a:pt x="8799" y="1"/>
                  </a:cubicBezTo>
                  <a:cubicBezTo>
                    <a:pt x="8742" y="1"/>
                    <a:pt x="8685" y="8"/>
                    <a:pt x="8632" y="21"/>
                  </a:cubicBezTo>
                  <a:cubicBezTo>
                    <a:pt x="7372" y="525"/>
                    <a:pt x="5986" y="777"/>
                    <a:pt x="4600" y="777"/>
                  </a:cubicBezTo>
                  <a:cubicBezTo>
                    <a:pt x="3245" y="777"/>
                    <a:pt x="1859" y="494"/>
                    <a:pt x="599" y="21"/>
                  </a:cubicBezTo>
                  <a:cubicBezTo>
                    <a:pt x="546" y="8"/>
                    <a:pt x="489" y="1"/>
                    <a:pt x="4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141"/>
            <p:cNvSpPr/>
            <p:nvPr/>
          </p:nvSpPr>
          <p:spPr>
            <a:xfrm>
              <a:off x="-13923375" y="1723125"/>
              <a:ext cx="64625" cy="40925"/>
            </a:xfrm>
            <a:custGeom>
              <a:avLst/>
              <a:gdLst/>
              <a:ahLst/>
              <a:cxnLst/>
              <a:rect l="l" t="t" r="r" b="b"/>
              <a:pathLst>
                <a:path w="2585" h="1637" extrusionOk="0">
                  <a:moveTo>
                    <a:pt x="2113" y="1"/>
                  </a:moveTo>
                  <a:cubicBezTo>
                    <a:pt x="2061" y="1"/>
                    <a:pt x="2008" y="9"/>
                    <a:pt x="1954" y="24"/>
                  </a:cubicBezTo>
                  <a:lnTo>
                    <a:pt x="284" y="843"/>
                  </a:lnTo>
                  <a:cubicBezTo>
                    <a:pt x="64" y="969"/>
                    <a:pt x="1" y="1221"/>
                    <a:pt x="64" y="1410"/>
                  </a:cubicBezTo>
                  <a:cubicBezTo>
                    <a:pt x="156" y="1548"/>
                    <a:pt x="316" y="1636"/>
                    <a:pt x="469" y="1636"/>
                  </a:cubicBezTo>
                  <a:cubicBezTo>
                    <a:pt x="525" y="1636"/>
                    <a:pt x="580" y="1624"/>
                    <a:pt x="631" y="1599"/>
                  </a:cubicBezTo>
                  <a:lnTo>
                    <a:pt x="2332" y="780"/>
                  </a:lnTo>
                  <a:cubicBezTo>
                    <a:pt x="2521" y="654"/>
                    <a:pt x="2584" y="433"/>
                    <a:pt x="2521" y="244"/>
                  </a:cubicBezTo>
                  <a:cubicBezTo>
                    <a:pt x="2426" y="77"/>
                    <a:pt x="2276" y="1"/>
                    <a:pt x="21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141"/>
            <p:cNvSpPr/>
            <p:nvPr/>
          </p:nvSpPr>
          <p:spPr>
            <a:xfrm>
              <a:off x="-13798125" y="1805500"/>
              <a:ext cx="66175" cy="41575"/>
            </a:xfrm>
            <a:custGeom>
              <a:avLst/>
              <a:gdLst/>
              <a:ahLst/>
              <a:cxnLst/>
              <a:rect l="l" t="t" r="r" b="b"/>
              <a:pathLst>
                <a:path w="2647" h="1663" extrusionOk="0">
                  <a:moveTo>
                    <a:pt x="504" y="0"/>
                  </a:moveTo>
                  <a:cubicBezTo>
                    <a:pt x="350" y="0"/>
                    <a:pt x="188" y="94"/>
                    <a:pt x="95" y="257"/>
                  </a:cubicBezTo>
                  <a:cubicBezTo>
                    <a:pt x="0" y="446"/>
                    <a:pt x="95" y="667"/>
                    <a:pt x="315" y="793"/>
                  </a:cubicBezTo>
                  <a:lnTo>
                    <a:pt x="1953" y="1612"/>
                  </a:lnTo>
                  <a:cubicBezTo>
                    <a:pt x="2006" y="1647"/>
                    <a:pt x="2064" y="1663"/>
                    <a:pt x="2122" y="1663"/>
                  </a:cubicBezTo>
                  <a:cubicBezTo>
                    <a:pt x="2273" y="1663"/>
                    <a:pt x="2430" y="1559"/>
                    <a:pt x="2521" y="1423"/>
                  </a:cubicBezTo>
                  <a:cubicBezTo>
                    <a:pt x="2647" y="1234"/>
                    <a:pt x="2521" y="982"/>
                    <a:pt x="2300" y="887"/>
                  </a:cubicBezTo>
                  <a:lnTo>
                    <a:pt x="662" y="37"/>
                  </a:lnTo>
                  <a:cubicBezTo>
                    <a:pt x="612" y="12"/>
                    <a:pt x="559" y="0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141"/>
            <p:cNvSpPr/>
            <p:nvPr/>
          </p:nvSpPr>
          <p:spPr>
            <a:xfrm>
              <a:off x="-13714650" y="1805825"/>
              <a:ext cx="63825" cy="41250"/>
            </a:xfrm>
            <a:custGeom>
              <a:avLst/>
              <a:gdLst/>
              <a:ahLst/>
              <a:cxnLst/>
              <a:rect l="l" t="t" r="r" b="b"/>
              <a:pathLst>
                <a:path w="2553" h="1650" extrusionOk="0">
                  <a:moveTo>
                    <a:pt x="2068" y="1"/>
                  </a:moveTo>
                  <a:cubicBezTo>
                    <a:pt x="2018" y="1"/>
                    <a:pt x="1968" y="9"/>
                    <a:pt x="1922" y="24"/>
                  </a:cubicBezTo>
                  <a:lnTo>
                    <a:pt x="284" y="874"/>
                  </a:lnTo>
                  <a:cubicBezTo>
                    <a:pt x="64" y="969"/>
                    <a:pt x="1" y="1221"/>
                    <a:pt x="64" y="1410"/>
                  </a:cubicBezTo>
                  <a:cubicBezTo>
                    <a:pt x="132" y="1546"/>
                    <a:pt x="298" y="1650"/>
                    <a:pt x="456" y="1650"/>
                  </a:cubicBezTo>
                  <a:cubicBezTo>
                    <a:pt x="518" y="1650"/>
                    <a:pt x="578" y="1634"/>
                    <a:pt x="631" y="1599"/>
                  </a:cubicBezTo>
                  <a:lnTo>
                    <a:pt x="2269" y="780"/>
                  </a:lnTo>
                  <a:cubicBezTo>
                    <a:pt x="2490" y="654"/>
                    <a:pt x="2553" y="433"/>
                    <a:pt x="2490" y="244"/>
                  </a:cubicBezTo>
                  <a:cubicBezTo>
                    <a:pt x="2394" y="77"/>
                    <a:pt x="2226" y="1"/>
                    <a:pt x="20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02" name="Google Shape;13502;p141"/>
          <p:cNvSpPr/>
          <p:nvPr/>
        </p:nvSpPr>
        <p:spPr>
          <a:xfrm>
            <a:off x="4871549" y="1711132"/>
            <a:ext cx="340807" cy="341579"/>
          </a:xfrm>
          <a:custGeom>
            <a:avLst/>
            <a:gdLst/>
            <a:ahLst/>
            <a:cxnLst/>
            <a:rect l="l" t="t" r="r" b="b"/>
            <a:pathLst>
              <a:path w="14115" h="14147" extrusionOk="0">
                <a:moveTo>
                  <a:pt x="8349" y="883"/>
                </a:moveTo>
                <a:lnTo>
                  <a:pt x="8349" y="2080"/>
                </a:lnTo>
                <a:cubicBezTo>
                  <a:pt x="7971" y="2364"/>
                  <a:pt x="7498" y="2521"/>
                  <a:pt x="7089" y="2521"/>
                </a:cubicBezTo>
                <a:cubicBezTo>
                  <a:pt x="6616" y="2521"/>
                  <a:pt x="6175" y="2364"/>
                  <a:pt x="5828" y="2080"/>
                </a:cubicBezTo>
                <a:lnTo>
                  <a:pt x="5828" y="883"/>
                </a:lnTo>
                <a:close/>
                <a:moveTo>
                  <a:pt x="4946" y="820"/>
                </a:moveTo>
                <a:lnTo>
                  <a:pt x="4946" y="2931"/>
                </a:lnTo>
                <a:cubicBezTo>
                  <a:pt x="4946" y="4380"/>
                  <a:pt x="3844" y="5609"/>
                  <a:pt x="2457" y="5798"/>
                </a:cubicBezTo>
                <a:cubicBezTo>
                  <a:pt x="2993" y="5294"/>
                  <a:pt x="3308" y="4538"/>
                  <a:pt x="3308" y="3750"/>
                </a:cubicBezTo>
                <a:lnTo>
                  <a:pt x="3308" y="2080"/>
                </a:lnTo>
                <a:cubicBezTo>
                  <a:pt x="3308" y="1860"/>
                  <a:pt x="3088" y="1671"/>
                  <a:pt x="2899" y="1671"/>
                </a:cubicBezTo>
                <a:cubicBezTo>
                  <a:pt x="2678" y="1671"/>
                  <a:pt x="2457" y="1860"/>
                  <a:pt x="2457" y="2080"/>
                </a:cubicBezTo>
                <a:lnTo>
                  <a:pt x="2457" y="3750"/>
                </a:lnTo>
                <a:cubicBezTo>
                  <a:pt x="2457" y="4727"/>
                  <a:pt x="1764" y="5609"/>
                  <a:pt x="819" y="5766"/>
                </a:cubicBezTo>
                <a:lnTo>
                  <a:pt x="819" y="820"/>
                </a:lnTo>
                <a:close/>
                <a:moveTo>
                  <a:pt x="13295" y="820"/>
                </a:moveTo>
                <a:lnTo>
                  <a:pt x="13295" y="5766"/>
                </a:lnTo>
                <a:cubicBezTo>
                  <a:pt x="12350" y="5546"/>
                  <a:pt x="11657" y="4727"/>
                  <a:pt x="11657" y="3750"/>
                </a:cubicBezTo>
                <a:lnTo>
                  <a:pt x="11657" y="2080"/>
                </a:lnTo>
                <a:cubicBezTo>
                  <a:pt x="11657" y="1860"/>
                  <a:pt x="11436" y="1671"/>
                  <a:pt x="11247" y="1671"/>
                </a:cubicBezTo>
                <a:cubicBezTo>
                  <a:pt x="11027" y="1671"/>
                  <a:pt x="10806" y="1860"/>
                  <a:pt x="10806" y="2080"/>
                </a:cubicBezTo>
                <a:lnTo>
                  <a:pt x="10806" y="3750"/>
                </a:lnTo>
                <a:cubicBezTo>
                  <a:pt x="10806" y="4538"/>
                  <a:pt x="11121" y="5294"/>
                  <a:pt x="11657" y="5798"/>
                </a:cubicBezTo>
                <a:cubicBezTo>
                  <a:pt x="10239" y="5609"/>
                  <a:pt x="9168" y="4380"/>
                  <a:pt x="9168" y="2899"/>
                </a:cubicBezTo>
                <a:lnTo>
                  <a:pt x="9168" y="820"/>
                </a:lnTo>
                <a:close/>
                <a:moveTo>
                  <a:pt x="8286" y="3025"/>
                </a:moveTo>
                <a:cubicBezTo>
                  <a:pt x="8349" y="4538"/>
                  <a:pt x="9326" y="5829"/>
                  <a:pt x="10649" y="6396"/>
                </a:cubicBezTo>
                <a:lnTo>
                  <a:pt x="9704" y="8318"/>
                </a:lnTo>
                <a:lnTo>
                  <a:pt x="4411" y="8318"/>
                </a:lnTo>
                <a:lnTo>
                  <a:pt x="3466" y="6396"/>
                </a:lnTo>
                <a:cubicBezTo>
                  <a:pt x="4757" y="5829"/>
                  <a:pt x="5734" y="4569"/>
                  <a:pt x="5765" y="3025"/>
                </a:cubicBezTo>
                <a:cubicBezTo>
                  <a:pt x="6175" y="3246"/>
                  <a:pt x="6616" y="3309"/>
                  <a:pt x="7026" y="3309"/>
                </a:cubicBezTo>
                <a:cubicBezTo>
                  <a:pt x="7467" y="3309"/>
                  <a:pt x="7908" y="3183"/>
                  <a:pt x="8286" y="3025"/>
                </a:cubicBezTo>
                <a:close/>
                <a:moveTo>
                  <a:pt x="13295" y="6617"/>
                </a:moveTo>
                <a:lnTo>
                  <a:pt x="13295" y="10555"/>
                </a:lnTo>
                <a:cubicBezTo>
                  <a:pt x="13169" y="10681"/>
                  <a:pt x="13012" y="10744"/>
                  <a:pt x="12854" y="10744"/>
                </a:cubicBezTo>
                <a:cubicBezTo>
                  <a:pt x="12665" y="10744"/>
                  <a:pt x="12508" y="10681"/>
                  <a:pt x="12382" y="10492"/>
                </a:cubicBezTo>
                <a:cubicBezTo>
                  <a:pt x="12129" y="10083"/>
                  <a:pt x="11688" y="9862"/>
                  <a:pt x="11216" y="9862"/>
                </a:cubicBezTo>
                <a:cubicBezTo>
                  <a:pt x="10743" y="9862"/>
                  <a:pt x="10302" y="10083"/>
                  <a:pt x="10019" y="10492"/>
                </a:cubicBezTo>
                <a:cubicBezTo>
                  <a:pt x="9956" y="10650"/>
                  <a:pt x="9798" y="10713"/>
                  <a:pt x="9609" y="10713"/>
                </a:cubicBezTo>
                <a:lnTo>
                  <a:pt x="9389" y="10713"/>
                </a:lnTo>
                <a:lnTo>
                  <a:pt x="11499" y="6617"/>
                </a:lnTo>
                <a:close/>
                <a:moveTo>
                  <a:pt x="2615" y="6617"/>
                </a:moveTo>
                <a:lnTo>
                  <a:pt x="4663" y="10744"/>
                </a:lnTo>
                <a:lnTo>
                  <a:pt x="4474" y="10744"/>
                </a:lnTo>
                <a:cubicBezTo>
                  <a:pt x="4316" y="10713"/>
                  <a:pt x="4159" y="10618"/>
                  <a:pt x="4033" y="10524"/>
                </a:cubicBezTo>
                <a:cubicBezTo>
                  <a:pt x="3781" y="10114"/>
                  <a:pt x="3340" y="9893"/>
                  <a:pt x="2867" y="9893"/>
                </a:cubicBezTo>
                <a:cubicBezTo>
                  <a:pt x="2394" y="9893"/>
                  <a:pt x="1953" y="10114"/>
                  <a:pt x="1670" y="10524"/>
                </a:cubicBezTo>
                <a:cubicBezTo>
                  <a:pt x="1575" y="10681"/>
                  <a:pt x="1418" y="10776"/>
                  <a:pt x="1197" y="10776"/>
                </a:cubicBezTo>
                <a:cubicBezTo>
                  <a:pt x="1040" y="10776"/>
                  <a:pt x="882" y="10713"/>
                  <a:pt x="788" y="10587"/>
                </a:cubicBezTo>
                <a:lnTo>
                  <a:pt x="788" y="6617"/>
                </a:lnTo>
                <a:close/>
                <a:moveTo>
                  <a:pt x="9263" y="9169"/>
                </a:moveTo>
                <a:lnTo>
                  <a:pt x="8412" y="10776"/>
                </a:lnTo>
                <a:cubicBezTo>
                  <a:pt x="8349" y="10933"/>
                  <a:pt x="8380" y="11154"/>
                  <a:pt x="8506" y="11248"/>
                </a:cubicBezTo>
                <a:cubicBezTo>
                  <a:pt x="8790" y="11500"/>
                  <a:pt x="9105" y="11626"/>
                  <a:pt x="9452" y="11626"/>
                </a:cubicBezTo>
                <a:cubicBezTo>
                  <a:pt x="9924" y="11626"/>
                  <a:pt x="10365" y="11374"/>
                  <a:pt x="10617" y="10996"/>
                </a:cubicBezTo>
                <a:cubicBezTo>
                  <a:pt x="10743" y="10839"/>
                  <a:pt x="10901" y="10713"/>
                  <a:pt x="11090" y="10713"/>
                </a:cubicBezTo>
                <a:cubicBezTo>
                  <a:pt x="11310" y="10713"/>
                  <a:pt x="11468" y="10776"/>
                  <a:pt x="11562" y="10996"/>
                </a:cubicBezTo>
                <a:cubicBezTo>
                  <a:pt x="11846" y="11374"/>
                  <a:pt x="12287" y="11626"/>
                  <a:pt x="12760" y="11626"/>
                </a:cubicBezTo>
                <a:cubicBezTo>
                  <a:pt x="12917" y="11626"/>
                  <a:pt x="13075" y="11563"/>
                  <a:pt x="13201" y="11532"/>
                </a:cubicBezTo>
                <a:lnTo>
                  <a:pt x="13201" y="13296"/>
                </a:lnTo>
                <a:lnTo>
                  <a:pt x="819" y="13296"/>
                </a:lnTo>
                <a:lnTo>
                  <a:pt x="819" y="11532"/>
                </a:lnTo>
                <a:cubicBezTo>
                  <a:pt x="977" y="11563"/>
                  <a:pt x="1103" y="11626"/>
                  <a:pt x="1260" y="11626"/>
                </a:cubicBezTo>
                <a:cubicBezTo>
                  <a:pt x="1733" y="11626"/>
                  <a:pt x="2142" y="11374"/>
                  <a:pt x="2426" y="10996"/>
                </a:cubicBezTo>
                <a:cubicBezTo>
                  <a:pt x="2552" y="10839"/>
                  <a:pt x="2709" y="10713"/>
                  <a:pt x="2899" y="10713"/>
                </a:cubicBezTo>
                <a:cubicBezTo>
                  <a:pt x="3088" y="10713"/>
                  <a:pt x="3245" y="10776"/>
                  <a:pt x="3371" y="10996"/>
                </a:cubicBezTo>
                <a:cubicBezTo>
                  <a:pt x="3655" y="11374"/>
                  <a:pt x="4096" y="11626"/>
                  <a:pt x="4568" y="11626"/>
                </a:cubicBezTo>
                <a:cubicBezTo>
                  <a:pt x="4915" y="11626"/>
                  <a:pt x="5261" y="11500"/>
                  <a:pt x="5513" y="11248"/>
                </a:cubicBezTo>
                <a:cubicBezTo>
                  <a:pt x="5608" y="11154"/>
                  <a:pt x="5671" y="10933"/>
                  <a:pt x="5576" y="10776"/>
                </a:cubicBezTo>
                <a:lnTo>
                  <a:pt x="4757" y="9169"/>
                </a:lnTo>
                <a:close/>
                <a:moveTo>
                  <a:pt x="410" y="1"/>
                </a:moveTo>
                <a:cubicBezTo>
                  <a:pt x="189" y="1"/>
                  <a:pt x="0" y="190"/>
                  <a:pt x="0" y="442"/>
                </a:cubicBezTo>
                <a:lnTo>
                  <a:pt x="0" y="13706"/>
                </a:lnTo>
                <a:cubicBezTo>
                  <a:pt x="0" y="13958"/>
                  <a:pt x="189" y="14147"/>
                  <a:pt x="410" y="14147"/>
                </a:cubicBezTo>
                <a:lnTo>
                  <a:pt x="13705" y="14147"/>
                </a:lnTo>
                <a:cubicBezTo>
                  <a:pt x="13925" y="14147"/>
                  <a:pt x="14114" y="13958"/>
                  <a:pt x="14114" y="13706"/>
                </a:cubicBezTo>
                <a:lnTo>
                  <a:pt x="14114" y="442"/>
                </a:lnTo>
                <a:cubicBezTo>
                  <a:pt x="14114" y="190"/>
                  <a:pt x="13925" y="1"/>
                  <a:pt x="1370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3" name="Google Shape;13503;p141"/>
          <p:cNvSpPr/>
          <p:nvPr/>
        </p:nvSpPr>
        <p:spPr>
          <a:xfrm>
            <a:off x="4932020" y="2120859"/>
            <a:ext cx="219864" cy="339286"/>
          </a:xfrm>
          <a:custGeom>
            <a:avLst/>
            <a:gdLst/>
            <a:ahLst/>
            <a:cxnLst/>
            <a:rect l="l" t="t" r="r" b="b"/>
            <a:pathLst>
              <a:path w="9106" h="14052" extrusionOk="0">
                <a:moveTo>
                  <a:pt x="1230" y="4096"/>
                </a:moveTo>
                <a:cubicBezTo>
                  <a:pt x="1450" y="4096"/>
                  <a:pt x="1608" y="4285"/>
                  <a:pt x="1608" y="4474"/>
                </a:cubicBezTo>
                <a:cubicBezTo>
                  <a:pt x="1608" y="4726"/>
                  <a:pt x="1419" y="4915"/>
                  <a:pt x="1230" y="4915"/>
                </a:cubicBezTo>
                <a:cubicBezTo>
                  <a:pt x="978" y="4915"/>
                  <a:pt x="789" y="4726"/>
                  <a:pt x="789" y="4474"/>
                </a:cubicBezTo>
                <a:cubicBezTo>
                  <a:pt x="820" y="4285"/>
                  <a:pt x="978" y="4096"/>
                  <a:pt x="1230" y="4096"/>
                </a:cubicBezTo>
                <a:close/>
                <a:moveTo>
                  <a:pt x="7846" y="4096"/>
                </a:moveTo>
                <a:cubicBezTo>
                  <a:pt x="8066" y="4096"/>
                  <a:pt x="8255" y="4285"/>
                  <a:pt x="8255" y="4474"/>
                </a:cubicBezTo>
                <a:cubicBezTo>
                  <a:pt x="8255" y="4726"/>
                  <a:pt x="8066" y="4915"/>
                  <a:pt x="7846" y="4915"/>
                </a:cubicBezTo>
                <a:cubicBezTo>
                  <a:pt x="7594" y="4915"/>
                  <a:pt x="7436" y="4726"/>
                  <a:pt x="7436" y="4474"/>
                </a:cubicBezTo>
                <a:cubicBezTo>
                  <a:pt x="7436" y="4285"/>
                  <a:pt x="7594" y="4096"/>
                  <a:pt x="7846" y="4096"/>
                </a:cubicBezTo>
                <a:close/>
                <a:moveTo>
                  <a:pt x="4538" y="788"/>
                </a:moveTo>
                <a:cubicBezTo>
                  <a:pt x="5514" y="788"/>
                  <a:pt x="6365" y="1481"/>
                  <a:pt x="6523" y="2427"/>
                </a:cubicBezTo>
                <a:lnTo>
                  <a:pt x="5357" y="2427"/>
                </a:lnTo>
                <a:cubicBezTo>
                  <a:pt x="5105" y="2427"/>
                  <a:pt x="4916" y="2616"/>
                  <a:pt x="4916" y="2868"/>
                </a:cubicBezTo>
                <a:cubicBezTo>
                  <a:pt x="4916" y="3088"/>
                  <a:pt x="5105" y="3309"/>
                  <a:pt x="5357" y="3309"/>
                </a:cubicBezTo>
                <a:lnTo>
                  <a:pt x="6617" y="3309"/>
                </a:lnTo>
                <a:lnTo>
                  <a:pt x="6617" y="4128"/>
                </a:lnTo>
                <a:lnTo>
                  <a:pt x="5357" y="4128"/>
                </a:lnTo>
                <a:cubicBezTo>
                  <a:pt x="5105" y="4128"/>
                  <a:pt x="4916" y="4317"/>
                  <a:pt x="4916" y="4506"/>
                </a:cubicBezTo>
                <a:cubicBezTo>
                  <a:pt x="4916" y="4758"/>
                  <a:pt x="5105" y="4947"/>
                  <a:pt x="5357" y="4947"/>
                </a:cubicBezTo>
                <a:lnTo>
                  <a:pt x="6617" y="4947"/>
                </a:lnTo>
                <a:lnTo>
                  <a:pt x="6617" y="5766"/>
                </a:lnTo>
                <a:lnTo>
                  <a:pt x="5357" y="5766"/>
                </a:lnTo>
                <a:cubicBezTo>
                  <a:pt x="5105" y="5766"/>
                  <a:pt x="4916" y="5987"/>
                  <a:pt x="4916" y="6207"/>
                </a:cubicBezTo>
                <a:cubicBezTo>
                  <a:pt x="4916" y="6459"/>
                  <a:pt x="5105" y="6617"/>
                  <a:pt x="5357" y="6617"/>
                </a:cubicBezTo>
                <a:lnTo>
                  <a:pt x="6523" y="6617"/>
                </a:lnTo>
                <a:cubicBezTo>
                  <a:pt x="6333" y="7562"/>
                  <a:pt x="5514" y="8255"/>
                  <a:pt x="4538" y="8255"/>
                </a:cubicBezTo>
                <a:cubicBezTo>
                  <a:pt x="3530" y="8255"/>
                  <a:pt x="2679" y="7562"/>
                  <a:pt x="2521" y="6617"/>
                </a:cubicBezTo>
                <a:lnTo>
                  <a:pt x="3687" y="6617"/>
                </a:lnTo>
                <a:cubicBezTo>
                  <a:pt x="3939" y="6617"/>
                  <a:pt x="4128" y="6396"/>
                  <a:pt x="4128" y="6207"/>
                </a:cubicBezTo>
                <a:cubicBezTo>
                  <a:pt x="4128" y="5987"/>
                  <a:pt x="3939" y="5766"/>
                  <a:pt x="3687" y="5766"/>
                </a:cubicBezTo>
                <a:lnTo>
                  <a:pt x="2490" y="5766"/>
                </a:lnTo>
                <a:lnTo>
                  <a:pt x="2490" y="4947"/>
                </a:lnTo>
                <a:lnTo>
                  <a:pt x="3687" y="4947"/>
                </a:lnTo>
                <a:cubicBezTo>
                  <a:pt x="3939" y="4947"/>
                  <a:pt x="4128" y="4758"/>
                  <a:pt x="4128" y="4506"/>
                </a:cubicBezTo>
                <a:cubicBezTo>
                  <a:pt x="4128" y="4285"/>
                  <a:pt x="3939" y="4128"/>
                  <a:pt x="3687" y="4128"/>
                </a:cubicBezTo>
                <a:lnTo>
                  <a:pt x="2490" y="4128"/>
                </a:lnTo>
                <a:lnTo>
                  <a:pt x="2490" y="3277"/>
                </a:lnTo>
                <a:lnTo>
                  <a:pt x="3687" y="3277"/>
                </a:lnTo>
                <a:cubicBezTo>
                  <a:pt x="3939" y="3277"/>
                  <a:pt x="4128" y="3057"/>
                  <a:pt x="4128" y="2836"/>
                </a:cubicBezTo>
                <a:cubicBezTo>
                  <a:pt x="4128" y="2584"/>
                  <a:pt x="3939" y="2395"/>
                  <a:pt x="3687" y="2395"/>
                </a:cubicBezTo>
                <a:lnTo>
                  <a:pt x="2521" y="2395"/>
                </a:lnTo>
                <a:cubicBezTo>
                  <a:pt x="2710" y="1481"/>
                  <a:pt x="3530" y="788"/>
                  <a:pt x="4538" y="788"/>
                </a:cubicBezTo>
                <a:close/>
                <a:moveTo>
                  <a:pt x="8255" y="5671"/>
                </a:moveTo>
                <a:lnTo>
                  <a:pt x="8255" y="6144"/>
                </a:lnTo>
                <a:cubicBezTo>
                  <a:pt x="8255" y="8066"/>
                  <a:pt x="6806" y="9641"/>
                  <a:pt x="4947" y="9830"/>
                </a:cubicBezTo>
                <a:lnTo>
                  <a:pt x="4947" y="9011"/>
                </a:lnTo>
                <a:cubicBezTo>
                  <a:pt x="6365" y="8822"/>
                  <a:pt x="7436" y="7593"/>
                  <a:pt x="7436" y="6144"/>
                </a:cubicBezTo>
                <a:lnTo>
                  <a:pt x="7436" y="5671"/>
                </a:lnTo>
                <a:cubicBezTo>
                  <a:pt x="7562" y="5703"/>
                  <a:pt x="7720" y="5735"/>
                  <a:pt x="7846" y="5735"/>
                </a:cubicBezTo>
                <a:cubicBezTo>
                  <a:pt x="7940" y="5735"/>
                  <a:pt x="8098" y="5703"/>
                  <a:pt x="8255" y="5671"/>
                </a:cubicBezTo>
                <a:close/>
                <a:moveTo>
                  <a:pt x="1639" y="5703"/>
                </a:moveTo>
                <a:lnTo>
                  <a:pt x="1639" y="6176"/>
                </a:lnTo>
                <a:cubicBezTo>
                  <a:pt x="1639" y="7625"/>
                  <a:pt x="2710" y="8853"/>
                  <a:pt x="4128" y="9043"/>
                </a:cubicBezTo>
                <a:lnTo>
                  <a:pt x="4128" y="9893"/>
                </a:lnTo>
                <a:cubicBezTo>
                  <a:pt x="2238" y="9641"/>
                  <a:pt x="820" y="8066"/>
                  <a:pt x="820" y="6176"/>
                </a:cubicBezTo>
                <a:lnTo>
                  <a:pt x="820" y="5703"/>
                </a:lnTo>
                <a:cubicBezTo>
                  <a:pt x="946" y="5735"/>
                  <a:pt x="1104" y="5798"/>
                  <a:pt x="1261" y="5798"/>
                </a:cubicBezTo>
                <a:cubicBezTo>
                  <a:pt x="1419" y="5798"/>
                  <a:pt x="1545" y="5735"/>
                  <a:pt x="1639" y="5703"/>
                </a:cubicBezTo>
                <a:close/>
                <a:moveTo>
                  <a:pt x="4569" y="12414"/>
                </a:moveTo>
                <a:cubicBezTo>
                  <a:pt x="5073" y="12414"/>
                  <a:pt x="5546" y="12760"/>
                  <a:pt x="5703" y="13233"/>
                </a:cubicBezTo>
                <a:lnTo>
                  <a:pt x="3372" y="13233"/>
                </a:lnTo>
                <a:cubicBezTo>
                  <a:pt x="3530" y="12760"/>
                  <a:pt x="4002" y="12414"/>
                  <a:pt x="4569" y="12414"/>
                </a:cubicBezTo>
                <a:close/>
                <a:moveTo>
                  <a:pt x="4569" y="1"/>
                </a:moveTo>
                <a:cubicBezTo>
                  <a:pt x="2962" y="1"/>
                  <a:pt x="1639" y="1292"/>
                  <a:pt x="1639" y="2868"/>
                </a:cubicBezTo>
                <a:lnTo>
                  <a:pt x="1639" y="3340"/>
                </a:lnTo>
                <a:cubicBezTo>
                  <a:pt x="1545" y="3309"/>
                  <a:pt x="1387" y="3277"/>
                  <a:pt x="1261" y="3277"/>
                </a:cubicBezTo>
                <a:cubicBezTo>
                  <a:pt x="600" y="3277"/>
                  <a:pt x="1" y="3813"/>
                  <a:pt x="1" y="4474"/>
                </a:cubicBezTo>
                <a:lnTo>
                  <a:pt x="1" y="6144"/>
                </a:lnTo>
                <a:cubicBezTo>
                  <a:pt x="1" y="8507"/>
                  <a:pt x="1797" y="10460"/>
                  <a:pt x="4128" y="10681"/>
                </a:cubicBezTo>
                <a:lnTo>
                  <a:pt x="4128" y="11626"/>
                </a:lnTo>
                <a:cubicBezTo>
                  <a:pt x="3183" y="11815"/>
                  <a:pt x="2490" y="12634"/>
                  <a:pt x="2490" y="13611"/>
                </a:cubicBezTo>
                <a:cubicBezTo>
                  <a:pt x="2490" y="13863"/>
                  <a:pt x="2679" y="14052"/>
                  <a:pt x="2868" y="14052"/>
                </a:cubicBezTo>
                <a:lnTo>
                  <a:pt x="6176" y="14052"/>
                </a:lnTo>
                <a:cubicBezTo>
                  <a:pt x="6428" y="14052"/>
                  <a:pt x="6617" y="13863"/>
                  <a:pt x="6617" y="13611"/>
                </a:cubicBezTo>
                <a:cubicBezTo>
                  <a:pt x="6617" y="12634"/>
                  <a:pt x="5892" y="11783"/>
                  <a:pt x="4947" y="11626"/>
                </a:cubicBezTo>
                <a:lnTo>
                  <a:pt x="4947" y="10681"/>
                </a:lnTo>
                <a:cubicBezTo>
                  <a:pt x="7247" y="10460"/>
                  <a:pt x="9106" y="8538"/>
                  <a:pt x="9106" y="6176"/>
                </a:cubicBezTo>
                <a:lnTo>
                  <a:pt x="9106" y="4537"/>
                </a:lnTo>
                <a:cubicBezTo>
                  <a:pt x="9106" y="3844"/>
                  <a:pt x="8539" y="3309"/>
                  <a:pt x="7846" y="3309"/>
                </a:cubicBezTo>
                <a:cubicBezTo>
                  <a:pt x="7688" y="3309"/>
                  <a:pt x="7562" y="3340"/>
                  <a:pt x="7436" y="3372"/>
                </a:cubicBezTo>
                <a:lnTo>
                  <a:pt x="7436" y="2868"/>
                </a:lnTo>
                <a:cubicBezTo>
                  <a:pt x="7436" y="1261"/>
                  <a:pt x="6144" y="1"/>
                  <a:pt x="456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04" name="Google Shape;13504;p141"/>
          <p:cNvGrpSpPr/>
          <p:nvPr/>
        </p:nvGrpSpPr>
        <p:grpSpPr>
          <a:xfrm>
            <a:off x="6667277" y="1303887"/>
            <a:ext cx="340034" cy="340420"/>
            <a:chOff x="-12199250" y="1662675"/>
            <a:chExt cx="352075" cy="352475"/>
          </a:xfrm>
        </p:grpSpPr>
        <p:sp>
          <p:nvSpPr>
            <p:cNvPr id="13505" name="Google Shape;13505;p141"/>
            <p:cNvSpPr/>
            <p:nvPr/>
          </p:nvSpPr>
          <p:spPr>
            <a:xfrm>
              <a:off x="-12004725" y="1710325"/>
              <a:ext cx="116600" cy="76425"/>
            </a:xfrm>
            <a:custGeom>
              <a:avLst/>
              <a:gdLst/>
              <a:ahLst/>
              <a:cxnLst/>
              <a:rect l="l" t="t" r="r" b="b"/>
              <a:pathLst>
                <a:path w="4664" h="3057" extrusionOk="0">
                  <a:moveTo>
                    <a:pt x="2395" y="788"/>
                  </a:moveTo>
                  <a:cubicBezTo>
                    <a:pt x="2679" y="788"/>
                    <a:pt x="2962" y="819"/>
                    <a:pt x="3246" y="914"/>
                  </a:cubicBezTo>
                  <a:cubicBezTo>
                    <a:pt x="3435" y="945"/>
                    <a:pt x="3624" y="1008"/>
                    <a:pt x="3813" y="1008"/>
                  </a:cubicBezTo>
                  <a:cubicBezTo>
                    <a:pt x="3781" y="1702"/>
                    <a:pt x="3246" y="2206"/>
                    <a:pt x="2616" y="2206"/>
                  </a:cubicBezTo>
                  <a:lnTo>
                    <a:pt x="1986" y="2206"/>
                  </a:lnTo>
                  <a:cubicBezTo>
                    <a:pt x="1608" y="2206"/>
                    <a:pt x="1261" y="2017"/>
                    <a:pt x="1104" y="1702"/>
                  </a:cubicBezTo>
                  <a:lnTo>
                    <a:pt x="946" y="1386"/>
                  </a:lnTo>
                  <a:lnTo>
                    <a:pt x="1041" y="1292"/>
                  </a:lnTo>
                  <a:cubicBezTo>
                    <a:pt x="1450" y="851"/>
                    <a:pt x="2017" y="788"/>
                    <a:pt x="2395" y="788"/>
                  </a:cubicBezTo>
                  <a:close/>
                  <a:moveTo>
                    <a:pt x="2458" y="0"/>
                  </a:moveTo>
                  <a:cubicBezTo>
                    <a:pt x="2017" y="0"/>
                    <a:pt x="1167" y="63"/>
                    <a:pt x="473" y="756"/>
                  </a:cubicBezTo>
                  <a:lnTo>
                    <a:pt x="158" y="1071"/>
                  </a:lnTo>
                  <a:cubicBezTo>
                    <a:pt x="64" y="1166"/>
                    <a:pt x="1" y="1386"/>
                    <a:pt x="95" y="1544"/>
                  </a:cubicBezTo>
                  <a:lnTo>
                    <a:pt x="379" y="2080"/>
                  </a:lnTo>
                  <a:cubicBezTo>
                    <a:pt x="631" y="2678"/>
                    <a:pt x="1261" y="3056"/>
                    <a:pt x="1954" y="3056"/>
                  </a:cubicBezTo>
                  <a:lnTo>
                    <a:pt x="2553" y="3056"/>
                  </a:lnTo>
                  <a:cubicBezTo>
                    <a:pt x="3718" y="3056"/>
                    <a:pt x="4664" y="2111"/>
                    <a:pt x="4664" y="977"/>
                  </a:cubicBezTo>
                  <a:lnTo>
                    <a:pt x="4664" y="662"/>
                  </a:lnTo>
                  <a:cubicBezTo>
                    <a:pt x="4664" y="441"/>
                    <a:pt x="4506" y="284"/>
                    <a:pt x="4254" y="284"/>
                  </a:cubicBezTo>
                  <a:cubicBezTo>
                    <a:pt x="3971" y="284"/>
                    <a:pt x="3718" y="221"/>
                    <a:pt x="3466" y="158"/>
                  </a:cubicBezTo>
                  <a:cubicBezTo>
                    <a:pt x="3120" y="32"/>
                    <a:pt x="2773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141"/>
            <p:cNvSpPr/>
            <p:nvPr/>
          </p:nvSpPr>
          <p:spPr>
            <a:xfrm>
              <a:off x="-12158300" y="1709525"/>
              <a:ext cx="116600" cy="77225"/>
            </a:xfrm>
            <a:custGeom>
              <a:avLst/>
              <a:gdLst/>
              <a:ahLst/>
              <a:cxnLst/>
              <a:rect l="l" t="t" r="r" b="b"/>
              <a:pathLst>
                <a:path w="4664" h="3089" extrusionOk="0">
                  <a:moveTo>
                    <a:pt x="2237" y="820"/>
                  </a:moveTo>
                  <a:cubicBezTo>
                    <a:pt x="2647" y="820"/>
                    <a:pt x="3182" y="883"/>
                    <a:pt x="3592" y="1324"/>
                  </a:cubicBezTo>
                  <a:lnTo>
                    <a:pt x="3718" y="1450"/>
                  </a:lnTo>
                  <a:lnTo>
                    <a:pt x="3560" y="1765"/>
                  </a:lnTo>
                  <a:cubicBezTo>
                    <a:pt x="3403" y="2080"/>
                    <a:pt x="3088" y="2269"/>
                    <a:pt x="2710" y="2269"/>
                  </a:cubicBezTo>
                  <a:lnTo>
                    <a:pt x="2048" y="2269"/>
                  </a:lnTo>
                  <a:cubicBezTo>
                    <a:pt x="1387" y="2269"/>
                    <a:pt x="820" y="1765"/>
                    <a:pt x="820" y="1072"/>
                  </a:cubicBezTo>
                  <a:cubicBezTo>
                    <a:pt x="1040" y="1040"/>
                    <a:pt x="1229" y="977"/>
                    <a:pt x="1418" y="946"/>
                  </a:cubicBezTo>
                  <a:cubicBezTo>
                    <a:pt x="1702" y="851"/>
                    <a:pt x="1985" y="820"/>
                    <a:pt x="2237" y="820"/>
                  </a:cubicBezTo>
                  <a:close/>
                  <a:moveTo>
                    <a:pt x="2237" y="1"/>
                  </a:moveTo>
                  <a:cubicBezTo>
                    <a:pt x="1891" y="1"/>
                    <a:pt x="1513" y="32"/>
                    <a:pt x="1198" y="158"/>
                  </a:cubicBezTo>
                  <a:cubicBezTo>
                    <a:pt x="914" y="221"/>
                    <a:pt x="662" y="253"/>
                    <a:pt x="410" y="253"/>
                  </a:cubicBezTo>
                  <a:cubicBezTo>
                    <a:pt x="158" y="253"/>
                    <a:pt x="0" y="473"/>
                    <a:pt x="0" y="662"/>
                  </a:cubicBezTo>
                  <a:lnTo>
                    <a:pt x="0" y="1009"/>
                  </a:lnTo>
                  <a:cubicBezTo>
                    <a:pt x="0" y="2143"/>
                    <a:pt x="914" y="3088"/>
                    <a:pt x="2048" y="3088"/>
                  </a:cubicBezTo>
                  <a:lnTo>
                    <a:pt x="2710" y="3088"/>
                  </a:lnTo>
                  <a:cubicBezTo>
                    <a:pt x="3403" y="3088"/>
                    <a:pt x="3970" y="2742"/>
                    <a:pt x="4285" y="2112"/>
                  </a:cubicBezTo>
                  <a:lnTo>
                    <a:pt x="4569" y="1513"/>
                  </a:lnTo>
                  <a:cubicBezTo>
                    <a:pt x="4663" y="1355"/>
                    <a:pt x="4600" y="1166"/>
                    <a:pt x="4506" y="1040"/>
                  </a:cubicBezTo>
                  <a:lnTo>
                    <a:pt x="4191" y="725"/>
                  </a:lnTo>
                  <a:cubicBezTo>
                    <a:pt x="3560" y="95"/>
                    <a:pt x="2804" y="1"/>
                    <a:pt x="22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141"/>
            <p:cNvSpPr/>
            <p:nvPr/>
          </p:nvSpPr>
          <p:spPr>
            <a:xfrm>
              <a:off x="-12199250" y="1662675"/>
              <a:ext cx="352075" cy="352475"/>
            </a:xfrm>
            <a:custGeom>
              <a:avLst/>
              <a:gdLst/>
              <a:ahLst/>
              <a:cxnLst/>
              <a:rect l="l" t="t" r="r" b="b"/>
              <a:pathLst>
                <a:path w="14083" h="14099" extrusionOk="0">
                  <a:moveTo>
                    <a:pt x="3916" y="1048"/>
                  </a:moveTo>
                  <a:cubicBezTo>
                    <a:pt x="4902" y="1048"/>
                    <a:pt x="5796" y="1401"/>
                    <a:pt x="6459" y="2064"/>
                  </a:cubicBezTo>
                  <a:lnTo>
                    <a:pt x="6774" y="2379"/>
                  </a:lnTo>
                  <a:cubicBezTo>
                    <a:pt x="6837" y="2442"/>
                    <a:pt x="6963" y="2505"/>
                    <a:pt x="7026" y="2505"/>
                  </a:cubicBezTo>
                  <a:cubicBezTo>
                    <a:pt x="7152" y="2505"/>
                    <a:pt x="7246" y="2442"/>
                    <a:pt x="7309" y="2379"/>
                  </a:cubicBezTo>
                  <a:lnTo>
                    <a:pt x="7624" y="2064"/>
                  </a:lnTo>
                  <a:cubicBezTo>
                    <a:pt x="8288" y="1400"/>
                    <a:pt x="9186" y="1062"/>
                    <a:pt x="10163" y="1062"/>
                  </a:cubicBezTo>
                  <a:cubicBezTo>
                    <a:pt x="10577" y="1062"/>
                    <a:pt x="11005" y="1123"/>
                    <a:pt x="11436" y="1245"/>
                  </a:cubicBezTo>
                  <a:cubicBezTo>
                    <a:pt x="11656" y="1302"/>
                    <a:pt x="11880" y="1331"/>
                    <a:pt x="12105" y="1331"/>
                  </a:cubicBezTo>
                  <a:cubicBezTo>
                    <a:pt x="12493" y="1331"/>
                    <a:pt x="12885" y="1247"/>
                    <a:pt x="13264" y="1087"/>
                  </a:cubicBezTo>
                  <a:lnTo>
                    <a:pt x="13264" y="2883"/>
                  </a:lnTo>
                  <a:cubicBezTo>
                    <a:pt x="13264" y="4490"/>
                    <a:pt x="11972" y="5750"/>
                    <a:pt x="10397" y="5750"/>
                  </a:cubicBezTo>
                  <a:lnTo>
                    <a:pt x="9767" y="5750"/>
                  </a:lnTo>
                  <a:cubicBezTo>
                    <a:pt x="8759" y="5750"/>
                    <a:pt x="7876" y="5214"/>
                    <a:pt x="7435" y="4332"/>
                  </a:cubicBezTo>
                  <a:cubicBezTo>
                    <a:pt x="7341" y="4175"/>
                    <a:pt x="7246" y="4112"/>
                    <a:pt x="7089" y="4112"/>
                  </a:cubicBezTo>
                  <a:cubicBezTo>
                    <a:pt x="6931" y="4112"/>
                    <a:pt x="6774" y="4175"/>
                    <a:pt x="6711" y="4332"/>
                  </a:cubicBezTo>
                  <a:cubicBezTo>
                    <a:pt x="6301" y="5214"/>
                    <a:pt x="5388" y="5750"/>
                    <a:pt x="4411" y="5750"/>
                  </a:cubicBezTo>
                  <a:lnTo>
                    <a:pt x="3718" y="5750"/>
                  </a:lnTo>
                  <a:cubicBezTo>
                    <a:pt x="2111" y="5750"/>
                    <a:pt x="851" y="4458"/>
                    <a:pt x="851" y="2883"/>
                  </a:cubicBezTo>
                  <a:lnTo>
                    <a:pt x="851" y="1102"/>
                  </a:lnTo>
                  <a:lnTo>
                    <a:pt x="851" y="1102"/>
                  </a:lnTo>
                  <a:cubicBezTo>
                    <a:pt x="1182" y="1252"/>
                    <a:pt x="1548" y="1331"/>
                    <a:pt x="1926" y="1331"/>
                  </a:cubicBezTo>
                  <a:cubicBezTo>
                    <a:pt x="2153" y="1331"/>
                    <a:pt x="2384" y="1302"/>
                    <a:pt x="2615" y="1245"/>
                  </a:cubicBezTo>
                  <a:cubicBezTo>
                    <a:pt x="3058" y="1113"/>
                    <a:pt x="3495" y="1048"/>
                    <a:pt x="3916" y="1048"/>
                  </a:cubicBezTo>
                  <a:close/>
                  <a:moveTo>
                    <a:pt x="819" y="5214"/>
                  </a:moveTo>
                  <a:cubicBezTo>
                    <a:pt x="1071" y="5529"/>
                    <a:pt x="1323" y="5750"/>
                    <a:pt x="1638" y="6002"/>
                  </a:cubicBezTo>
                  <a:lnTo>
                    <a:pt x="1638" y="6065"/>
                  </a:lnTo>
                  <a:lnTo>
                    <a:pt x="1638" y="10791"/>
                  </a:lnTo>
                  <a:lnTo>
                    <a:pt x="819" y="10791"/>
                  </a:lnTo>
                  <a:lnTo>
                    <a:pt x="819" y="5214"/>
                  </a:lnTo>
                  <a:close/>
                  <a:moveTo>
                    <a:pt x="1607" y="11641"/>
                  </a:moveTo>
                  <a:lnTo>
                    <a:pt x="1607" y="12838"/>
                  </a:lnTo>
                  <a:cubicBezTo>
                    <a:pt x="1638" y="13090"/>
                    <a:pt x="1449" y="13279"/>
                    <a:pt x="1197" y="13279"/>
                  </a:cubicBezTo>
                  <a:cubicBezTo>
                    <a:pt x="977" y="13279"/>
                    <a:pt x="788" y="13090"/>
                    <a:pt x="788" y="12838"/>
                  </a:cubicBezTo>
                  <a:lnTo>
                    <a:pt x="788" y="11641"/>
                  </a:lnTo>
                  <a:close/>
                  <a:moveTo>
                    <a:pt x="13689" y="0"/>
                  </a:moveTo>
                  <a:cubicBezTo>
                    <a:pt x="13618" y="0"/>
                    <a:pt x="13547" y="16"/>
                    <a:pt x="13484" y="47"/>
                  </a:cubicBezTo>
                  <a:lnTo>
                    <a:pt x="12949" y="331"/>
                  </a:lnTo>
                  <a:cubicBezTo>
                    <a:pt x="12686" y="452"/>
                    <a:pt x="12424" y="509"/>
                    <a:pt x="12153" y="509"/>
                  </a:cubicBezTo>
                  <a:cubicBezTo>
                    <a:pt x="12001" y="509"/>
                    <a:pt x="11847" y="491"/>
                    <a:pt x="11689" y="457"/>
                  </a:cubicBezTo>
                  <a:cubicBezTo>
                    <a:pt x="11200" y="307"/>
                    <a:pt x="10699" y="235"/>
                    <a:pt x="10208" y="235"/>
                  </a:cubicBezTo>
                  <a:cubicBezTo>
                    <a:pt x="9876" y="235"/>
                    <a:pt x="9549" y="268"/>
                    <a:pt x="9231" y="331"/>
                  </a:cubicBezTo>
                  <a:cubicBezTo>
                    <a:pt x="8412" y="489"/>
                    <a:pt x="7656" y="867"/>
                    <a:pt x="7026" y="1497"/>
                  </a:cubicBezTo>
                  <a:cubicBezTo>
                    <a:pt x="6396" y="867"/>
                    <a:pt x="5671" y="489"/>
                    <a:pt x="4820" y="331"/>
                  </a:cubicBezTo>
                  <a:cubicBezTo>
                    <a:pt x="4503" y="268"/>
                    <a:pt x="4180" y="235"/>
                    <a:pt x="3855" y="235"/>
                  </a:cubicBezTo>
                  <a:cubicBezTo>
                    <a:pt x="3372" y="235"/>
                    <a:pt x="2883" y="307"/>
                    <a:pt x="2395" y="457"/>
                  </a:cubicBezTo>
                  <a:cubicBezTo>
                    <a:pt x="2236" y="491"/>
                    <a:pt x="2078" y="509"/>
                    <a:pt x="1923" y="509"/>
                  </a:cubicBezTo>
                  <a:cubicBezTo>
                    <a:pt x="1645" y="509"/>
                    <a:pt x="1377" y="452"/>
                    <a:pt x="1134" y="331"/>
                  </a:cubicBezTo>
                  <a:lnTo>
                    <a:pt x="567" y="47"/>
                  </a:lnTo>
                  <a:cubicBezTo>
                    <a:pt x="527" y="21"/>
                    <a:pt x="476" y="11"/>
                    <a:pt x="421" y="11"/>
                  </a:cubicBezTo>
                  <a:cubicBezTo>
                    <a:pt x="345" y="11"/>
                    <a:pt x="262" y="29"/>
                    <a:pt x="189" y="47"/>
                  </a:cubicBezTo>
                  <a:cubicBezTo>
                    <a:pt x="63" y="142"/>
                    <a:pt x="0" y="237"/>
                    <a:pt x="0" y="394"/>
                  </a:cubicBezTo>
                  <a:lnTo>
                    <a:pt x="0" y="12838"/>
                  </a:lnTo>
                  <a:cubicBezTo>
                    <a:pt x="0" y="13563"/>
                    <a:pt x="536" y="14099"/>
                    <a:pt x="1197" y="14099"/>
                  </a:cubicBezTo>
                  <a:cubicBezTo>
                    <a:pt x="1890" y="14099"/>
                    <a:pt x="2458" y="13563"/>
                    <a:pt x="2458" y="12838"/>
                  </a:cubicBezTo>
                  <a:lnTo>
                    <a:pt x="2458" y="6380"/>
                  </a:lnTo>
                  <a:cubicBezTo>
                    <a:pt x="2867" y="6506"/>
                    <a:pt x="3245" y="6600"/>
                    <a:pt x="3686" y="6600"/>
                  </a:cubicBezTo>
                  <a:lnTo>
                    <a:pt x="4348" y="6600"/>
                  </a:lnTo>
                  <a:cubicBezTo>
                    <a:pt x="4978" y="6600"/>
                    <a:pt x="5608" y="6443"/>
                    <a:pt x="6144" y="6065"/>
                  </a:cubicBezTo>
                  <a:cubicBezTo>
                    <a:pt x="6490" y="5876"/>
                    <a:pt x="6774" y="5592"/>
                    <a:pt x="7026" y="5277"/>
                  </a:cubicBezTo>
                  <a:cubicBezTo>
                    <a:pt x="7656" y="6065"/>
                    <a:pt x="8696" y="6600"/>
                    <a:pt x="9767" y="6600"/>
                  </a:cubicBezTo>
                  <a:lnTo>
                    <a:pt x="10397" y="6600"/>
                  </a:lnTo>
                  <a:cubicBezTo>
                    <a:pt x="12445" y="6600"/>
                    <a:pt x="14083" y="4931"/>
                    <a:pt x="14083" y="2883"/>
                  </a:cubicBezTo>
                  <a:lnTo>
                    <a:pt x="14083" y="394"/>
                  </a:lnTo>
                  <a:cubicBezTo>
                    <a:pt x="14083" y="237"/>
                    <a:pt x="14020" y="142"/>
                    <a:pt x="13894" y="47"/>
                  </a:cubicBezTo>
                  <a:cubicBezTo>
                    <a:pt x="13831" y="16"/>
                    <a:pt x="13760" y="0"/>
                    <a:pt x="136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08" name="Google Shape;13508;p141"/>
          <p:cNvGrpSpPr/>
          <p:nvPr/>
        </p:nvGrpSpPr>
        <p:grpSpPr>
          <a:xfrm>
            <a:off x="6666130" y="1710754"/>
            <a:ext cx="342328" cy="342328"/>
            <a:chOff x="-12199250" y="2096250"/>
            <a:chExt cx="354450" cy="354450"/>
          </a:xfrm>
        </p:grpSpPr>
        <p:sp>
          <p:nvSpPr>
            <p:cNvPr id="13509" name="Google Shape;13509;p141"/>
            <p:cNvSpPr/>
            <p:nvPr/>
          </p:nvSpPr>
          <p:spPr>
            <a:xfrm>
              <a:off x="-12199250" y="2096250"/>
              <a:ext cx="354450" cy="354450"/>
            </a:xfrm>
            <a:custGeom>
              <a:avLst/>
              <a:gdLst/>
              <a:ahLst/>
              <a:cxnLst/>
              <a:rect l="l" t="t" r="r" b="b"/>
              <a:pathLst>
                <a:path w="14178" h="14178" extrusionOk="0">
                  <a:moveTo>
                    <a:pt x="8507" y="851"/>
                  </a:moveTo>
                  <a:lnTo>
                    <a:pt x="9609" y="2553"/>
                  </a:lnTo>
                  <a:lnTo>
                    <a:pt x="4505" y="2553"/>
                  </a:lnTo>
                  <a:lnTo>
                    <a:pt x="5608" y="851"/>
                  </a:lnTo>
                  <a:close/>
                  <a:moveTo>
                    <a:pt x="4442" y="3340"/>
                  </a:moveTo>
                  <a:cubicBezTo>
                    <a:pt x="4001" y="3655"/>
                    <a:pt x="3655" y="4002"/>
                    <a:pt x="3340" y="4443"/>
                  </a:cubicBezTo>
                  <a:lnTo>
                    <a:pt x="3340" y="3718"/>
                  </a:lnTo>
                  <a:cubicBezTo>
                    <a:pt x="3308" y="3529"/>
                    <a:pt x="3497" y="3340"/>
                    <a:pt x="3718" y="3340"/>
                  </a:cubicBezTo>
                  <a:close/>
                  <a:moveTo>
                    <a:pt x="10334" y="3340"/>
                  </a:moveTo>
                  <a:cubicBezTo>
                    <a:pt x="10586" y="3340"/>
                    <a:pt x="10775" y="3529"/>
                    <a:pt x="10775" y="3781"/>
                  </a:cubicBezTo>
                  <a:lnTo>
                    <a:pt x="10775" y="4443"/>
                  </a:lnTo>
                  <a:lnTo>
                    <a:pt x="10743" y="4443"/>
                  </a:lnTo>
                  <a:cubicBezTo>
                    <a:pt x="10428" y="4002"/>
                    <a:pt x="10082" y="3655"/>
                    <a:pt x="9641" y="3340"/>
                  </a:cubicBezTo>
                  <a:close/>
                  <a:moveTo>
                    <a:pt x="2521" y="4506"/>
                  </a:moveTo>
                  <a:lnTo>
                    <a:pt x="2521" y="9610"/>
                  </a:lnTo>
                  <a:lnTo>
                    <a:pt x="819" y="8507"/>
                  </a:lnTo>
                  <a:lnTo>
                    <a:pt x="819" y="5640"/>
                  </a:lnTo>
                  <a:lnTo>
                    <a:pt x="2521" y="4506"/>
                  </a:lnTo>
                  <a:close/>
                  <a:moveTo>
                    <a:pt x="11562" y="4537"/>
                  </a:moveTo>
                  <a:lnTo>
                    <a:pt x="13264" y="5640"/>
                  </a:lnTo>
                  <a:lnTo>
                    <a:pt x="13264" y="8507"/>
                  </a:lnTo>
                  <a:lnTo>
                    <a:pt x="11562" y="9610"/>
                  </a:lnTo>
                  <a:lnTo>
                    <a:pt x="11562" y="4537"/>
                  </a:lnTo>
                  <a:close/>
                  <a:moveTo>
                    <a:pt x="3308" y="9673"/>
                  </a:moveTo>
                  <a:cubicBezTo>
                    <a:pt x="3623" y="10114"/>
                    <a:pt x="3970" y="10460"/>
                    <a:pt x="4411" y="10775"/>
                  </a:cubicBezTo>
                  <a:lnTo>
                    <a:pt x="3686" y="10775"/>
                  </a:lnTo>
                  <a:cubicBezTo>
                    <a:pt x="3466" y="10775"/>
                    <a:pt x="3245" y="10586"/>
                    <a:pt x="3245" y="10366"/>
                  </a:cubicBezTo>
                  <a:lnTo>
                    <a:pt x="3245" y="9673"/>
                  </a:lnTo>
                  <a:close/>
                  <a:moveTo>
                    <a:pt x="7026" y="3340"/>
                  </a:moveTo>
                  <a:cubicBezTo>
                    <a:pt x="9074" y="3340"/>
                    <a:pt x="10743" y="4978"/>
                    <a:pt x="10743" y="7089"/>
                  </a:cubicBezTo>
                  <a:cubicBezTo>
                    <a:pt x="10743" y="9137"/>
                    <a:pt x="9074" y="10775"/>
                    <a:pt x="7026" y="10775"/>
                  </a:cubicBezTo>
                  <a:cubicBezTo>
                    <a:pt x="5009" y="10775"/>
                    <a:pt x="3308" y="9137"/>
                    <a:pt x="3308" y="7089"/>
                  </a:cubicBezTo>
                  <a:cubicBezTo>
                    <a:pt x="3308" y="5041"/>
                    <a:pt x="4946" y="3340"/>
                    <a:pt x="7026" y="3340"/>
                  </a:cubicBezTo>
                  <a:close/>
                  <a:moveTo>
                    <a:pt x="10743" y="9673"/>
                  </a:moveTo>
                  <a:lnTo>
                    <a:pt x="10743" y="10397"/>
                  </a:lnTo>
                  <a:cubicBezTo>
                    <a:pt x="10743" y="10618"/>
                    <a:pt x="10586" y="10775"/>
                    <a:pt x="10334" y="10775"/>
                  </a:cubicBezTo>
                  <a:lnTo>
                    <a:pt x="9641" y="10775"/>
                  </a:lnTo>
                  <a:cubicBezTo>
                    <a:pt x="10082" y="10460"/>
                    <a:pt x="10428" y="10114"/>
                    <a:pt x="10743" y="9673"/>
                  </a:cubicBezTo>
                  <a:close/>
                  <a:moveTo>
                    <a:pt x="9578" y="11594"/>
                  </a:moveTo>
                  <a:lnTo>
                    <a:pt x="8443" y="13296"/>
                  </a:lnTo>
                  <a:lnTo>
                    <a:pt x="5577" y="13296"/>
                  </a:lnTo>
                  <a:lnTo>
                    <a:pt x="4474" y="11594"/>
                  </a:lnTo>
                  <a:close/>
                  <a:moveTo>
                    <a:pt x="5419" y="1"/>
                  </a:moveTo>
                  <a:cubicBezTo>
                    <a:pt x="5261" y="1"/>
                    <a:pt x="5167" y="64"/>
                    <a:pt x="5072" y="190"/>
                  </a:cubicBezTo>
                  <a:lnTo>
                    <a:pt x="3529" y="2553"/>
                  </a:lnTo>
                  <a:cubicBezTo>
                    <a:pt x="3025" y="2616"/>
                    <a:pt x="2678" y="3025"/>
                    <a:pt x="2552" y="3529"/>
                  </a:cubicBezTo>
                  <a:lnTo>
                    <a:pt x="189" y="5073"/>
                  </a:lnTo>
                  <a:cubicBezTo>
                    <a:pt x="63" y="5136"/>
                    <a:pt x="0" y="5262"/>
                    <a:pt x="0" y="5419"/>
                  </a:cubicBezTo>
                  <a:lnTo>
                    <a:pt x="0" y="8727"/>
                  </a:lnTo>
                  <a:cubicBezTo>
                    <a:pt x="0" y="8853"/>
                    <a:pt x="63" y="9011"/>
                    <a:pt x="189" y="9105"/>
                  </a:cubicBezTo>
                  <a:lnTo>
                    <a:pt x="2552" y="10618"/>
                  </a:lnTo>
                  <a:cubicBezTo>
                    <a:pt x="2647" y="11153"/>
                    <a:pt x="3025" y="11500"/>
                    <a:pt x="3529" y="11626"/>
                  </a:cubicBezTo>
                  <a:lnTo>
                    <a:pt x="5072" y="13989"/>
                  </a:lnTo>
                  <a:cubicBezTo>
                    <a:pt x="5167" y="14083"/>
                    <a:pt x="5261" y="14178"/>
                    <a:pt x="5419" y="14178"/>
                  </a:cubicBezTo>
                  <a:lnTo>
                    <a:pt x="8727" y="14178"/>
                  </a:lnTo>
                  <a:cubicBezTo>
                    <a:pt x="8885" y="14178"/>
                    <a:pt x="9011" y="14083"/>
                    <a:pt x="9105" y="13989"/>
                  </a:cubicBezTo>
                  <a:lnTo>
                    <a:pt x="10617" y="11626"/>
                  </a:lnTo>
                  <a:cubicBezTo>
                    <a:pt x="11153" y="11531"/>
                    <a:pt x="11499" y="11153"/>
                    <a:pt x="11626" y="10618"/>
                  </a:cubicBezTo>
                  <a:lnTo>
                    <a:pt x="13988" y="9105"/>
                  </a:lnTo>
                  <a:cubicBezTo>
                    <a:pt x="14083" y="9011"/>
                    <a:pt x="14177" y="8885"/>
                    <a:pt x="14177" y="8727"/>
                  </a:cubicBezTo>
                  <a:lnTo>
                    <a:pt x="14177" y="5419"/>
                  </a:lnTo>
                  <a:cubicBezTo>
                    <a:pt x="14177" y="5262"/>
                    <a:pt x="14083" y="5167"/>
                    <a:pt x="13988" y="5073"/>
                  </a:cubicBezTo>
                  <a:lnTo>
                    <a:pt x="11626" y="3529"/>
                  </a:lnTo>
                  <a:cubicBezTo>
                    <a:pt x="11531" y="3025"/>
                    <a:pt x="11153" y="2679"/>
                    <a:pt x="10617" y="2553"/>
                  </a:cubicBezTo>
                  <a:lnTo>
                    <a:pt x="9105" y="190"/>
                  </a:lnTo>
                  <a:cubicBezTo>
                    <a:pt x="9011" y="64"/>
                    <a:pt x="8885" y="1"/>
                    <a:pt x="87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141"/>
            <p:cNvSpPr/>
            <p:nvPr/>
          </p:nvSpPr>
          <p:spPr>
            <a:xfrm>
              <a:off x="-12096075" y="2200225"/>
              <a:ext cx="144950" cy="144950"/>
            </a:xfrm>
            <a:custGeom>
              <a:avLst/>
              <a:gdLst/>
              <a:ahLst/>
              <a:cxnLst/>
              <a:rect l="l" t="t" r="r" b="b"/>
              <a:pathLst>
                <a:path w="5798" h="5798" extrusionOk="0">
                  <a:moveTo>
                    <a:pt x="2899" y="851"/>
                  </a:moveTo>
                  <a:cubicBezTo>
                    <a:pt x="4064" y="851"/>
                    <a:pt x="5010" y="1796"/>
                    <a:pt x="5010" y="2930"/>
                  </a:cubicBezTo>
                  <a:cubicBezTo>
                    <a:pt x="5010" y="4064"/>
                    <a:pt x="4064" y="5010"/>
                    <a:pt x="2899" y="5010"/>
                  </a:cubicBezTo>
                  <a:cubicBezTo>
                    <a:pt x="1765" y="5010"/>
                    <a:pt x="819" y="4064"/>
                    <a:pt x="819" y="2930"/>
                  </a:cubicBezTo>
                  <a:cubicBezTo>
                    <a:pt x="819" y="1796"/>
                    <a:pt x="1765" y="851"/>
                    <a:pt x="2899" y="851"/>
                  </a:cubicBezTo>
                  <a:close/>
                  <a:moveTo>
                    <a:pt x="2899" y="0"/>
                  </a:moveTo>
                  <a:cubicBezTo>
                    <a:pt x="1292" y="0"/>
                    <a:pt x="0" y="1323"/>
                    <a:pt x="0" y="2930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4537" y="5797"/>
                    <a:pt x="5797" y="4505"/>
                    <a:pt x="5797" y="2930"/>
                  </a:cubicBezTo>
                  <a:cubicBezTo>
                    <a:pt x="5797" y="1323"/>
                    <a:pt x="4474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11" name="Google Shape;13511;p141"/>
          <p:cNvGrpSpPr/>
          <p:nvPr/>
        </p:nvGrpSpPr>
        <p:grpSpPr>
          <a:xfrm>
            <a:off x="6667277" y="2119708"/>
            <a:ext cx="340034" cy="341579"/>
            <a:chOff x="-12199250" y="2530225"/>
            <a:chExt cx="352075" cy="353675"/>
          </a:xfrm>
        </p:grpSpPr>
        <p:sp>
          <p:nvSpPr>
            <p:cNvPr id="13512" name="Google Shape;13512;p141"/>
            <p:cNvSpPr/>
            <p:nvPr/>
          </p:nvSpPr>
          <p:spPr>
            <a:xfrm>
              <a:off x="-12055900" y="253022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92" y="883"/>
                  </a:moveTo>
                  <a:cubicBezTo>
                    <a:pt x="1512" y="883"/>
                    <a:pt x="1733" y="1072"/>
                    <a:pt x="1733" y="1292"/>
                  </a:cubicBezTo>
                  <a:cubicBezTo>
                    <a:pt x="1701" y="1513"/>
                    <a:pt x="1544" y="1702"/>
                    <a:pt x="1292" y="1702"/>
                  </a:cubicBezTo>
                  <a:cubicBezTo>
                    <a:pt x="1071" y="1702"/>
                    <a:pt x="914" y="1513"/>
                    <a:pt x="914" y="1292"/>
                  </a:cubicBezTo>
                  <a:cubicBezTo>
                    <a:pt x="914" y="1072"/>
                    <a:pt x="1103" y="883"/>
                    <a:pt x="1292" y="883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923"/>
                    <a:pt x="567" y="2490"/>
                    <a:pt x="1260" y="2490"/>
                  </a:cubicBezTo>
                  <a:cubicBezTo>
                    <a:pt x="1985" y="2490"/>
                    <a:pt x="2520" y="1923"/>
                    <a:pt x="2520" y="1261"/>
                  </a:cubicBezTo>
                  <a:cubicBezTo>
                    <a:pt x="2520" y="599"/>
                    <a:pt x="1985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141"/>
            <p:cNvSpPr/>
            <p:nvPr/>
          </p:nvSpPr>
          <p:spPr>
            <a:xfrm>
              <a:off x="-12116550" y="2592450"/>
              <a:ext cx="185900" cy="291450"/>
            </a:xfrm>
            <a:custGeom>
              <a:avLst/>
              <a:gdLst/>
              <a:ahLst/>
              <a:cxnLst/>
              <a:rect l="l" t="t" r="r" b="b"/>
              <a:pathLst>
                <a:path w="7436" h="11658" extrusionOk="0">
                  <a:moveTo>
                    <a:pt x="5135" y="851"/>
                  </a:moveTo>
                  <a:cubicBezTo>
                    <a:pt x="5388" y="1324"/>
                    <a:pt x="5419" y="1891"/>
                    <a:pt x="5230" y="2395"/>
                  </a:cubicBezTo>
                  <a:lnTo>
                    <a:pt x="3938" y="1765"/>
                  </a:lnTo>
                  <a:cubicBezTo>
                    <a:pt x="3875" y="1749"/>
                    <a:pt x="3812" y="1741"/>
                    <a:pt x="3749" y="1741"/>
                  </a:cubicBezTo>
                  <a:cubicBezTo>
                    <a:pt x="3686" y="1741"/>
                    <a:pt x="3623" y="1749"/>
                    <a:pt x="3560" y="1765"/>
                  </a:cubicBezTo>
                  <a:lnTo>
                    <a:pt x="2269" y="2395"/>
                  </a:lnTo>
                  <a:cubicBezTo>
                    <a:pt x="2048" y="1891"/>
                    <a:pt x="2080" y="1324"/>
                    <a:pt x="2300" y="851"/>
                  </a:cubicBezTo>
                  <a:close/>
                  <a:moveTo>
                    <a:pt x="4159" y="2742"/>
                  </a:moveTo>
                  <a:lnTo>
                    <a:pt x="4946" y="3151"/>
                  </a:lnTo>
                  <a:lnTo>
                    <a:pt x="4253" y="7530"/>
                  </a:lnTo>
                  <a:lnTo>
                    <a:pt x="3308" y="7530"/>
                  </a:lnTo>
                  <a:lnTo>
                    <a:pt x="2552" y="3151"/>
                  </a:lnTo>
                  <a:lnTo>
                    <a:pt x="3340" y="2742"/>
                  </a:lnTo>
                  <a:lnTo>
                    <a:pt x="3340" y="4569"/>
                  </a:lnTo>
                  <a:cubicBezTo>
                    <a:pt x="3340" y="4789"/>
                    <a:pt x="3529" y="5010"/>
                    <a:pt x="3718" y="5010"/>
                  </a:cubicBezTo>
                  <a:cubicBezTo>
                    <a:pt x="3970" y="5010"/>
                    <a:pt x="4159" y="4789"/>
                    <a:pt x="4159" y="4569"/>
                  </a:cubicBezTo>
                  <a:lnTo>
                    <a:pt x="4159" y="2742"/>
                  </a:lnTo>
                  <a:close/>
                  <a:moveTo>
                    <a:pt x="5388" y="8318"/>
                  </a:moveTo>
                  <a:cubicBezTo>
                    <a:pt x="5608" y="8318"/>
                    <a:pt x="5766" y="8507"/>
                    <a:pt x="5766" y="8727"/>
                  </a:cubicBezTo>
                  <a:lnTo>
                    <a:pt x="5766" y="9169"/>
                  </a:lnTo>
                  <a:lnTo>
                    <a:pt x="1638" y="9169"/>
                  </a:lnTo>
                  <a:lnTo>
                    <a:pt x="1638" y="8727"/>
                  </a:lnTo>
                  <a:cubicBezTo>
                    <a:pt x="1638" y="8507"/>
                    <a:pt x="1827" y="8318"/>
                    <a:pt x="2080" y="8318"/>
                  </a:cubicBezTo>
                  <a:close/>
                  <a:moveTo>
                    <a:pt x="6207" y="9956"/>
                  </a:moveTo>
                  <a:cubicBezTo>
                    <a:pt x="6459" y="9956"/>
                    <a:pt x="6616" y="10145"/>
                    <a:pt x="6616" y="10397"/>
                  </a:cubicBezTo>
                  <a:lnTo>
                    <a:pt x="6616" y="10838"/>
                  </a:lnTo>
                  <a:lnTo>
                    <a:pt x="819" y="10838"/>
                  </a:lnTo>
                  <a:lnTo>
                    <a:pt x="819" y="10397"/>
                  </a:lnTo>
                  <a:cubicBezTo>
                    <a:pt x="819" y="10145"/>
                    <a:pt x="1008" y="9956"/>
                    <a:pt x="1260" y="9956"/>
                  </a:cubicBezTo>
                  <a:close/>
                  <a:moveTo>
                    <a:pt x="2080" y="1"/>
                  </a:moveTo>
                  <a:cubicBezTo>
                    <a:pt x="1922" y="1"/>
                    <a:pt x="1796" y="64"/>
                    <a:pt x="1733" y="190"/>
                  </a:cubicBezTo>
                  <a:cubicBezTo>
                    <a:pt x="1134" y="1040"/>
                    <a:pt x="1134" y="2143"/>
                    <a:pt x="1670" y="3057"/>
                  </a:cubicBezTo>
                  <a:lnTo>
                    <a:pt x="2426" y="7530"/>
                  </a:lnTo>
                  <a:lnTo>
                    <a:pt x="2080" y="7530"/>
                  </a:lnTo>
                  <a:cubicBezTo>
                    <a:pt x="1418" y="7530"/>
                    <a:pt x="819" y="8066"/>
                    <a:pt x="819" y="8759"/>
                  </a:cubicBezTo>
                  <a:lnTo>
                    <a:pt x="819" y="9232"/>
                  </a:lnTo>
                  <a:cubicBezTo>
                    <a:pt x="347" y="9389"/>
                    <a:pt x="0" y="9862"/>
                    <a:pt x="0" y="10429"/>
                  </a:cubicBezTo>
                  <a:lnTo>
                    <a:pt x="0" y="11248"/>
                  </a:lnTo>
                  <a:cubicBezTo>
                    <a:pt x="0" y="11500"/>
                    <a:pt x="189" y="11657"/>
                    <a:pt x="378" y="11657"/>
                  </a:cubicBezTo>
                  <a:lnTo>
                    <a:pt x="6994" y="11657"/>
                  </a:lnTo>
                  <a:cubicBezTo>
                    <a:pt x="7246" y="11657"/>
                    <a:pt x="7435" y="11437"/>
                    <a:pt x="7435" y="11248"/>
                  </a:cubicBezTo>
                  <a:lnTo>
                    <a:pt x="7435" y="10429"/>
                  </a:lnTo>
                  <a:cubicBezTo>
                    <a:pt x="7435" y="9862"/>
                    <a:pt x="7089" y="9452"/>
                    <a:pt x="6616" y="9232"/>
                  </a:cubicBezTo>
                  <a:lnTo>
                    <a:pt x="6616" y="8759"/>
                  </a:lnTo>
                  <a:cubicBezTo>
                    <a:pt x="6616" y="8066"/>
                    <a:pt x="6049" y="7530"/>
                    <a:pt x="5388" y="7530"/>
                  </a:cubicBezTo>
                  <a:lnTo>
                    <a:pt x="5041" y="7530"/>
                  </a:lnTo>
                  <a:lnTo>
                    <a:pt x="5766" y="3057"/>
                  </a:lnTo>
                  <a:cubicBezTo>
                    <a:pt x="6333" y="2206"/>
                    <a:pt x="6301" y="1072"/>
                    <a:pt x="5734" y="190"/>
                  </a:cubicBezTo>
                  <a:cubicBezTo>
                    <a:pt x="5671" y="64"/>
                    <a:pt x="5545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141"/>
            <p:cNvSpPr/>
            <p:nvPr/>
          </p:nvSpPr>
          <p:spPr>
            <a:xfrm>
              <a:off x="-11950375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17" y="1324"/>
                  </a:moveTo>
                  <a:lnTo>
                    <a:pt x="2206" y="1671"/>
                  </a:lnTo>
                  <a:cubicBezTo>
                    <a:pt x="2238" y="1734"/>
                    <a:pt x="2332" y="1828"/>
                    <a:pt x="2395" y="1860"/>
                  </a:cubicBezTo>
                  <a:lnTo>
                    <a:pt x="2742" y="2049"/>
                  </a:lnTo>
                  <a:lnTo>
                    <a:pt x="2395" y="2269"/>
                  </a:lnTo>
                  <a:cubicBezTo>
                    <a:pt x="2332" y="2301"/>
                    <a:pt x="2238" y="2364"/>
                    <a:pt x="2206" y="2458"/>
                  </a:cubicBezTo>
                  <a:lnTo>
                    <a:pt x="2017" y="2805"/>
                  </a:lnTo>
                  <a:lnTo>
                    <a:pt x="1797" y="2458"/>
                  </a:lnTo>
                  <a:cubicBezTo>
                    <a:pt x="1765" y="2364"/>
                    <a:pt x="1702" y="2301"/>
                    <a:pt x="1607" y="2269"/>
                  </a:cubicBezTo>
                  <a:lnTo>
                    <a:pt x="1261" y="2049"/>
                  </a:lnTo>
                  <a:lnTo>
                    <a:pt x="1607" y="1860"/>
                  </a:lnTo>
                  <a:cubicBezTo>
                    <a:pt x="1702" y="1828"/>
                    <a:pt x="1765" y="1734"/>
                    <a:pt x="1797" y="1671"/>
                  </a:cubicBezTo>
                  <a:lnTo>
                    <a:pt x="2017" y="1324"/>
                  </a:lnTo>
                  <a:close/>
                  <a:moveTo>
                    <a:pt x="2049" y="1"/>
                  </a:moveTo>
                  <a:cubicBezTo>
                    <a:pt x="1891" y="1"/>
                    <a:pt x="1734" y="95"/>
                    <a:pt x="1702" y="253"/>
                  </a:cubicBezTo>
                  <a:lnTo>
                    <a:pt x="1229" y="1230"/>
                  </a:lnTo>
                  <a:lnTo>
                    <a:pt x="221" y="1702"/>
                  </a:lnTo>
                  <a:cubicBezTo>
                    <a:pt x="64" y="1797"/>
                    <a:pt x="1" y="1891"/>
                    <a:pt x="1" y="2049"/>
                  </a:cubicBezTo>
                  <a:cubicBezTo>
                    <a:pt x="1" y="2206"/>
                    <a:pt x="64" y="2364"/>
                    <a:pt x="221" y="2427"/>
                  </a:cubicBezTo>
                  <a:lnTo>
                    <a:pt x="1229" y="2899"/>
                  </a:lnTo>
                  <a:lnTo>
                    <a:pt x="1702" y="3876"/>
                  </a:lnTo>
                  <a:cubicBezTo>
                    <a:pt x="1765" y="4034"/>
                    <a:pt x="1891" y="4097"/>
                    <a:pt x="2049" y="4097"/>
                  </a:cubicBezTo>
                  <a:cubicBezTo>
                    <a:pt x="2206" y="4097"/>
                    <a:pt x="2364" y="4034"/>
                    <a:pt x="2395" y="3876"/>
                  </a:cubicBezTo>
                  <a:lnTo>
                    <a:pt x="2868" y="2899"/>
                  </a:lnTo>
                  <a:lnTo>
                    <a:pt x="3907" y="2427"/>
                  </a:lnTo>
                  <a:cubicBezTo>
                    <a:pt x="4065" y="2332"/>
                    <a:pt x="4128" y="2206"/>
                    <a:pt x="4128" y="2049"/>
                  </a:cubicBezTo>
                  <a:cubicBezTo>
                    <a:pt x="4128" y="1891"/>
                    <a:pt x="4065" y="1734"/>
                    <a:pt x="3907" y="1702"/>
                  </a:cubicBezTo>
                  <a:lnTo>
                    <a:pt x="2868" y="1230"/>
                  </a:lnTo>
                  <a:lnTo>
                    <a:pt x="2395" y="253"/>
                  </a:lnTo>
                  <a:cubicBezTo>
                    <a:pt x="2332" y="95"/>
                    <a:pt x="2206" y="1"/>
                    <a:pt x="2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141"/>
            <p:cNvSpPr/>
            <p:nvPr/>
          </p:nvSpPr>
          <p:spPr>
            <a:xfrm>
              <a:off x="-12199250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48" y="1324"/>
                  </a:moveTo>
                  <a:lnTo>
                    <a:pt x="2237" y="1671"/>
                  </a:lnTo>
                  <a:cubicBezTo>
                    <a:pt x="2269" y="1734"/>
                    <a:pt x="2363" y="1828"/>
                    <a:pt x="2426" y="1860"/>
                  </a:cubicBezTo>
                  <a:lnTo>
                    <a:pt x="2804" y="2049"/>
                  </a:lnTo>
                  <a:lnTo>
                    <a:pt x="2426" y="2269"/>
                  </a:lnTo>
                  <a:cubicBezTo>
                    <a:pt x="2363" y="2301"/>
                    <a:pt x="2269" y="2364"/>
                    <a:pt x="2237" y="2458"/>
                  </a:cubicBezTo>
                  <a:lnTo>
                    <a:pt x="2048" y="2805"/>
                  </a:lnTo>
                  <a:lnTo>
                    <a:pt x="1859" y="2458"/>
                  </a:lnTo>
                  <a:cubicBezTo>
                    <a:pt x="1796" y="2364"/>
                    <a:pt x="1733" y="2301"/>
                    <a:pt x="1638" y="2269"/>
                  </a:cubicBezTo>
                  <a:lnTo>
                    <a:pt x="1292" y="2049"/>
                  </a:lnTo>
                  <a:lnTo>
                    <a:pt x="1638" y="1860"/>
                  </a:lnTo>
                  <a:cubicBezTo>
                    <a:pt x="1733" y="1828"/>
                    <a:pt x="1796" y="1734"/>
                    <a:pt x="1859" y="1671"/>
                  </a:cubicBezTo>
                  <a:lnTo>
                    <a:pt x="2048" y="1324"/>
                  </a:lnTo>
                  <a:close/>
                  <a:moveTo>
                    <a:pt x="2079" y="1"/>
                  </a:moveTo>
                  <a:cubicBezTo>
                    <a:pt x="1922" y="1"/>
                    <a:pt x="1764" y="95"/>
                    <a:pt x="1733" y="253"/>
                  </a:cubicBezTo>
                  <a:lnTo>
                    <a:pt x="1260" y="1230"/>
                  </a:lnTo>
                  <a:lnTo>
                    <a:pt x="221" y="1702"/>
                  </a:lnTo>
                  <a:cubicBezTo>
                    <a:pt x="63" y="1797"/>
                    <a:pt x="0" y="1891"/>
                    <a:pt x="0" y="2049"/>
                  </a:cubicBezTo>
                  <a:cubicBezTo>
                    <a:pt x="0" y="2206"/>
                    <a:pt x="63" y="2364"/>
                    <a:pt x="221" y="2427"/>
                  </a:cubicBezTo>
                  <a:lnTo>
                    <a:pt x="1260" y="2899"/>
                  </a:lnTo>
                  <a:lnTo>
                    <a:pt x="1733" y="3876"/>
                  </a:lnTo>
                  <a:cubicBezTo>
                    <a:pt x="1796" y="4034"/>
                    <a:pt x="1922" y="4097"/>
                    <a:pt x="2079" y="4097"/>
                  </a:cubicBezTo>
                  <a:cubicBezTo>
                    <a:pt x="2237" y="4097"/>
                    <a:pt x="2395" y="4034"/>
                    <a:pt x="2426" y="3876"/>
                  </a:cubicBezTo>
                  <a:lnTo>
                    <a:pt x="2899" y="2899"/>
                  </a:lnTo>
                  <a:lnTo>
                    <a:pt x="3907" y="2427"/>
                  </a:lnTo>
                  <a:cubicBezTo>
                    <a:pt x="4033" y="2364"/>
                    <a:pt x="4127" y="2206"/>
                    <a:pt x="4127" y="2049"/>
                  </a:cubicBezTo>
                  <a:cubicBezTo>
                    <a:pt x="4127" y="1891"/>
                    <a:pt x="4033" y="1734"/>
                    <a:pt x="3907" y="1702"/>
                  </a:cubicBezTo>
                  <a:lnTo>
                    <a:pt x="2899" y="1230"/>
                  </a:lnTo>
                  <a:lnTo>
                    <a:pt x="2426" y="253"/>
                  </a:lnTo>
                  <a:cubicBezTo>
                    <a:pt x="2363" y="95"/>
                    <a:pt x="2237" y="1"/>
                    <a:pt x="20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16" name="Google Shape;13516;p141"/>
          <p:cNvSpPr/>
          <p:nvPr/>
        </p:nvSpPr>
        <p:spPr>
          <a:xfrm>
            <a:off x="4871163" y="2550438"/>
            <a:ext cx="341579" cy="341772"/>
          </a:xfrm>
          <a:custGeom>
            <a:avLst/>
            <a:gdLst/>
            <a:ahLst/>
            <a:cxnLst/>
            <a:rect l="l" t="t" r="r" b="b"/>
            <a:pathLst>
              <a:path w="14147" h="14155" extrusionOk="0">
                <a:moveTo>
                  <a:pt x="7058" y="891"/>
                </a:moveTo>
                <a:lnTo>
                  <a:pt x="11311" y="3285"/>
                </a:lnTo>
                <a:lnTo>
                  <a:pt x="2805" y="3285"/>
                </a:lnTo>
                <a:lnTo>
                  <a:pt x="7058" y="891"/>
                </a:lnTo>
                <a:close/>
                <a:moveTo>
                  <a:pt x="12886" y="4136"/>
                </a:moveTo>
                <a:cubicBezTo>
                  <a:pt x="13107" y="4136"/>
                  <a:pt x="13264" y="4325"/>
                  <a:pt x="13264" y="4545"/>
                </a:cubicBezTo>
                <a:lnTo>
                  <a:pt x="13264" y="4986"/>
                </a:lnTo>
                <a:lnTo>
                  <a:pt x="851" y="4986"/>
                </a:lnTo>
                <a:lnTo>
                  <a:pt x="851" y="4545"/>
                </a:lnTo>
                <a:cubicBezTo>
                  <a:pt x="851" y="4325"/>
                  <a:pt x="1040" y="4136"/>
                  <a:pt x="1261" y="4136"/>
                </a:cubicBezTo>
                <a:close/>
                <a:moveTo>
                  <a:pt x="3309" y="5806"/>
                </a:moveTo>
                <a:lnTo>
                  <a:pt x="3309" y="9996"/>
                </a:lnTo>
                <a:lnTo>
                  <a:pt x="2490" y="9996"/>
                </a:lnTo>
                <a:lnTo>
                  <a:pt x="2490" y="5806"/>
                </a:lnTo>
                <a:close/>
                <a:moveTo>
                  <a:pt x="5798" y="5806"/>
                </a:moveTo>
                <a:lnTo>
                  <a:pt x="5798" y="9996"/>
                </a:lnTo>
                <a:lnTo>
                  <a:pt x="4128" y="9996"/>
                </a:lnTo>
                <a:lnTo>
                  <a:pt x="4128" y="5806"/>
                </a:lnTo>
                <a:close/>
                <a:moveTo>
                  <a:pt x="7499" y="5806"/>
                </a:moveTo>
                <a:lnTo>
                  <a:pt x="7499" y="9996"/>
                </a:lnTo>
                <a:lnTo>
                  <a:pt x="6617" y="9996"/>
                </a:lnTo>
                <a:lnTo>
                  <a:pt x="6617" y="5806"/>
                </a:lnTo>
                <a:close/>
                <a:moveTo>
                  <a:pt x="9956" y="5806"/>
                </a:moveTo>
                <a:lnTo>
                  <a:pt x="9956" y="9996"/>
                </a:lnTo>
                <a:lnTo>
                  <a:pt x="8286" y="9996"/>
                </a:lnTo>
                <a:lnTo>
                  <a:pt x="8286" y="5806"/>
                </a:lnTo>
                <a:close/>
                <a:moveTo>
                  <a:pt x="11626" y="5806"/>
                </a:moveTo>
                <a:lnTo>
                  <a:pt x="11626" y="9996"/>
                </a:lnTo>
                <a:lnTo>
                  <a:pt x="10807" y="9996"/>
                </a:lnTo>
                <a:lnTo>
                  <a:pt x="10807" y="5806"/>
                </a:lnTo>
                <a:close/>
                <a:moveTo>
                  <a:pt x="12004" y="10815"/>
                </a:moveTo>
                <a:cubicBezTo>
                  <a:pt x="12256" y="10815"/>
                  <a:pt x="12445" y="11004"/>
                  <a:pt x="12445" y="11256"/>
                </a:cubicBezTo>
                <a:lnTo>
                  <a:pt x="12445" y="11634"/>
                </a:lnTo>
                <a:lnTo>
                  <a:pt x="1670" y="11634"/>
                </a:lnTo>
                <a:lnTo>
                  <a:pt x="1670" y="11256"/>
                </a:lnTo>
                <a:cubicBezTo>
                  <a:pt x="1670" y="11004"/>
                  <a:pt x="1859" y="10815"/>
                  <a:pt x="2048" y="10815"/>
                </a:cubicBezTo>
                <a:close/>
                <a:moveTo>
                  <a:pt x="12886" y="12422"/>
                </a:moveTo>
                <a:cubicBezTo>
                  <a:pt x="13107" y="12422"/>
                  <a:pt x="13264" y="12642"/>
                  <a:pt x="13264" y="12863"/>
                </a:cubicBezTo>
                <a:lnTo>
                  <a:pt x="13264" y="13304"/>
                </a:lnTo>
                <a:lnTo>
                  <a:pt x="851" y="13304"/>
                </a:lnTo>
                <a:lnTo>
                  <a:pt x="851" y="12863"/>
                </a:lnTo>
                <a:cubicBezTo>
                  <a:pt x="851" y="12642"/>
                  <a:pt x="1040" y="12422"/>
                  <a:pt x="1261" y="12422"/>
                </a:cubicBezTo>
                <a:close/>
                <a:moveTo>
                  <a:pt x="7058" y="1"/>
                </a:moveTo>
                <a:cubicBezTo>
                  <a:pt x="6987" y="1"/>
                  <a:pt x="6916" y="24"/>
                  <a:pt x="6869" y="72"/>
                </a:cubicBezTo>
                <a:lnTo>
                  <a:pt x="1103" y="3348"/>
                </a:lnTo>
                <a:cubicBezTo>
                  <a:pt x="473" y="3411"/>
                  <a:pt x="1" y="3915"/>
                  <a:pt x="1" y="4545"/>
                </a:cubicBezTo>
                <a:lnTo>
                  <a:pt x="1" y="5365"/>
                </a:lnTo>
                <a:cubicBezTo>
                  <a:pt x="1" y="5617"/>
                  <a:pt x="221" y="5806"/>
                  <a:pt x="442" y="5806"/>
                </a:cubicBezTo>
                <a:lnTo>
                  <a:pt x="1702" y="5806"/>
                </a:lnTo>
                <a:lnTo>
                  <a:pt x="1702" y="10059"/>
                </a:lnTo>
                <a:cubicBezTo>
                  <a:pt x="1229" y="10216"/>
                  <a:pt x="883" y="10689"/>
                  <a:pt x="883" y="11256"/>
                </a:cubicBezTo>
                <a:lnTo>
                  <a:pt x="883" y="11729"/>
                </a:lnTo>
                <a:cubicBezTo>
                  <a:pt x="410" y="11886"/>
                  <a:pt x="64" y="12359"/>
                  <a:pt x="64" y="12894"/>
                </a:cubicBezTo>
                <a:lnTo>
                  <a:pt x="64" y="13713"/>
                </a:lnTo>
                <a:cubicBezTo>
                  <a:pt x="64" y="13965"/>
                  <a:pt x="253" y="14154"/>
                  <a:pt x="473" y="14154"/>
                </a:cubicBezTo>
                <a:lnTo>
                  <a:pt x="13768" y="14154"/>
                </a:lnTo>
                <a:cubicBezTo>
                  <a:pt x="13989" y="14154"/>
                  <a:pt x="14146" y="13965"/>
                  <a:pt x="14146" y="13713"/>
                </a:cubicBezTo>
                <a:lnTo>
                  <a:pt x="14146" y="12894"/>
                </a:lnTo>
                <a:cubicBezTo>
                  <a:pt x="14146" y="12359"/>
                  <a:pt x="13800" y="11918"/>
                  <a:pt x="13327" y="11729"/>
                </a:cubicBezTo>
                <a:lnTo>
                  <a:pt x="13327" y="11256"/>
                </a:lnTo>
                <a:cubicBezTo>
                  <a:pt x="13327" y="10689"/>
                  <a:pt x="12981" y="10248"/>
                  <a:pt x="12508" y="10059"/>
                </a:cubicBezTo>
                <a:lnTo>
                  <a:pt x="12508" y="5806"/>
                </a:lnTo>
                <a:lnTo>
                  <a:pt x="13768" y="5806"/>
                </a:lnTo>
                <a:cubicBezTo>
                  <a:pt x="13989" y="5806"/>
                  <a:pt x="14146" y="5617"/>
                  <a:pt x="14146" y="5396"/>
                </a:cubicBezTo>
                <a:lnTo>
                  <a:pt x="14146" y="4545"/>
                </a:lnTo>
                <a:cubicBezTo>
                  <a:pt x="14115" y="3915"/>
                  <a:pt x="13642" y="3380"/>
                  <a:pt x="13012" y="3348"/>
                </a:cubicBezTo>
                <a:lnTo>
                  <a:pt x="7247" y="72"/>
                </a:lnTo>
                <a:cubicBezTo>
                  <a:pt x="7200" y="24"/>
                  <a:pt x="7129" y="1"/>
                  <a:pt x="705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17" name="Google Shape;13517;p141"/>
          <p:cNvGrpSpPr/>
          <p:nvPr/>
        </p:nvGrpSpPr>
        <p:grpSpPr>
          <a:xfrm>
            <a:off x="4870788" y="2959488"/>
            <a:ext cx="342328" cy="339310"/>
            <a:chOff x="-10462550" y="2057650"/>
            <a:chExt cx="354450" cy="351325"/>
          </a:xfrm>
        </p:grpSpPr>
        <p:sp>
          <p:nvSpPr>
            <p:cNvPr id="13518" name="Google Shape;13518;p141"/>
            <p:cNvSpPr/>
            <p:nvPr/>
          </p:nvSpPr>
          <p:spPr>
            <a:xfrm>
              <a:off x="-10462550" y="2057650"/>
              <a:ext cx="354450" cy="351325"/>
            </a:xfrm>
            <a:custGeom>
              <a:avLst/>
              <a:gdLst/>
              <a:ahLst/>
              <a:cxnLst/>
              <a:rect l="l" t="t" r="r" b="b"/>
              <a:pathLst>
                <a:path w="14178" h="14053" extrusionOk="0">
                  <a:moveTo>
                    <a:pt x="7121" y="788"/>
                  </a:moveTo>
                  <a:cubicBezTo>
                    <a:pt x="7341" y="788"/>
                    <a:pt x="7499" y="978"/>
                    <a:pt x="7499" y="1198"/>
                  </a:cubicBezTo>
                  <a:cubicBezTo>
                    <a:pt x="7499" y="1419"/>
                    <a:pt x="7310" y="1608"/>
                    <a:pt x="7121" y="1608"/>
                  </a:cubicBezTo>
                  <a:cubicBezTo>
                    <a:pt x="6932" y="1608"/>
                    <a:pt x="6680" y="1419"/>
                    <a:pt x="6680" y="1198"/>
                  </a:cubicBezTo>
                  <a:cubicBezTo>
                    <a:pt x="6711" y="946"/>
                    <a:pt x="6869" y="788"/>
                    <a:pt x="7121" y="788"/>
                  </a:cubicBezTo>
                  <a:close/>
                  <a:moveTo>
                    <a:pt x="7467" y="2364"/>
                  </a:moveTo>
                  <a:lnTo>
                    <a:pt x="8790" y="4065"/>
                  </a:lnTo>
                  <a:lnTo>
                    <a:pt x="5451" y="4065"/>
                  </a:lnTo>
                  <a:lnTo>
                    <a:pt x="6774" y="2364"/>
                  </a:lnTo>
                  <a:cubicBezTo>
                    <a:pt x="6869" y="2395"/>
                    <a:pt x="6995" y="2395"/>
                    <a:pt x="7121" y="2395"/>
                  </a:cubicBezTo>
                  <a:cubicBezTo>
                    <a:pt x="7247" y="2395"/>
                    <a:pt x="7341" y="2364"/>
                    <a:pt x="7467" y="2364"/>
                  </a:cubicBezTo>
                  <a:close/>
                  <a:moveTo>
                    <a:pt x="12508" y="4065"/>
                  </a:moveTo>
                  <a:cubicBezTo>
                    <a:pt x="12981" y="4065"/>
                    <a:pt x="13327" y="4412"/>
                    <a:pt x="13327" y="4884"/>
                  </a:cubicBezTo>
                  <a:cubicBezTo>
                    <a:pt x="13327" y="5231"/>
                    <a:pt x="13107" y="5546"/>
                    <a:pt x="12792" y="5672"/>
                  </a:cubicBezTo>
                  <a:cubicBezTo>
                    <a:pt x="12634" y="5703"/>
                    <a:pt x="12508" y="5861"/>
                    <a:pt x="12508" y="6081"/>
                  </a:cubicBezTo>
                  <a:lnTo>
                    <a:pt x="12508" y="11217"/>
                  </a:lnTo>
                  <a:cubicBezTo>
                    <a:pt x="12508" y="11437"/>
                    <a:pt x="12634" y="11563"/>
                    <a:pt x="12792" y="11626"/>
                  </a:cubicBezTo>
                  <a:cubicBezTo>
                    <a:pt x="13107" y="11752"/>
                    <a:pt x="13327" y="12067"/>
                    <a:pt x="13327" y="12414"/>
                  </a:cubicBezTo>
                  <a:cubicBezTo>
                    <a:pt x="13327" y="12886"/>
                    <a:pt x="12981" y="13233"/>
                    <a:pt x="12508" y="13233"/>
                  </a:cubicBezTo>
                  <a:cubicBezTo>
                    <a:pt x="12162" y="13233"/>
                    <a:pt x="11846" y="13012"/>
                    <a:pt x="11720" y="12697"/>
                  </a:cubicBezTo>
                  <a:cubicBezTo>
                    <a:pt x="11689" y="12540"/>
                    <a:pt x="11531" y="12414"/>
                    <a:pt x="11342" y="12414"/>
                  </a:cubicBezTo>
                  <a:lnTo>
                    <a:pt x="2868" y="12414"/>
                  </a:lnTo>
                  <a:cubicBezTo>
                    <a:pt x="2710" y="12414"/>
                    <a:pt x="2553" y="12540"/>
                    <a:pt x="2490" y="12697"/>
                  </a:cubicBezTo>
                  <a:cubicBezTo>
                    <a:pt x="2363" y="13012"/>
                    <a:pt x="2048" y="13233"/>
                    <a:pt x="1702" y="13233"/>
                  </a:cubicBezTo>
                  <a:cubicBezTo>
                    <a:pt x="1198" y="13233"/>
                    <a:pt x="851" y="12886"/>
                    <a:pt x="851" y="12414"/>
                  </a:cubicBezTo>
                  <a:cubicBezTo>
                    <a:pt x="851" y="12067"/>
                    <a:pt x="1103" y="11752"/>
                    <a:pt x="1418" y="11626"/>
                  </a:cubicBezTo>
                  <a:cubicBezTo>
                    <a:pt x="1576" y="11595"/>
                    <a:pt x="1702" y="11437"/>
                    <a:pt x="1702" y="11217"/>
                  </a:cubicBezTo>
                  <a:lnTo>
                    <a:pt x="1702" y="6081"/>
                  </a:lnTo>
                  <a:cubicBezTo>
                    <a:pt x="1702" y="5924"/>
                    <a:pt x="1576" y="5766"/>
                    <a:pt x="1418" y="5672"/>
                  </a:cubicBezTo>
                  <a:cubicBezTo>
                    <a:pt x="1103" y="5546"/>
                    <a:pt x="851" y="5231"/>
                    <a:pt x="851" y="4884"/>
                  </a:cubicBezTo>
                  <a:cubicBezTo>
                    <a:pt x="851" y="4412"/>
                    <a:pt x="1229" y="4065"/>
                    <a:pt x="1702" y="4065"/>
                  </a:cubicBezTo>
                  <a:cubicBezTo>
                    <a:pt x="2048" y="4065"/>
                    <a:pt x="2363" y="4286"/>
                    <a:pt x="2490" y="4601"/>
                  </a:cubicBezTo>
                  <a:cubicBezTo>
                    <a:pt x="2521" y="4758"/>
                    <a:pt x="2679" y="4884"/>
                    <a:pt x="2868" y="4884"/>
                  </a:cubicBezTo>
                  <a:lnTo>
                    <a:pt x="11342" y="4884"/>
                  </a:lnTo>
                  <a:cubicBezTo>
                    <a:pt x="11500" y="4884"/>
                    <a:pt x="11657" y="4758"/>
                    <a:pt x="11720" y="4601"/>
                  </a:cubicBezTo>
                  <a:cubicBezTo>
                    <a:pt x="11846" y="4286"/>
                    <a:pt x="12162" y="4065"/>
                    <a:pt x="12508" y="4065"/>
                  </a:cubicBezTo>
                  <a:close/>
                  <a:moveTo>
                    <a:pt x="7089" y="1"/>
                  </a:moveTo>
                  <a:cubicBezTo>
                    <a:pt x="6365" y="1"/>
                    <a:pt x="5829" y="568"/>
                    <a:pt x="5829" y="1230"/>
                  </a:cubicBezTo>
                  <a:cubicBezTo>
                    <a:pt x="5829" y="1450"/>
                    <a:pt x="5892" y="1702"/>
                    <a:pt x="6018" y="1891"/>
                  </a:cubicBezTo>
                  <a:lnTo>
                    <a:pt x="4348" y="4097"/>
                  </a:lnTo>
                  <a:lnTo>
                    <a:pt x="3057" y="4097"/>
                  </a:lnTo>
                  <a:cubicBezTo>
                    <a:pt x="2773" y="3592"/>
                    <a:pt x="2237" y="3277"/>
                    <a:pt x="1639" y="3277"/>
                  </a:cubicBezTo>
                  <a:cubicBezTo>
                    <a:pt x="725" y="3277"/>
                    <a:pt x="1" y="4033"/>
                    <a:pt x="1" y="4916"/>
                  </a:cubicBezTo>
                  <a:cubicBezTo>
                    <a:pt x="1" y="5514"/>
                    <a:pt x="316" y="6081"/>
                    <a:pt x="820" y="6333"/>
                  </a:cubicBezTo>
                  <a:lnTo>
                    <a:pt x="820" y="10996"/>
                  </a:lnTo>
                  <a:cubicBezTo>
                    <a:pt x="316" y="11280"/>
                    <a:pt x="1" y="11815"/>
                    <a:pt x="1" y="12414"/>
                  </a:cubicBezTo>
                  <a:cubicBezTo>
                    <a:pt x="1" y="13327"/>
                    <a:pt x="725" y="14052"/>
                    <a:pt x="1639" y="14052"/>
                  </a:cubicBezTo>
                  <a:cubicBezTo>
                    <a:pt x="2237" y="14052"/>
                    <a:pt x="2773" y="13737"/>
                    <a:pt x="3057" y="13233"/>
                  </a:cubicBezTo>
                  <a:lnTo>
                    <a:pt x="11027" y="13233"/>
                  </a:lnTo>
                  <a:cubicBezTo>
                    <a:pt x="11279" y="13737"/>
                    <a:pt x="11846" y="14052"/>
                    <a:pt x="12445" y="14052"/>
                  </a:cubicBezTo>
                  <a:cubicBezTo>
                    <a:pt x="13327" y="14052"/>
                    <a:pt x="14083" y="13327"/>
                    <a:pt x="14083" y="12414"/>
                  </a:cubicBezTo>
                  <a:cubicBezTo>
                    <a:pt x="14083" y="11815"/>
                    <a:pt x="13768" y="11280"/>
                    <a:pt x="13264" y="10996"/>
                  </a:cubicBezTo>
                  <a:lnTo>
                    <a:pt x="13264" y="6333"/>
                  </a:lnTo>
                  <a:cubicBezTo>
                    <a:pt x="13863" y="6050"/>
                    <a:pt x="14178" y="5514"/>
                    <a:pt x="14178" y="4916"/>
                  </a:cubicBezTo>
                  <a:cubicBezTo>
                    <a:pt x="14178" y="4033"/>
                    <a:pt x="13422" y="3277"/>
                    <a:pt x="12508" y="3277"/>
                  </a:cubicBezTo>
                  <a:cubicBezTo>
                    <a:pt x="11909" y="3277"/>
                    <a:pt x="11374" y="3592"/>
                    <a:pt x="11090" y="4097"/>
                  </a:cubicBezTo>
                  <a:lnTo>
                    <a:pt x="9799" y="4097"/>
                  </a:lnTo>
                  <a:lnTo>
                    <a:pt x="8129" y="1891"/>
                  </a:lnTo>
                  <a:cubicBezTo>
                    <a:pt x="8255" y="1702"/>
                    <a:pt x="8349" y="1450"/>
                    <a:pt x="8349" y="1230"/>
                  </a:cubicBezTo>
                  <a:cubicBezTo>
                    <a:pt x="8349" y="568"/>
                    <a:pt x="7782" y="1"/>
                    <a:pt x="70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141"/>
            <p:cNvSpPr/>
            <p:nvPr/>
          </p:nvSpPr>
          <p:spPr>
            <a:xfrm>
              <a:off x="-10397950" y="2201800"/>
              <a:ext cx="228425" cy="146525"/>
            </a:xfrm>
            <a:custGeom>
              <a:avLst/>
              <a:gdLst/>
              <a:ahLst/>
              <a:cxnLst/>
              <a:rect l="l" t="t" r="r" b="b"/>
              <a:pathLst>
                <a:path w="9137" h="5861" extrusionOk="0">
                  <a:moveTo>
                    <a:pt x="8286" y="819"/>
                  </a:moveTo>
                  <a:lnTo>
                    <a:pt x="8286" y="4978"/>
                  </a:lnTo>
                  <a:lnTo>
                    <a:pt x="788" y="4978"/>
                  </a:ln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5419"/>
                  </a:lnTo>
                  <a:cubicBezTo>
                    <a:pt x="0" y="5640"/>
                    <a:pt x="189" y="5860"/>
                    <a:pt x="410" y="5860"/>
                  </a:cubicBezTo>
                  <a:lnTo>
                    <a:pt x="8695" y="5860"/>
                  </a:lnTo>
                  <a:cubicBezTo>
                    <a:pt x="8947" y="5860"/>
                    <a:pt x="9136" y="5640"/>
                    <a:pt x="9136" y="5419"/>
                  </a:cubicBezTo>
                  <a:lnTo>
                    <a:pt x="9136" y="410"/>
                  </a:lnTo>
                  <a:cubicBezTo>
                    <a:pt x="9105" y="158"/>
                    <a:pt x="8947" y="0"/>
                    <a:pt x="86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20" name="Google Shape;13520;p141"/>
          <p:cNvSpPr/>
          <p:nvPr/>
        </p:nvSpPr>
        <p:spPr>
          <a:xfrm>
            <a:off x="7591624" y="2576962"/>
            <a:ext cx="313426" cy="341579"/>
          </a:xfrm>
          <a:custGeom>
            <a:avLst/>
            <a:gdLst/>
            <a:ahLst/>
            <a:cxnLst/>
            <a:rect l="l" t="t" r="r" b="b"/>
            <a:pathLst>
              <a:path w="12981" h="14147" extrusionOk="0">
                <a:moveTo>
                  <a:pt x="10712" y="820"/>
                </a:moveTo>
                <a:cubicBezTo>
                  <a:pt x="11279" y="820"/>
                  <a:pt x="11752" y="1166"/>
                  <a:pt x="11909" y="1733"/>
                </a:cubicBezTo>
                <a:cubicBezTo>
                  <a:pt x="12067" y="2615"/>
                  <a:pt x="11531" y="3655"/>
                  <a:pt x="10680" y="3655"/>
                </a:cubicBezTo>
                <a:cubicBezTo>
                  <a:pt x="9924" y="3655"/>
                  <a:pt x="9420" y="2867"/>
                  <a:pt x="9798" y="2521"/>
                </a:cubicBezTo>
                <a:cubicBezTo>
                  <a:pt x="9865" y="2476"/>
                  <a:pt x="9963" y="2432"/>
                  <a:pt x="10071" y="2432"/>
                </a:cubicBezTo>
                <a:cubicBezTo>
                  <a:pt x="10116" y="2432"/>
                  <a:pt x="10162" y="2439"/>
                  <a:pt x="10208" y="2458"/>
                </a:cubicBezTo>
                <a:cubicBezTo>
                  <a:pt x="10271" y="2489"/>
                  <a:pt x="10302" y="2521"/>
                  <a:pt x="10365" y="2615"/>
                </a:cubicBezTo>
                <a:cubicBezTo>
                  <a:pt x="10394" y="2813"/>
                  <a:pt x="10600" y="2935"/>
                  <a:pt x="10801" y="2935"/>
                </a:cubicBezTo>
                <a:cubicBezTo>
                  <a:pt x="10824" y="2935"/>
                  <a:pt x="10847" y="2934"/>
                  <a:pt x="10869" y="2930"/>
                </a:cubicBezTo>
                <a:cubicBezTo>
                  <a:pt x="11090" y="2867"/>
                  <a:pt x="11216" y="2647"/>
                  <a:pt x="11184" y="2395"/>
                </a:cubicBezTo>
                <a:cubicBezTo>
                  <a:pt x="11090" y="2048"/>
                  <a:pt x="10838" y="1733"/>
                  <a:pt x="10491" y="1670"/>
                </a:cubicBezTo>
                <a:cubicBezTo>
                  <a:pt x="10382" y="1637"/>
                  <a:pt x="10265" y="1621"/>
                  <a:pt x="10148" y="1621"/>
                </a:cubicBezTo>
                <a:cubicBezTo>
                  <a:pt x="9828" y="1621"/>
                  <a:pt x="9502" y="1738"/>
                  <a:pt x="9294" y="1922"/>
                </a:cubicBezTo>
                <a:lnTo>
                  <a:pt x="9168" y="2048"/>
                </a:lnTo>
                <a:lnTo>
                  <a:pt x="3907" y="2048"/>
                </a:lnTo>
                <a:lnTo>
                  <a:pt x="3781" y="1922"/>
                </a:lnTo>
                <a:cubicBezTo>
                  <a:pt x="3556" y="1723"/>
                  <a:pt x="3242" y="1617"/>
                  <a:pt x="2934" y="1617"/>
                </a:cubicBezTo>
                <a:cubicBezTo>
                  <a:pt x="2463" y="1617"/>
                  <a:pt x="2005" y="1862"/>
                  <a:pt x="1891" y="2395"/>
                </a:cubicBezTo>
                <a:cubicBezTo>
                  <a:pt x="1859" y="2647"/>
                  <a:pt x="1985" y="2836"/>
                  <a:pt x="2206" y="2930"/>
                </a:cubicBezTo>
                <a:cubicBezTo>
                  <a:pt x="2228" y="2934"/>
                  <a:pt x="2250" y="2935"/>
                  <a:pt x="2272" y="2935"/>
                </a:cubicBezTo>
                <a:cubicBezTo>
                  <a:pt x="2469" y="2935"/>
                  <a:pt x="2653" y="2810"/>
                  <a:pt x="2710" y="2584"/>
                </a:cubicBezTo>
                <a:cubicBezTo>
                  <a:pt x="2741" y="2521"/>
                  <a:pt x="2804" y="2489"/>
                  <a:pt x="2867" y="2426"/>
                </a:cubicBezTo>
                <a:cubicBezTo>
                  <a:pt x="2899" y="2419"/>
                  <a:pt x="2934" y="2415"/>
                  <a:pt x="2971" y="2415"/>
                </a:cubicBezTo>
                <a:cubicBezTo>
                  <a:pt x="3082" y="2415"/>
                  <a:pt x="3206" y="2450"/>
                  <a:pt x="3277" y="2521"/>
                </a:cubicBezTo>
                <a:cubicBezTo>
                  <a:pt x="3623" y="2867"/>
                  <a:pt x="3119" y="3655"/>
                  <a:pt x="2395" y="3655"/>
                </a:cubicBezTo>
                <a:cubicBezTo>
                  <a:pt x="1544" y="3655"/>
                  <a:pt x="1040" y="2584"/>
                  <a:pt x="1292" y="1733"/>
                </a:cubicBezTo>
                <a:cubicBezTo>
                  <a:pt x="1512" y="1135"/>
                  <a:pt x="1922" y="820"/>
                  <a:pt x="2489" y="820"/>
                </a:cubicBezTo>
                <a:close/>
                <a:moveTo>
                  <a:pt x="8822" y="2867"/>
                </a:moveTo>
                <a:cubicBezTo>
                  <a:pt x="8822" y="3183"/>
                  <a:pt x="8948" y="3466"/>
                  <a:pt x="9137" y="3718"/>
                </a:cubicBezTo>
                <a:lnTo>
                  <a:pt x="3749" y="3718"/>
                </a:lnTo>
                <a:cubicBezTo>
                  <a:pt x="3938" y="3466"/>
                  <a:pt x="4064" y="3183"/>
                  <a:pt x="4064" y="2867"/>
                </a:cubicBezTo>
                <a:close/>
                <a:moveTo>
                  <a:pt x="10176" y="4537"/>
                </a:moveTo>
                <a:lnTo>
                  <a:pt x="10176" y="4978"/>
                </a:lnTo>
                <a:lnTo>
                  <a:pt x="10208" y="4978"/>
                </a:lnTo>
                <a:cubicBezTo>
                  <a:pt x="10208" y="5199"/>
                  <a:pt x="9987" y="5388"/>
                  <a:pt x="9767" y="5388"/>
                </a:cubicBezTo>
                <a:lnTo>
                  <a:pt x="3151" y="5388"/>
                </a:lnTo>
                <a:cubicBezTo>
                  <a:pt x="2930" y="5388"/>
                  <a:pt x="2710" y="5199"/>
                  <a:pt x="2710" y="4978"/>
                </a:cubicBezTo>
                <a:lnTo>
                  <a:pt x="2710" y="4537"/>
                </a:lnTo>
                <a:close/>
                <a:moveTo>
                  <a:pt x="9357" y="6175"/>
                </a:moveTo>
                <a:lnTo>
                  <a:pt x="9357" y="11626"/>
                </a:lnTo>
                <a:lnTo>
                  <a:pt x="8538" y="11626"/>
                </a:lnTo>
                <a:lnTo>
                  <a:pt x="8538" y="7436"/>
                </a:lnTo>
                <a:cubicBezTo>
                  <a:pt x="8538" y="7215"/>
                  <a:pt x="8349" y="7026"/>
                  <a:pt x="8128" y="7026"/>
                </a:cubicBezTo>
                <a:cubicBezTo>
                  <a:pt x="7876" y="7026"/>
                  <a:pt x="7687" y="7215"/>
                  <a:pt x="7687" y="7436"/>
                </a:cubicBezTo>
                <a:lnTo>
                  <a:pt x="7687" y="11626"/>
                </a:lnTo>
                <a:lnTo>
                  <a:pt x="6868" y="11626"/>
                </a:lnTo>
                <a:lnTo>
                  <a:pt x="6868" y="7436"/>
                </a:lnTo>
                <a:cubicBezTo>
                  <a:pt x="6868" y="7215"/>
                  <a:pt x="6648" y="7026"/>
                  <a:pt x="6459" y="7026"/>
                </a:cubicBezTo>
                <a:cubicBezTo>
                  <a:pt x="6238" y="7026"/>
                  <a:pt x="6018" y="7215"/>
                  <a:pt x="6018" y="7436"/>
                </a:cubicBezTo>
                <a:lnTo>
                  <a:pt x="6018" y="11626"/>
                </a:lnTo>
                <a:lnTo>
                  <a:pt x="5199" y="11626"/>
                </a:lnTo>
                <a:lnTo>
                  <a:pt x="5199" y="7436"/>
                </a:lnTo>
                <a:cubicBezTo>
                  <a:pt x="5199" y="7215"/>
                  <a:pt x="5010" y="7026"/>
                  <a:pt x="4757" y="7026"/>
                </a:cubicBezTo>
                <a:cubicBezTo>
                  <a:pt x="4537" y="7026"/>
                  <a:pt x="4379" y="7215"/>
                  <a:pt x="4379" y="7436"/>
                </a:cubicBezTo>
                <a:lnTo>
                  <a:pt x="4379" y="11626"/>
                </a:lnTo>
                <a:lnTo>
                  <a:pt x="3560" y="11626"/>
                </a:lnTo>
                <a:lnTo>
                  <a:pt x="3560" y="6175"/>
                </a:lnTo>
                <a:close/>
                <a:moveTo>
                  <a:pt x="9798" y="12413"/>
                </a:moveTo>
                <a:cubicBezTo>
                  <a:pt x="10050" y="12413"/>
                  <a:pt x="10239" y="12602"/>
                  <a:pt x="10239" y="12854"/>
                </a:cubicBezTo>
                <a:lnTo>
                  <a:pt x="10239" y="13264"/>
                </a:lnTo>
                <a:lnTo>
                  <a:pt x="2741" y="13264"/>
                </a:lnTo>
                <a:lnTo>
                  <a:pt x="2741" y="12854"/>
                </a:lnTo>
                <a:cubicBezTo>
                  <a:pt x="2741" y="12602"/>
                  <a:pt x="2962" y="12413"/>
                  <a:pt x="3182" y="12413"/>
                </a:cubicBezTo>
                <a:close/>
                <a:moveTo>
                  <a:pt x="2363" y="1"/>
                </a:moveTo>
                <a:cubicBezTo>
                  <a:pt x="1418" y="1"/>
                  <a:pt x="662" y="599"/>
                  <a:pt x="378" y="1513"/>
                </a:cubicBezTo>
                <a:cubicBezTo>
                  <a:pt x="0" y="2804"/>
                  <a:pt x="693" y="4254"/>
                  <a:pt x="1954" y="4443"/>
                </a:cubicBezTo>
                <a:lnTo>
                  <a:pt x="1954" y="4915"/>
                </a:lnTo>
                <a:cubicBezTo>
                  <a:pt x="1954" y="5482"/>
                  <a:pt x="2332" y="5923"/>
                  <a:pt x="2804" y="6112"/>
                </a:cubicBezTo>
                <a:lnTo>
                  <a:pt x="2804" y="11689"/>
                </a:lnTo>
                <a:cubicBezTo>
                  <a:pt x="2332" y="11846"/>
                  <a:pt x="1954" y="12319"/>
                  <a:pt x="1954" y="12886"/>
                </a:cubicBezTo>
                <a:lnTo>
                  <a:pt x="1954" y="13705"/>
                </a:lnTo>
                <a:cubicBezTo>
                  <a:pt x="1954" y="13957"/>
                  <a:pt x="2174" y="14146"/>
                  <a:pt x="2395" y="14146"/>
                </a:cubicBezTo>
                <a:lnTo>
                  <a:pt x="10680" y="14146"/>
                </a:lnTo>
                <a:cubicBezTo>
                  <a:pt x="10901" y="14146"/>
                  <a:pt x="11058" y="13957"/>
                  <a:pt x="11058" y="13705"/>
                </a:cubicBezTo>
                <a:lnTo>
                  <a:pt x="11058" y="12886"/>
                </a:lnTo>
                <a:cubicBezTo>
                  <a:pt x="11058" y="12319"/>
                  <a:pt x="10712" y="11909"/>
                  <a:pt x="10239" y="11689"/>
                </a:cubicBezTo>
                <a:lnTo>
                  <a:pt x="10239" y="6112"/>
                </a:lnTo>
                <a:cubicBezTo>
                  <a:pt x="10712" y="5955"/>
                  <a:pt x="11058" y="5482"/>
                  <a:pt x="11058" y="4915"/>
                </a:cubicBezTo>
                <a:lnTo>
                  <a:pt x="11058" y="4411"/>
                </a:lnTo>
                <a:cubicBezTo>
                  <a:pt x="12319" y="4191"/>
                  <a:pt x="12980" y="2710"/>
                  <a:pt x="12602" y="1450"/>
                </a:cubicBezTo>
                <a:cubicBezTo>
                  <a:pt x="12287" y="568"/>
                  <a:pt x="11500" y="1"/>
                  <a:pt x="1058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21" name="Google Shape;13521;p141"/>
          <p:cNvGrpSpPr/>
          <p:nvPr/>
        </p:nvGrpSpPr>
        <p:grpSpPr>
          <a:xfrm>
            <a:off x="6649772" y="2551051"/>
            <a:ext cx="375044" cy="340541"/>
            <a:chOff x="-8692750" y="1622100"/>
            <a:chExt cx="388325" cy="352600"/>
          </a:xfrm>
        </p:grpSpPr>
        <p:sp>
          <p:nvSpPr>
            <p:cNvPr id="13522" name="Google Shape;13522;p141"/>
            <p:cNvSpPr/>
            <p:nvPr/>
          </p:nvSpPr>
          <p:spPr>
            <a:xfrm>
              <a:off x="-8692750" y="1622100"/>
              <a:ext cx="388325" cy="352600"/>
            </a:xfrm>
            <a:custGeom>
              <a:avLst/>
              <a:gdLst/>
              <a:ahLst/>
              <a:cxnLst/>
              <a:rect l="l" t="t" r="r" b="b"/>
              <a:pathLst>
                <a:path w="15533" h="14104" extrusionOk="0">
                  <a:moveTo>
                    <a:pt x="10365" y="1387"/>
                  </a:moveTo>
                  <a:cubicBezTo>
                    <a:pt x="11027" y="1702"/>
                    <a:pt x="11626" y="2112"/>
                    <a:pt x="12130" y="2616"/>
                  </a:cubicBezTo>
                  <a:cubicBezTo>
                    <a:pt x="12697" y="3183"/>
                    <a:pt x="13106" y="3750"/>
                    <a:pt x="13390" y="4443"/>
                  </a:cubicBezTo>
                  <a:lnTo>
                    <a:pt x="10208" y="5577"/>
                  </a:lnTo>
                  <a:cubicBezTo>
                    <a:pt x="10082" y="5388"/>
                    <a:pt x="9924" y="5168"/>
                    <a:pt x="9767" y="5010"/>
                  </a:cubicBezTo>
                  <a:cubicBezTo>
                    <a:pt x="9609" y="4852"/>
                    <a:pt x="9420" y="4695"/>
                    <a:pt x="9231" y="4600"/>
                  </a:cubicBezTo>
                  <a:lnTo>
                    <a:pt x="10365" y="1387"/>
                  </a:lnTo>
                  <a:close/>
                  <a:moveTo>
                    <a:pt x="7802" y="828"/>
                  </a:moveTo>
                  <a:cubicBezTo>
                    <a:pt x="8424" y="828"/>
                    <a:pt x="9044" y="919"/>
                    <a:pt x="9641" y="1103"/>
                  </a:cubicBezTo>
                  <a:lnTo>
                    <a:pt x="8507" y="4285"/>
                  </a:lnTo>
                  <a:cubicBezTo>
                    <a:pt x="8268" y="4222"/>
                    <a:pt x="8022" y="4190"/>
                    <a:pt x="7776" y="4190"/>
                  </a:cubicBezTo>
                  <a:cubicBezTo>
                    <a:pt x="7044" y="4190"/>
                    <a:pt x="6308" y="4468"/>
                    <a:pt x="5766" y="5010"/>
                  </a:cubicBezTo>
                  <a:cubicBezTo>
                    <a:pt x="4978" y="5798"/>
                    <a:pt x="4726" y="6869"/>
                    <a:pt x="5010" y="7845"/>
                  </a:cubicBezTo>
                  <a:lnTo>
                    <a:pt x="1859" y="9011"/>
                  </a:lnTo>
                  <a:cubicBezTo>
                    <a:pt x="1134" y="6900"/>
                    <a:pt x="1576" y="4380"/>
                    <a:pt x="3340" y="2647"/>
                  </a:cubicBezTo>
                  <a:cubicBezTo>
                    <a:pt x="4567" y="1442"/>
                    <a:pt x="6189" y="828"/>
                    <a:pt x="7802" y="828"/>
                  </a:cubicBezTo>
                  <a:close/>
                  <a:moveTo>
                    <a:pt x="7766" y="5018"/>
                  </a:moveTo>
                  <a:cubicBezTo>
                    <a:pt x="8302" y="5018"/>
                    <a:pt x="8837" y="5215"/>
                    <a:pt x="9231" y="5609"/>
                  </a:cubicBezTo>
                  <a:cubicBezTo>
                    <a:pt x="10019" y="6396"/>
                    <a:pt x="10019" y="7751"/>
                    <a:pt x="9231" y="8539"/>
                  </a:cubicBezTo>
                  <a:cubicBezTo>
                    <a:pt x="8806" y="8948"/>
                    <a:pt x="8270" y="9153"/>
                    <a:pt x="7743" y="9153"/>
                  </a:cubicBezTo>
                  <a:cubicBezTo>
                    <a:pt x="7215" y="9153"/>
                    <a:pt x="6695" y="8948"/>
                    <a:pt x="6301" y="8539"/>
                  </a:cubicBezTo>
                  <a:cubicBezTo>
                    <a:pt x="5514" y="7751"/>
                    <a:pt x="5514" y="6396"/>
                    <a:pt x="6301" y="5609"/>
                  </a:cubicBezTo>
                  <a:cubicBezTo>
                    <a:pt x="6695" y="5215"/>
                    <a:pt x="7231" y="5018"/>
                    <a:pt x="7766" y="5018"/>
                  </a:cubicBezTo>
                  <a:close/>
                  <a:moveTo>
                    <a:pt x="5293" y="8633"/>
                  </a:moveTo>
                  <a:cubicBezTo>
                    <a:pt x="5388" y="8791"/>
                    <a:pt x="5514" y="9011"/>
                    <a:pt x="5671" y="9106"/>
                  </a:cubicBezTo>
                  <a:cubicBezTo>
                    <a:pt x="5829" y="9263"/>
                    <a:pt x="5986" y="9389"/>
                    <a:pt x="6144" y="9515"/>
                  </a:cubicBezTo>
                  <a:lnTo>
                    <a:pt x="5010" y="12697"/>
                  </a:lnTo>
                  <a:cubicBezTo>
                    <a:pt x="4379" y="12382"/>
                    <a:pt x="3812" y="12004"/>
                    <a:pt x="3308" y="11468"/>
                  </a:cubicBezTo>
                  <a:cubicBezTo>
                    <a:pt x="2836" y="10964"/>
                    <a:pt x="2458" y="10366"/>
                    <a:pt x="2143" y="9799"/>
                  </a:cubicBezTo>
                  <a:lnTo>
                    <a:pt x="5293" y="8633"/>
                  </a:lnTo>
                  <a:close/>
                  <a:moveTo>
                    <a:pt x="13705" y="5168"/>
                  </a:moveTo>
                  <a:cubicBezTo>
                    <a:pt x="14335" y="7310"/>
                    <a:pt x="13862" y="9736"/>
                    <a:pt x="12161" y="11437"/>
                  </a:cubicBezTo>
                  <a:cubicBezTo>
                    <a:pt x="10928" y="12670"/>
                    <a:pt x="9328" y="13281"/>
                    <a:pt x="7736" y="13281"/>
                  </a:cubicBezTo>
                  <a:cubicBezTo>
                    <a:pt x="7090" y="13281"/>
                    <a:pt x="6446" y="13181"/>
                    <a:pt x="5829" y="12981"/>
                  </a:cubicBezTo>
                  <a:lnTo>
                    <a:pt x="6963" y="9830"/>
                  </a:lnTo>
                  <a:cubicBezTo>
                    <a:pt x="7230" y="9905"/>
                    <a:pt x="7503" y="9943"/>
                    <a:pt x="7775" y="9943"/>
                  </a:cubicBezTo>
                  <a:cubicBezTo>
                    <a:pt x="8528" y="9943"/>
                    <a:pt x="9265" y="9653"/>
                    <a:pt x="9798" y="9074"/>
                  </a:cubicBezTo>
                  <a:cubicBezTo>
                    <a:pt x="10554" y="8318"/>
                    <a:pt x="10806" y="7278"/>
                    <a:pt x="10554" y="6333"/>
                  </a:cubicBezTo>
                  <a:lnTo>
                    <a:pt x="13705" y="5168"/>
                  </a:lnTo>
                  <a:close/>
                  <a:moveTo>
                    <a:pt x="7766" y="1"/>
                  </a:moveTo>
                  <a:cubicBezTo>
                    <a:pt x="5955" y="1"/>
                    <a:pt x="4143" y="694"/>
                    <a:pt x="2773" y="2080"/>
                  </a:cubicBezTo>
                  <a:cubicBezTo>
                    <a:pt x="0" y="4821"/>
                    <a:pt x="0" y="9263"/>
                    <a:pt x="2773" y="12036"/>
                  </a:cubicBezTo>
                  <a:cubicBezTo>
                    <a:pt x="4155" y="13418"/>
                    <a:pt x="5960" y="14103"/>
                    <a:pt x="7763" y="14103"/>
                  </a:cubicBezTo>
                  <a:cubicBezTo>
                    <a:pt x="9575" y="14103"/>
                    <a:pt x="11385" y="13410"/>
                    <a:pt x="12760" y="12036"/>
                  </a:cubicBezTo>
                  <a:cubicBezTo>
                    <a:pt x="15532" y="9263"/>
                    <a:pt x="15532" y="4821"/>
                    <a:pt x="12760" y="2080"/>
                  </a:cubicBezTo>
                  <a:cubicBezTo>
                    <a:pt x="11389" y="694"/>
                    <a:pt x="9578" y="1"/>
                    <a:pt x="77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141"/>
            <p:cNvSpPr/>
            <p:nvPr/>
          </p:nvSpPr>
          <p:spPr>
            <a:xfrm>
              <a:off x="-8532875" y="1767625"/>
              <a:ext cx="67775" cy="61850"/>
            </a:xfrm>
            <a:custGeom>
              <a:avLst/>
              <a:gdLst/>
              <a:ahLst/>
              <a:cxnLst/>
              <a:rect l="l" t="t" r="r" b="b"/>
              <a:pathLst>
                <a:path w="2711" h="2474" extrusionOk="0">
                  <a:moveTo>
                    <a:pt x="1340" y="804"/>
                  </a:moveTo>
                  <a:cubicBezTo>
                    <a:pt x="1450" y="804"/>
                    <a:pt x="1560" y="843"/>
                    <a:pt x="1639" y="922"/>
                  </a:cubicBezTo>
                  <a:cubicBezTo>
                    <a:pt x="1797" y="1079"/>
                    <a:pt x="1797" y="1363"/>
                    <a:pt x="1639" y="1520"/>
                  </a:cubicBezTo>
                  <a:cubicBezTo>
                    <a:pt x="1560" y="1599"/>
                    <a:pt x="1450" y="1638"/>
                    <a:pt x="1340" y="1638"/>
                  </a:cubicBezTo>
                  <a:cubicBezTo>
                    <a:pt x="1229" y="1638"/>
                    <a:pt x="1119" y="1599"/>
                    <a:pt x="1040" y="1520"/>
                  </a:cubicBezTo>
                  <a:cubicBezTo>
                    <a:pt x="883" y="1363"/>
                    <a:pt x="883" y="1142"/>
                    <a:pt x="1040" y="922"/>
                  </a:cubicBezTo>
                  <a:cubicBezTo>
                    <a:pt x="1119" y="843"/>
                    <a:pt x="1229" y="804"/>
                    <a:pt x="1340" y="804"/>
                  </a:cubicBezTo>
                  <a:close/>
                  <a:moveTo>
                    <a:pt x="1367" y="0"/>
                  </a:moveTo>
                  <a:cubicBezTo>
                    <a:pt x="1048" y="0"/>
                    <a:pt x="725" y="118"/>
                    <a:pt x="473" y="355"/>
                  </a:cubicBezTo>
                  <a:cubicBezTo>
                    <a:pt x="1" y="827"/>
                    <a:pt x="1" y="1615"/>
                    <a:pt x="473" y="2119"/>
                  </a:cubicBezTo>
                  <a:cubicBezTo>
                    <a:pt x="725" y="2355"/>
                    <a:pt x="1048" y="2473"/>
                    <a:pt x="1367" y="2473"/>
                  </a:cubicBezTo>
                  <a:cubicBezTo>
                    <a:pt x="1686" y="2473"/>
                    <a:pt x="2001" y="2355"/>
                    <a:pt x="2238" y="2119"/>
                  </a:cubicBezTo>
                  <a:cubicBezTo>
                    <a:pt x="2710" y="1646"/>
                    <a:pt x="2710" y="859"/>
                    <a:pt x="2238" y="355"/>
                  </a:cubicBezTo>
                  <a:cubicBezTo>
                    <a:pt x="2001" y="118"/>
                    <a:pt x="1686" y="0"/>
                    <a:pt x="13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4" name="Google Shape;13524;p141"/>
          <p:cNvGrpSpPr/>
          <p:nvPr/>
        </p:nvGrpSpPr>
        <p:grpSpPr>
          <a:xfrm>
            <a:off x="5304253" y="1303307"/>
            <a:ext cx="341555" cy="341579"/>
            <a:chOff x="-13529550" y="1639425"/>
            <a:chExt cx="353650" cy="353675"/>
          </a:xfrm>
        </p:grpSpPr>
        <p:sp>
          <p:nvSpPr>
            <p:cNvPr id="13525" name="Google Shape;13525;p141"/>
            <p:cNvSpPr/>
            <p:nvPr/>
          </p:nvSpPr>
          <p:spPr>
            <a:xfrm>
              <a:off x="-13529550" y="1910125"/>
              <a:ext cx="353650" cy="82975"/>
            </a:xfrm>
            <a:custGeom>
              <a:avLst/>
              <a:gdLst/>
              <a:ahLst/>
              <a:cxnLst/>
              <a:rect l="l" t="t" r="r" b="b"/>
              <a:pathLst>
                <a:path w="14146" h="3319" extrusionOk="0">
                  <a:moveTo>
                    <a:pt x="3434" y="893"/>
                  </a:moveTo>
                  <a:lnTo>
                    <a:pt x="3434" y="893"/>
                  </a:lnTo>
                  <a:cubicBezTo>
                    <a:pt x="3340" y="1145"/>
                    <a:pt x="3308" y="1428"/>
                    <a:pt x="3308" y="1649"/>
                  </a:cubicBezTo>
                  <a:cubicBezTo>
                    <a:pt x="3308" y="1932"/>
                    <a:pt x="3340" y="2153"/>
                    <a:pt x="3434" y="2405"/>
                  </a:cubicBezTo>
                  <a:cubicBezTo>
                    <a:pt x="2899" y="2373"/>
                    <a:pt x="2426" y="2279"/>
                    <a:pt x="2017" y="2153"/>
                  </a:cubicBezTo>
                  <a:cubicBezTo>
                    <a:pt x="1229" y="1964"/>
                    <a:pt x="914" y="1743"/>
                    <a:pt x="819" y="1649"/>
                  </a:cubicBezTo>
                  <a:cubicBezTo>
                    <a:pt x="914" y="1586"/>
                    <a:pt x="1166" y="1334"/>
                    <a:pt x="2017" y="1145"/>
                  </a:cubicBezTo>
                  <a:cubicBezTo>
                    <a:pt x="2426" y="1019"/>
                    <a:pt x="2899" y="956"/>
                    <a:pt x="3434" y="893"/>
                  </a:cubicBezTo>
                  <a:close/>
                  <a:moveTo>
                    <a:pt x="6018" y="861"/>
                  </a:moveTo>
                  <a:cubicBezTo>
                    <a:pt x="7908" y="987"/>
                    <a:pt x="8948" y="1428"/>
                    <a:pt x="9137" y="1649"/>
                  </a:cubicBezTo>
                  <a:cubicBezTo>
                    <a:pt x="9042" y="1743"/>
                    <a:pt x="8790" y="1964"/>
                    <a:pt x="7940" y="2153"/>
                  </a:cubicBezTo>
                  <a:cubicBezTo>
                    <a:pt x="7404" y="2279"/>
                    <a:pt x="6742" y="2405"/>
                    <a:pt x="6018" y="2436"/>
                  </a:cubicBezTo>
                  <a:cubicBezTo>
                    <a:pt x="5892" y="2216"/>
                    <a:pt x="5829" y="1932"/>
                    <a:pt x="5829" y="1649"/>
                  </a:cubicBezTo>
                  <a:cubicBezTo>
                    <a:pt x="5829" y="1365"/>
                    <a:pt x="5892" y="1113"/>
                    <a:pt x="6018" y="861"/>
                  </a:cubicBezTo>
                  <a:close/>
                  <a:moveTo>
                    <a:pt x="5104" y="798"/>
                  </a:moveTo>
                  <a:cubicBezTo>
                    <a:pt x="5041" y="1050"/>
                    <a:pt x="4947" y="1334"/>
                    <a:pt x="4947" y="1617"/>
                  </a:cubicBezTo>
                  <a:cubicBezTo>
                    <a:pt x="4947" y="1901"/>
                    <a:pt x="5010" y="2153"/>
                    <a:pt x="5104" y="2436"/>
                  </a:cubicBezTo>
                  <a:cubicBezTo>
                    <a:pt x="4994" y="2452"/>
                    <a:pt x="4876" y="2460"/>
                    <a:pt x="4754" y="2460"/>
                  </a:cubicBezTo>
                  <a:cubicBezTo>
                    <a:pt x="4632" y="2460"/>
                    <a:pt x="4506" y="2452"/>
                    <a:pt x="4379" y="2436"/>
                  </a:cubicBezTo>
                  <a:cubicBezTo>
                    <a:pt x="4222" y="2216"/>
                    <a:pt x="4159" y="1932"/>
                    <a:pt x="4159" y="1617"/>
                  </a:cubicBezTo>
                  <a:cubicBezTo>
                    <a:pt x="4159" y="1334"/>
                    <a:pt x="4253" y="1050"/>
                    <a:pt x="4379" y="798"/>
                  </a:cubicBezTo>
                  <a:close/>
                  <a:moveTo>
                    <a:pt x="10801" y="817"/>
                  </a:moveTo>
                  <a:cubicBezTo>
                    <a:pt x="10917" y="817"/>
                    <a:pt x="11036" y="841"/>
                    <a:pt x="11153" y="893"/>
                  </a:cubicBezTo>
                  <a:lnTo>
                    <a:pt x="12728" y="1649"/>
                  </a:lnTo>
                  <a:lnTo>
                    <a:pt x="11153" y="2405"/>
                  </a:lnTo>
                  <a:cubicBezTo>
                    <a:pt x="11032" y="2465"/>
                    <a:pt x="10908" y="2493"/>
                    <a:pt x="10788" y="2493"/>
                  </a:cubicBezTo>
                  <a:cubicBezTo>
                    <a:pt x="10346" y="2493"/>
                    <a:pt x="9956" y="2120"/>
                    <a:pt x="9956" y="1649"/>
                  </a:cubicBezTo>
                  <a:cubicBezTo>
                    <a:pt x="9956" y="1173"/>
                    <a:pt x="10354" y="817"/>
                    <a:pt x="10801" y="817"/>
                  </a:cubicBezTo>
                  <a:close/>
                  <a:moveTo>
                    <a:pt x="10785" y="0"/>
                  </a:moveTo>
                  <a:cubicBezTo>
                    <a:pt x="10221" y="0"/>
                    <a:pt x="9666" y="291"/>
                    <a:pt x="9357" y="798"/>
                  </a:cubicBezTo>
                  <a:cubicBezTo>
                    <a:pt x="8349" y="168"/>
                    <a:pt x="6207" y="10"/>
                    <a:pt x="5010" y="10"/>
                  </a:cubicBezTo>
                  <a:cubicBezTo>
                    <a:pt x="3592" y="10"/>
                    <a:pt x="0" y="231"/>
                    <a:pt x="0" y="1649"/>
                  </a:cubicBezTo>
                  <a:cubicBezTo>
                    <a:pt x="0" y="3066"/>
                    <a:pt x="3529" y="3318"/>
                    <a:pt x="5010" y="3318"/>
                  </a:cubicBezTo>
                  <a:cubicBezTo>
                    <a:pt x="6207" y="3318"/>
                    <a:pt x="8349" y="3161"/>
                    <a:pt x="9357" y="2531"/>
                  </a:cubicBezTo>
                  <a:cubicBezTo>
                    <a:pt x="9667" y="3039"/>
                    <a:pt x="10224" y="3315"/>
                    <a:pt x="10790" y="3315"/>
                  </a:cubicBezTo>
                  <a:cubicBezTo>
                    <a:pt x="11031" y="3315"/>
                    <a:pt x="11274" y="3265"/>
                    <a:pt x="11500" y="3161"/>
                  </a:cubicBezTo>
                  <a:lnTo>
                    <a:pt x="13894" y="2058"/>
                  </a:lnTo>
                  <a:cubicBezTo>
                    <a:pt x="14052" y="1964"/>
                    <a:pt x="14146" y="1838"/>
                    <a:pt x="14146" y="1649"/>
                  </a:cubicBezTo>
                  <a:cubicBezTo>
                    <a:pt x="14146" y="1491"/>
                    <a:pt x="14020" y="1334"/>
                    <a:pt x="13894" y="1271"/>
                  </a:cubicBezTo>
                  <a:lnTo>
                    <a:pt x="11500" y="168"/>
                  </a:lnTo>
                  <a:cubicBezTo>
                    <a:pt x="11272" y="54"/>
                    <a:pt x="11028" y="0"/>
                    <a:pt x="107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141"/>
            <p:cNvSpPr/>
            <p:nvPr/>
          </p:nvSpPr>
          <p:spPr>
            <a:xfrm>
              <a:off x="-13383850" y="16811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2" y="1670"/>
                    <a:pt x="1639" y="1292"/>
                    <a:pt x="1639" y="851"/>
                  </a:cubicBezTo>
                  <a:cubicBezTo>
                    <a:pt x="1639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141"/>
            <p:cNvSpPr/>
            <p:nvPr/>
          </p:nvSpPr>
          <p:spPr>
            <a:xfrm>
              <a:off x="-13446075" y="1692200"/>
              <a:ext cx="41775" cy="41775"/>
            </a:xfrm>
            <a:custGeom>
              <a:avLst/>
              <a:gdLst/>
              <a:ahLst/>
              <a:cxnLst/>
              <a:rect l="l" t="t" r="r" b="b"/>
              <a:pathLst>
                <a:path w="1671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3" y="1670"/>
                    <a:pt x="1671" y="1292"/>
                    <a:pt x="1671" y="851"/>
                  </a:cubicBezTo>
                  <a:cubicBezTo>
                    <a:pt x="1671" y="379"/>
                    <a:pt x="1293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141"/>
            <p:cNvSpPr/>
            <p:nvPr/>
          </p:nvSpPr>
          <p:spPr>
            <a:xfrm>
              <a:off x="-13446075" y="179617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820" y="0"/>
                  </a:moveTo>
                  <a:cubicBezTo>
                    <a:pt x="379" y="0"/>
                    <a:pt x="1" y="347"/>
                    <a:pt x="1" y="819"/>
                  </a:cubicBezTo>
                  <a:cubicBezTo>
                    <a:pt x="1" y="1260"/>
                    <a:pt x="379" y="1639"/>
                    <a:pt x="820" y="1639"/>
                  </a:cubicBezTo>
                  <a:cubicBezTo>
                    <a:pt x="1293" y="1639"/>
                    <a:pt x="1671" y="1260"/>
                    <a:pt x="1671" y="819"/>
                  </a:cubicBezTo>
                  <a:cubicBezTo>
                    <a:pt x="1671" y="347"/>
                    <a:pt x="1293" y="0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141"/>
            <p:cNvSpPr/>
            <p:nvPr/>
          </p:nvSpPr>
          <p:spPr>
            <a:xfrm>
              <a:off x="-13487025" y="1743400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0"/>
                  </a:moveTo>
                  <a:cubicBezTo>
                    <a:pt x="379" y="0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61" y="1670"/>
                    <a:pt x="1639" y="1292"/>
                    <a:pt x="1639" y="851"/>
                  </a:cubicBezTo>
                  <a:cubicBezTo>
                    <a:pt x="1639" y="379"/>
                    <a:pt x="1261" y="0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141"/>
            <p:cNvSpPr/>
            <p:nvPr/>
          </p:nvSpPr>
          <p:spPr>
            <a:xfrm>
              <a:off x="-13383850" y="180562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2" y="1670"/>
                    <a:pt x="1639" y="1292"/>
                    <a:pt x="1639" y="819"/>
                  </a:cubicBezTo>
                  <a:cubicBezTo>
                    <a:pt x="1639" y="378"/>
                    <a:pt x="1292" y="0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141"/>
            <p:cNvSpPr/>
            <p:nvPr/>
          </p:nvSpPr>
          <p:spPr>
            <a:xfrm>
              <a:off x="-13529550" y="1639425"/>
              <a:ext cx="352075" cy="248925"/>
            </a:xfrm>
            <a:custGeom>
              <a:avLst/>
              <a:gdLst/>
              <a:ahLst/>
              <a:cxnLst/>
              <a:rect l="l" t="t" r="r" b="b"/>
              <a:pathLst>
                <a:path w="14083" h="9957" extrusionOk="0">
                  <a:moveTo>
                    <a:pt x="7057" y="820"/>
                  </a:moveTo>
                  <a:cubicBezTo>
                    <a:pt x="10554" y="820"/>
                    <a:pt x="13264" y="2805"/>
                    <a:pt x="13264" y="5010"/>
                  </a:cubicBezTo>
                  <a:cubicBezTo>
                    <a:pt x="13264" y="7215"/>
                    <a:pt x="10554" y="9137"/>
                    <a:pt x="7057" y="9137"/>
                  </a:cubicBezTo>
                  <a:cubicBezTo>
                    <a:pt x="3529" y="9137"/>
                    <a:pt x="819" y="7215"/>
                    <a:pt x="819" y="5010"/>
                  </a:cubicBezTo>
                  <a:cubicBezTo>
                    <a:pt x="819" y="2742"/>
                    <a:pt x="3623" y="820"/>
                    <a:pt x="7057" y="820"/>
                  </a:cubicBezTo>
                  <a:close/>
                  <a:moveTo>
                    <a:pt x="7057" y="1"/>
                  </a:moveTo>
                  <a:cubicBezTo>
                    <a:pt x="3151" y="1"/>
                    <a:pt x="0" y="2238"/>
                    <a:pt x="0" y="5010"/>
                  </a:cubicBezTo>
                  <a:cubicBezTo>
                    <a:pt x="0" y="7846"/>
                    <a:pt x="3277" y="9956"/>
                    <a:pt x="7057" y="9956"/>
                  </a:cubicBezTo>
                  <a:cubicBezTo>
                    <a:pt x="10870" y="9956"/>
                    <a:pt x="14083" y="7783"/>
                    <a:pt x="14083" y="5010"/>
                  </a:cubicBezTo>
                  <a:cubicBezTo>
                    <a:pt x="14083" y="2238"/>
                    <a:pt x="10933" y="1"/>
                    <a:pt x="70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141"/>
            <p:cNvSpPr/>
            <p:nvPr/>
          </p:nvSpPr>
          <p:spPr>
            <a:xfrm>
              <a:off x="-13323200" y="1722925"/>
              <a:ext cx="104775" cy="82725"/>
            </a:xfrm>
            <a:custGeom>
              <a:avLst/>
              <a:gdLst/>
              <a:ahLst/>
              <a:cxnLst/>
              <a:rect l="l" t="t" r="r" b="b"/>
              <a:pathLst>
                <a:path w="4191" h="3309" extrusionOk="0">
                  <a:moveTo>
                    <a:pt x="2111" y="819"/>
                  </a:moveTo>
                  <a:cubicBezTo>
                    <a:pt x="2773" y="819"/>
                    <a:pt x="3372" y="1229"/>
                    <a:pt x="3372" y="1670"/>
                  </a:cubicBezTo>
                  <a:cubicBezTo>
                    <a:pt x="3372" y="2080"/>
                    <a:pt x="2805" y="2489"/>
                    <a:pt x="2111" y="2489"/>
                  </a:cubicBezTo>
                  <a:cubicBezTo>
                    <a:pt x="1418" y="2489"/>
                    <a:pt x="851" y="2080"/>
                    <a:pt x="851" y="1670"/>
                  </a:cubicBezTo>
                  <a:cubicBezTo>
                    <a:pt x="883" y="1229"/>
                    <a:pt x="1418" y="819"/>
                    <a:pt x="2111" y="819"/>
                  </a:cubicBezTo>
                  <a:close/>
                  <a:moveTo>
                    <a:pt x="2111" y="0"/>
                  </a:moveTo>
                  <a:cubicBezTo>
                    <a:pt x="914" y="0"/>
                    <a:pt x="1" y="756"/>
                    <a:pt x="1" y="1670"/>
                  </a:cubicBezTo>
                  <a:cubicBezTo>
                    <a:pt x="64" y="2552"/>
                    <a:pt x="946" y="3308"/>
                    <a:pt x="2111" y="3308"/>
                  </a:cubicBezTo>
                  <a:cubicBezTo>
                    <a:pt x="3277" y="3308"/>
                    <a:pt x="4191" y="2552"/>
                    <a:pt x="4191" y="1670"/>
                  </a:cubicBezTo>
                  <a:cubicBezTo>
                    <a:pt x="4191" y="756"/>
                    <a:pt x="3277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33" name="Google Shape;13533;p141"/>
          <p:cNvGrpSpPr/>
          <p:nvPr/>
        </p:nvGrpSpPr>
        <p:grpSpPr>
          <a:xfrm>
            <a:off x="5303106" y="1711889"/>
            <a:ext cx="343849" cy="340058"/>
            <a:chOff x="-13531925" y="2075775"/>
            <a:chExt cx="356025" cy="352100"/>
          </a:xfrm>
        </p:grpSpPr>
        <p:sp>
          <p:nvSpPr>
            <p:cNvPr id="13534" name="Google Shape;13534;p141"/>
            <p:cNvSpPr/>
            <p:nvPr/>
          </p:nvSpPr>
          <p:spPr>
            <a:xfrm>
              <a:off x="-13531925" y="2075775"/>
              <a:ext cx="356025" cy="352100"/>
            </a:xfrm>
            <a:custGeom>
              <a:avLst/>
              <a:gdLst/>
              <a:ahLst/>
              <a:cxnLst/>
              <a:rect l="l" t="t" r="r" b="b"/>
              <a:pathLst>
                <a:path w="14241" h="14084" extrusionOk="0">
                  <a:moveTo>
                    <a:pt x="9610" y="725"/>
                  </a:moveTo>
                  <a:cubicBezTo>
                    <a:pt x="9862" y="725"/>
                    <a:pt x="10019" y="946"/>
                    <a:pt x="10019" y="1166"/>
                  </a:cubicBezTo>
                  <a:lnTo>
                    <a:pt x="10019" y="2017"/>
                  </a:lnTo>
                  <a:lnTo>
                    <a:pt x="10019" y="2111"/>
                  </a:lnTo>
                  <a:lnTo>
                    <a:pt x="9830" y="2395"/>
                  </a:lnTo>
                  <a:cubicBezTo>
                    <a:pt x="9736" y="2426"/>
                    <a:pt x="9704" y="2426"/>
                    <a:pt x="9610" y="2426"/>
                  </a:cubicBezTo>
                  <a:lnTo>
                    <a:pt x="4632" y="2426"/>
                  </a:lnTo>
                  <a:cubicBezTo>
                    <a:pt x="4538" y="2426"/>
                    <a:pt x="4474" y="2395"/>
                    <a:pt x="4411" y="2395"/>
                  </a:cubicBezTo>
                  <a:lnTo>
                    <a:pt x="4222" y="2111"/>
                  </a:lnTo>
                  <a:lnTo>
                    <a:pt x="4222" y="2017"/>
                  </a:lnTo>
                  <a:lnTo>
                    <a:pt x="4222" y="1166"/>
                  </a:lnTo>
                  <a:cubicBezTo>
                    <a:pt x="4222" y="946"/>
                    <a:pt x="4411" y="725"/>
                    <a:pt x="4632" y="725"/>
                  </a:cubicBezTo>
                  <a:close/>
                  <a:moveTo>
                    <a:pt x="9232" y="3308"/>
                  </a:moveTo>
                  <a:lnTo>
                    <a:pt x="8633" y="4128"/>
                  </a:lnTo>
                  <a:lnTo>
                    <a:pt x="5735" y="4128"/>
                  </a:lnTo>
                  <a:lnTo>
                    <a:pt x="5105" y="3308"/>
                  </a:lnTo>
                  <a:close/>
                  <a:moveTo>
                    <a:pt x="2175" y="4915"/>
                  </a:moveTo>
                  <a:cubicBezTo>
                    <a:pt x="2427" y="4915"/>
                    <a:pt x="2584" y="5104"/>
                    <a:pt x="2584" y="5325"/>
                  </a:cubicBezTo>
                  <a:lnTo>
                    <a:pt x="2584" y="5766"/>
                  </a:lnTo>
                  <a:lnTo>
                    <a:pt x="1734" y="5766"/>
                  </a:lnTo>
                  <a:lnTo>
                    <a:pt x="1734" y="5325"/>
                  </a:lnTo>
                  <a:cubicBezTo>
                    <a:pt x="1734" y="5104"/>
                    <a:pt x="1954" y="4915"/>
                    <a:pt x="2175" y="4915"/>
                  </a:cubicBezTo>
                  <a:close/>
                  <a:moveTo>
                    <a:pt x="12193" y="4915"/>
                  </a:moveTo>
                  <a:cubicBezTo>
                    <a:pt x="12414" y="4915"/>
                    <a:pt x="12603" y="5104"/>
                    <a:pt x="12603" y="5325"/>
                  </a:cubicBezTo>
                  <a:lnTo>
                    <a:pt x="12603" y="5766"/>
                  </a:lnTo>
                  <a:lnTo>
                    <a:pt x="11784" y="5766"/>
                  </a:lnTo>
                  <a:lnTo>
                    <a:pt x="11784" y="5325"/>
                  </a:lnTo>
                  <a:lnTo>
                    <a:pt x="11752" y="5325"/>
                  </a:lnTo>
                  <a:cubicBezTo>
                    <a:pt x="11752" y="5104"/>
                    <a:pt x="11941" y="4915"/>
                    <a:pt x="12193" y="4915"/>
                  </a:cubicBezTo>
                  <a:close/>
                  <a:moveTo>
                    <a:pt x="8570" y="4947"/>
                  </a:moveTo>
                  <a:lnTo>
                    <a:pt x="9263" y="6364"/>
                  </a:lnTo>
                  <a:cubicBezTo>
                    <a:pt x="9358" y="6522"/>
                    <a:pt x="9452" y="6616"/>
                    <a:pt x="9641" y="6616"/>
                  </a:cubicBezTo>
                  <a:lnTo>
                    <a:pt x="12981" y="6616"/>
                  </a:lnTo>
                  <a:cubicBezTo>
                    <a:pt x="13201" y="6616"/>
                    <a:pt x="13390" y="6806"/>
                    <a:pt x="13390" y="7026"/>
                  </a:cubicBezTo>
                  <a:lnTo>
                    <a:pt x="13390" y="7467"/>
                  </a:lnTo>
                  <a:lnTo>
                    <a:pt x="9200" y="7467"/>
                  </a:lnTo>
                  <a:cubicBezTo>
                    <a:pt x="8665" y="6963"/>
                    <a:pt x="7972" y="6648"/>
                    <a:pt x="7184" y="6648"/>
                  </a:cubicBezTo>
                  <a:cubicBezTo>
                    <a:pt x="6396" y="6648"/>
                    <a:pt x="5703" y="6963"/>
                    <a:pt x="5136" y="7467"/>
                  </a:cubicBezTo>
                  <a:lnTo>
                    <a:pt x="977" y="7467"/>
                  </a:lnTo>
                  <a:lnTo>
                    <a:pt x="977" y="7026"/>
                  </a:lnTo>
                  <a:cubicBezTo>
                    <a:pt x="914" y="6774"/>
                    <a:pt x="1103" y="6616"/>
                    <a:pt x="1356" y="6616"/>
                  </a:cubicBezTo>
                  <a:lnTo>
                    <a:pt x="4664" y="6616"/>
                  </a:lnTo>
                  <a:cubicBezTo>
                    <a:pt x="4821" y="6616"/>
                    <a:pt x="4979" y="6522"/>
                    <a:pt x="5010" y="6364"/>
                  </a:cubicBezTo>
                  <a:lnTo>
                    <a:pt x="5735" y="4947"/>
                  </a:lnTo>
                  <a:close/>
                  <a:moveTo>
                    <a:pt x="4506" y="8255"/>
                  </a:moveTo>
                  <a:cubicBezTo>
                    <a:pt x="4317" y="8664"/>
                    <a:pt x="4222" y="9042"/>
                    <a:pt x="4222" y="9515"/>
                  </a:cubicBezTo>
                  <a:cubicBezTo>
                    <a:pt x="4222" y="9956"/>
                    <a:pt x="4348" y="10366"/>
                    <a:pt x="4506" y="10744"/>
                  </a:cubicBezTo>
                  <a:lnTo>
                    <a:pt x="914" y="10744"/>
                  </a:lnTo>
                  <a:lnTo>
                    <a:pt x="914" y="8255"/>
                  </a:lnTo>
                  <a:close/>
                  <a:moveTo>
                    <a:pt x="13390" y="8286"/>
                  </a:moveTo>
                  <a:lnTo>
                    <a:pt x="13390" y="10744"/>
                  </a:lnTo>
                  <a:lnTo>
                    <a:pt x="9767" y="10744"/>
                  </a:lnTo>
                  <a:cubicBezTo>
                    <a:pt x="9988" y="10334"/>
                    <a:pt x="10051" y="9956"/>
                    <a:pt x="10051" y="9515"/>
                  </a:cubicBezTo>
                  <a:cubicBezTo>
                    <a:pt x="10051" y="9074"/>
                    <a:pt x="9925" y="8664"/>
                    <a:pt x="9767" y="8286"/>
                  </a:cubicBezTo>
                  <a:close/>
                  <a:moveTo>
                    <a:pt x="7152" y="7373"/>
                  </a:moveTo>
                  <a:cubicBezTo>
                    <a:pt x="8287" y="7373"/>
                    <a:pt x="9232" y="8318"/>
                    <a:pt x="9232" y="9483"/>
                  </a:cubicBezTo>
                  <a:cubicBezTo>
                    <a:pt x="9232" y="10618"/>
                    <a:pt x="8287" y="11563"/>
                    <a:pt x="7152" y="11563"/>
                  </a:cubicBezTo>
                  <a:cubicBezTo>
                    <a:pt x="5987" y="11563"/>
                    <a:pt x="5042" y="10618"/>
                    <a:pt x="5042" y="9483"/>
                  </a:cubicBezTo>
                  <a:cubicBezTo>
                    <a:pt x="5042" y="8318"/>
                    <a:pt x="5987" y="7373"/>
                    <a:pt x="7152" y="7373"/>
                  </a:cubicBezTo>
                  <a:close/>
                  <a:moveTo>
                    <a:pt x="13390" y="11563"/>
                  </a:moveTo>
                  <a:lnTo>
                    <a:pt x="13390" y="12791"/>
                  </a:lnTo>
                  <a:cubicBezTo>
                    <a:pt x="13390" y="13012"/>
                    <a:pt x="13201" y="13201"/>
                    <a:pt x="12981" y="13201"/>
                  </a:cubicBezTo>
                  <a:lnTo>
                    <a:pt x="1356" y="13201"/>
                  </a:lnTo>
                  <a:cubicBezTo>
                    <a:pt x="1103" y="13201"/>
                    <a:pt x="946" y="13012"/>
                    <a:pt x="946" y="12791"/>
                  </a:cubicBezTo>
                  <a:lnTo>
                    <a:pt x="946" y="11563"/>
                  </a:lnTo>
                  <a:lnTo>
                    <a:pt x="5136" y="11563"/>
                  </a:lnTo>
                  <a:cubicBezTo>
                    <a:pt x="5640" y="12067"/>
                    <a:pt x="6396" y="12382"/>
                    <a:pt x="7184" y="12382"/>
                  </a:cubicBezTo>
                  <a:cubicBezTo>
                    <a:pt x="7972" y="12382"/>
                    <a:pt x="8665" y="12067"/>
                    <a:pt x="9200" y="11563"/>
                  </a:cubicBezTo>
                  <a:close/>
                  <a:moveTo>
                    <a:pt x="4569" y="0"/>
                  </a:moveTo>
                  <a:cubicBezTo>
                    <a:pt x="3907" y="0"/>
                    <a:pt x="3309" y="536"/>
                    <a:pt x="3309" y="1261"/>
                  </a:cubicBezTo>
                  <a:lnTo>
                    <a:pt x="3309" y="2111"/>
                  </a:lnTo>
                  <a:cubicBezTo>
                    <a:pt x="3309" y="2458"/>
                    <a:pt x="3466" y="2836"/>
                    <a:pt x="3750" y="3056"/>
                  </a:cubicBezTo>
                  <a:lnTo>
                    <a:pt x="4884" y="4632"/>
                  </a:lnTo>
                  <a:lnTo>
                    <a:pt x="4317" y="5829"/>
                  </a:lnTo>
                  <a:lnTo>
                    <a:pt x="3309" y="5829"/>
                  </a:lnTo>
                  <a:lnTo>
                    <a:pt x="3309" y="5388"/>
                  </a:lnTo>
                  <a:cubicBezTo>
                    <a:pt x="3309" y="4726"/>
                    <a:pt x="2773" y="4159"/>
                    <a:pt x="2112" y="4159"/>
                  </a:cubicBezTo>
                  <a:cubicBezTo>
                    <a:pt x="1419" y="4159"/>
                    <a:pt x="851" y="4726"/>
                    <a:pt x="851" y="5388"/>
                  </a:cubicBezTo>
                  <a:lnTo>
                    <a:pt x="851" y="5860"/>
                  </a:lnTo>
                  <a:cubicBezTo>
                    <a:pt x="379" y="6018"/>
                    <a:pt x="1" y="6490"/>
                    <a:pt x="1" y="7026"/>
                  </a:cubicBezTo>
                  <a:lnTo>
                    <a:pt x="1" y="12823"/>
                  </a:lnTo>
                  <a:cubicBezTo>
                    <a:pt x="1" y="13485"/>
                    <a:pt x="568" y="14083"/>
                    <a:pt x="1229" y="14083"/>
                  </a:cubicBezTo>
                  <a:lnTo>
                    <a:pt x="12855" y="14083"/>
                  </a:lnTo>
                  <a:cubicBezTo>
                    <a:pt x="13516" y="14083"/>
                    <a:pt x="14115" y="13516"/>
                    <a:pt x="14115" y="12823"/>
                  </a:cubicBezTo>
                  <a:lnTo>
                    <a:pt x="14115" y="7026"/>
                  </a:lnTo>
                  <a:cubicBezTo>
                    <a:pt x="14241" y="6490"/>
                    <a:pt x="13863" y="6018"/>
                    <a:pt x="13390" y="5860"/>
                  </a:cubicBezTo>
                  <a:lnTo>
                    <a:pt x="13390" y="5388"/>
                  </a:lnTo>
                  <a:cubicBezTo>
                    <a:pt x="13390" y="4726"/>
                    <a:pt x="12855" y="4159"/>
                    <a:pt x="12130" y="4159"/>
                  </a:cubicBezTo>
                  <a:cubicBezTo>
                    <a:pt x="11469" y="4159"/>
                    <a:pt x="10870" y="4726"/>
                    <a:pt x="10870" y="5388"/>
                  </a:cubicBezTo>
                  <a:lnTo>
                    <a:pt x="10870" y="5829"/>
                  </a:lnTo>
                  <a:lnTo>
                    <a:pt x="9862" y="5829"/>
                  </a:lnTo>
                  <a:lnTo>
                    <a:pt x="9263" y="4632"/>
                  </a:lnTo>
                  <a:lnTo>
                    <a:pt x="10429" y="3056"/>
                  </a:lnTo>
                  <a:cubicBezTo>
                    <a:pt x="10681" y="2836"/>
                    <a:pt x="10838" y="2521"/>
                    <a:pt x="10838" y="2111"/>
                  </a:cubicBezTo>
                  <a:lnTo>
                    <a:pt x="10838" y="1261"/>
                  </a:lnTo>
                  <a:cubicBezTo>
                    <a:pt x="10838" y="568"/>
                    <a:pt x="10303" y="0"/>
                    <a:pt x="95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141"/>
            <p:cNvSpPr/>
            <p:nvPr/>
          </p:nvSpPr>
          <p:spPr>
            <a:xfrm>
              <a:off x="-13384625" y="2282125"/>
              <a:ext cx="63025" cy="60675"/>
            </a:xfrm>
            <a:custGeom>
              <a:avLst/>
              <a:gdLst/>
              <a:ahLst/>
              <a:cxnLst/>
              <a:rect l="l" t="t" r="r" b="b"/>
              <a:pathLst>
                <a:path w="2521" h="2427" extrusionOk="0">
                  <a:moveTo>
                    <a:pt x="1260" y="788"/>
                  </a:moveTo>
                  <a:cubicBezTo>
                    <a:pt x="1449" y="788"/>
                    <a:pt x="1670" y="977"/>
                    <a:pt x="1670" y="1229"/>
                  </a:cubicBezTo>
                  <a:cubicBezTo>
                    <a:pt x="1670" y="1450"/>
                    <a:pt x="1481" y="1639"/>
                    <a:pt x="1260" y="1639"/>
                  </a:cubicBezTo>
                  <a:cubicBezTo>
                    <a:pt x="1008" y="1639"/>
                    <a:pt x="851" y="1450"/>
                    <a:pt x="851" y="1229"/>
                  </a:cubicBezTo>
                  <a:cubicBezTo>
                    <a:pt x="851" y="977"/>
                    <a:pt x="1040" y="788"/>
                    <a:pt x="1260" y="788"/>
                  </a:cubicBezTo>
                  <a:close/>
                  <a:moveTo>
                    <a:pt x="1260" y="1"/>
                  </a:moveTo>
                  <a:cubicBezTo>
                    <a:pt x="536" y="1"/>
                    <a:pt x="0" y="568"/>
                    <a:pt x="0" y="1229"/>
                  </a:cubicBezTo>
                  <a:cubicBezTo>
                    <a:pt x="0" y="1891"/>
                    <a:pt x="536" y="2427"/>
                    <a:pt x="1260" y="2427"/>
                  </a:cubicBezTo>
                  <a:cubicBezTo>
                    <a:pt x="1954" y="2427"/>
                    <a:pt x="2521" y="1923"/>
                    <a:pt x="2521" y="1229"/>
                  </a:cubicBez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36" name="Google Shape;13536;p141"/>
          <p:cNvGrpSpPr/>
          <p:nvPr/>
        </p:nvGrpSpPr>
        <p:grpSpPr>
          <a:xfrm>
            <a:off x="5304627" y="2120094"/>
            <a:ext cx="340807" cy="340807"/>
            <a:chOff x="-13528775" y="2507400"/>
            <a:chExt cx="352875" cy="352875"/>
          </a:xfrm>
        </p:grpSpPr>
        <p:sp>
          <p:nvSpPr>
            <p:cNvPr id="13537" name="Google Shape;13537;p141"/>
            <p:cNvSpPr/>
            <p:nvPr/>
          </p:nvSpPr>
          <p:spPr>
            <a:xfrm>
              <a:off x="-13528775" y="2507400"/>
              <a:ext cx="352875" cy="352875"/>
            </a:xfrm>
            <a:custGeom>
              <a:avLst/>
              <a:gdLst/>
              <a:ahLst/>
              <a:cxnLst/>
              <a:rect l="l" t="t" r="r" b="b"/>
              <a:pathLst>
                <a:path w="14115" h="14115" extrusionOk="0">
                  <a:moveTo>
                    <a:pt x="6018" y="851"/>
                  </a:moveTo>
                  <a:lnTo>
                    <a:pt x="7121" y="2489"/>
                  </a:lnTo>
                  <a:lnTo>
                    <a:pt x="5640" y="2489"/>
                  </a:lnTo>
                  <a:lnTo>
                    <a:pt x="4538" y="851"/>
                  </a:lnTo>
                  <a:close/>
                  <a:moveTo>
                    <a:pt x="8507" y="851"/>
                  </a:moveTo>
                  <a:lnTo>
                    <a:pt x="9610" y="2489"/>
                  </a:lnTo>
                  <a:lnTo>
                    <a:pt x="8129" y="2489"/>
                  </a:lnTo>
                  <a:lnTo>
                    <a:pt x="7026" y="851"/>
                  </a:lnTo>
                  <a:close/>
                  <a:moveTo>
                    <a:pt x="10996" y="851"/>
                  </a:moveTo>
                  <a:lnTo>
                    <a:pt x="12099" y="2489"/>
                  </a:lnTo>
                  <a:lnTo>
                    <a:pt x="10586" y="2489"/>
                  </a:lnTo>
                  <a:lnTo>
                    <a:pt x="9484" y="851"/>
                  </a:lnTo>
                  <a:close/>
                  <a:moveTo>
                    <a:pt x="12855" y="851"/>
                  </a:moveTo>
                  <a:cubicBezTo>
                    <a:pt x="13075" y="851"/>
                    <a:pt x="13264" y="1040"/>
                    <a:pt x="13264" y="1260"/>
                  </a:cubicBezTo>
                  <a:lnTo>
                    <a:pt x="13264" y="2489"/>
                  </a:lnTo>
                  <a:lnTo>
                    <a:pt x="13075" y="2489"/>
                  </a:lnTo>
                  <a:lnTo>
                    <a:pt x="11973" y="851"/>
                  </a:lnTo>
                  <a:close/>
                  <a:moveTo>
                    <a:pt x="7121" y="3308"/>
                  </a:moveTo>
                  <a:lnTo>
                    <a:pt x="6018" y="4978"/>
                  </a:lnTo>
                  <a:lnTo>
                    <a:pt x="4538" y="4978"/>
                  </a:lnTo>
                  <a:lnTo>
                    <a:pt x="5640" y="3308"/>
                  </a:lnTo>
                  <a:close/>
                  <a:moveTo>
                    <a:pt x="9610" y="3308"/>
                  </a:moveTo>
                  <a:lnTo>
                    <a:pt x="8507" y="4978"/>
                  </a:lnTo>
                  <a:lnTo>
                    <a:pt x="7026" y="4978"/>
                  </a:lnTo>
                  <a:lnTo>
                    <a:pt x="8129" y="3308"/>
                  </a:lnTo>
                  <a:close/>
                  <a:moveTo>
                    <a:pt x="12099" y="3308"/>
                  </a:moveTo>
                  <a:lnTo>
                    <a:pt x="10996" y="4978"/>
                  </a:lnTo>
                  <a:lnTo>
                    <a:pt x="9484" y="4978"/>
                  </a:lnTo>
                  <a:lnTo>
                    <a:pt x="10586" y="3308"/>
                  </a:lnTo>
                  <a:close/>
                  <a:moveTo>
                    <a:pt x="13264" y="3308"/>
                  </a:moveTo>
                  <a:lnTo>
                    <a:pt x="13264" y="4978"/>
                  </a:lnTo>
                  <a:lnTo>
                    <a:pt x="11973" y="4978"/>
                  </a:lnTo>
                  <a:lnTo>
                    <a:pt x="13075" y="3308"/>
                  </a:lnTo>
                  <a:close/>
                  <a:moveTo>
                    <a:pt x="3561" y="851"/>
                  </a:moveTo>
                  <a:lnTo>
                    <a:pt x="4916" y="2930"/>
                  </a:lnTo>
                  <a:lnTo>
                    <a:pt x="3561" y="5009"/>
                  </a:lnTo>
                  <a:lnTo>
                    <a:pt x="820" y="5009"/>
                  </a:lnTo>
                  <a:lnTo>
                    <a:pt x="820" y="1323"/>
                  </a:lnTo>
                  <a:cubicBezTo>
                    <a:pt x="788" y="1040"/>
                    <a:pt x="977" y="851"/>
                    <a:pt x="1230" y="851"/>
                  </a:cubicBezTo>
                  <a:close/>
                  <a:moveTo>
                    <a:pt x="13264" y="5797"/>
                  </a:moveTo>
                  <a:lnTo>
                    <a:pt x="13264" y="12886"/>
                  </a:lnTo>
                  <a:cubicBezTo>
                    <a:pt x="13264" y="13138"/>
                    <a:pt x="13075" y="13327"/>
                    <a:pt x="12855" y="13327"/>
                  </a:cubicBezTo>
                  <a:lnTo>
                    <a:pt x="1230" y="13327"/>
                  </a:lnTo>
                  <a:cubicBezTo>
                    <a:pt x="1009" y="13327"/>
                    <a:pt x="851" y="13138"/>
                    <a:pt x="851" y="12886"/>
                  </a:cubicBezTo>
                  <a:lnTo>
                    <a:pt x="851" y="5797"/>
                  </a:lnTo>
                  <a:close/>
                  <a:moveTo>
                    <a:pt x="1230" y="0"/>
                  </a:moveTo>
                  <a:cubicBezTo>
                    <a:pt x="568" y="0"/>
                    <a:pt x="1" y="567"/>
                    <a:pt x="1" y="1260"/>
                  </a:cubicBezTo>
                  <a:lnTo>
                    <a:pt x="1" y="12886"/>
                  </a:lnTo>
                  <a:cubicBezTo>
                    <a:pt x="1" y="13547"/>
                    <a:pt x="568" y="14114"/>
                    <a:pt x="1230" y="14114"/>
                  </a:cubicBezTo>
                  <a:lnTo>
                    <a:pt x="12855" y="14114"/>
                  </a:lnTo>
                  <a:cubicBezTo>
                    <a:pt x="13516" y="14114"/>
                    <a:pt x="14115" y="13547"/>
                    <a:pt x="14115" y="12886"/>
                  </a:cubicBezTo>
                  <a:lnTo>
                    <a:pt x="14115" y="1260"/>
                  </a:lnTo>
                  <a:cubicBezTo>
                    <a:pt x="14115" y="599"/>
                    <a:pt x="13548" y="0"/>
                    <a:pt x="128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141"/>
            <p:cNvSpPr/>
            <p:nvPr/>
          </p:nvSpPr>
          <p:spPr>
            <a:xfrm>
              <a:off x="-13403525" y="2673750"/>
              <a:ext cx="123675" cy="145750"/>
            </a:xfrm>
            <a:custGeom>
              <a:avLst/>
              <a:gdLst/>
              <a:ahLst/>
              <a:cxnLst/>
              <a:rect l="l" t="t" r="r" b="b"/>
              <a:pathLst>
                <a:path w="4947" h="5830" extrusionOk="0">
                  <a:moveTo>
                    <a:pt x="819" y="1159"/>
                  </a:moveTo>
                  <a:lnTo>
                    <a:pt x="3749" y="2924"/>
                  </a:lnTo>
                  <a:lnTo>
                    <a:pt x="819" y="4688"/>
                  </a:lnTo>
                  <a:lnTo>
                    <a:pt x="819" y="1159"/>
                  </a:lnTo>
                  <a:close/>
                  <a:moveTo>
                    <a:pt x="415" y="0"/>
                  </a:moveTo>
                  <a:cubicBezTo>
                    <a:pt x="197" y="0"/>
                    <a:pt x="0" y="166"/>
                    <a:pt x="0" y="403"/>
                  </a:cubicBezTo>
                  <a:lnTo>
                    <a:pt x="0" y="5412"/>
                  </a:lnTo>
                  <a:cubicBezTo>
                    <a:pt x="0" y="5570"/>
                    <a:pt x="63" y="5696"/>
                    <a:pt x="189" y="5759"/>
                  </a:cubicBezTo>
                  <a:cubicBezTo>
                    <a:pt x="252" y="5806"/>
                    <a:pt x="323" y="5830"/>
                    <a:pt x="398" y="5830"/>
                  </a:cubicBezTo>
                  <a:cubicBezTo>
                    <a:pt x="473" y="5830"/>
                    <a:pt x="551" y="5806"/>
                    <a:pt x="630" y="5759"/>
                  </a:cubicBezTo>
                  <a:lnTo>
                    <a:pt x="4757" y="3239"/>
                  </a:lnTo>
                  <a:cubicBezTo>
                    <a:pt x="4883" y="3176"/>
                    <a:pt x="4946" y="3050"/>
                    <a:pt x="4946" y="2892"/>
                  </a:cubicBezTo>
                  <a:cubicBezTo>
                    <a:pt x="4946" y="2735"/>
                    <a:pt x="4883" y="2640"/>
                    <a:pt x="4757" y="2577"/>
                  </a:cubicBezTo>
                  <a:lnTo>
                    <a:pt x="630" y="57"/>
                  </a:lnTo>
                  <a:cubicBezTo>
                    <a:pt x="560" y="18"/>
                    <a:pt x="487" y="0"/>
                    <a:pt x="4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141"/>
            <p:cNvSpPr/>
            <p:nvPr/>
          </p:nvSpPr>
          <p:spPr>
            <a:xfrm>
              <a:off x="-13486225" y="25593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19" y="0"/>
                  </a:moveTo>
                  <a:cubicBezTo>
                    <a:pt x="378" y="0"/>
                    <a:pt x="0" y="378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38" y="1292"/>
                    <a:pt x="1638" y="851"/>
                  </a:cubicBezTo>
                  <a:cubicBezTo>
                    <a:pt x="1638" y="378"/>
                    <a:pt x="1292" y="0"/>
                    <a:pt x="8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40" name="Google Shape;13540;p141"/>
          <p:cNvSpPr/>
          <p:nvPr/>
        </p:nvSpPr>
        <p:spPr>
          <a:xfrm>
            <a:off x="7123388" y="1334505"/>
            <a:ext cx="341579" cy="279189"/>
          </a:xfrm>
          <a:custGeom>
            <a:avLst/>
            <a:gdLst/>
            <a:ahLst/>
            <a:cxnLst/>
            <a:rect l="l" t="t" r="r" b="b"/>
            <a:pathLst>
              <a:path w="14147" h="11563" extrusionOk="0">
                <a:moveTo>
                  <a:pt x="6680" y="819"/>
                </a:moveTo>
                <a:lnTo>
                  <a:pt x="6680" y="5009"/>
                </a:lnTo>
                <a:lnTo>
                  <a:pt x="6648" y="5009"/>
                </a:lnTo>
                <a:cubicBezTo>
                  <a:pt x="6302" y="5041"/>
                  <a:pt x="5924" y="5167"/>
                  <a:pt x="5609" y="5356"/>
                </a:cubicBezTo>
                <a:lnTo>
                  <a:pt x="3624" y="1859"/>
                </a:lnTo>
                <a:cubicBezTo>
                  <a:pt x="4506" y="1260"/>
                  <a:pt x="5546" y="882"/>
                  <a:pt x="6680" y="819"/>
                </a:cubicBezTo>
                <a:close/>
                <a:moveTo>
                  <a:pt x="7531" y="819"/>
                </a:moveTo>
                <a:cubicBezTo>
                  <a:pt x="8633" y="914"/>
                  <a:pt x="9673" y="1260"/>
                  <a:pt x="10587" y="1859"/>
                </a:cubicBezTo>
                <a:lnTo>
                  <a:pt x="8539" y="5356"/>
                </a:lnTo>
                <a:cubicBezTo>
                  <a:pt x="8224" y="5167"/>
                  <a:pt x="7877" y="5041"/>
                  <a:pt x="7531" y="5009"/>
                </a:cubicBezTo>
                <a:lnTo>
                  <a:pt x="7531" y="819"/>
                </a:lnTo>
                <a:close/>
                <a:moveTo>
                  <a:pt x="2931" y="2332"/>
                </a:moveTo>
                <a:lnTo>
                  <a:pt x="5010" y="5829"/>
                </a:lnTo>
                <a:cubicBezTo>
                  <a:pt x="4632" y="6175"/>
                  <a:pt x="4412" y="6648"/>
                  <a:pt x="4286" y="7152"/>
                </a:cubicBezTo>
                <a:lnTo>
                  <a:pt x="915" y="5892"/>
                </a:lnTo>
                <a:cubicBezTo>
                  <a:pt x="1135" y="4474"/>
                  <a:pt x="1891" y="3214"/>
                  <a:pt x="2931" y="2332"/>
                </a:cubicBezTo>
                <a:close/>
                <a:moveTo>
                  <a:pt x="11248" y="2300"/>
                </a:moveTo>
                <a:cubicBezTo>
                  <a:pt x="12319" y="3214"/>
                  <a:pt x="13075" y="4474"/>
                  <a:pt x="13296" y="5892"/>
                </a:cubicBezTo>
                <a:lnTo>
                  <a:pt x="9925" y="7152"/>
                </a:lnTo>
                <a:cubicBezTo>
                  <a:pt x="9799" y="6648"/>
                  <a:pt x="9547" y="6207"/>
                  <a:pt x="9200" y="5829"/>
                </a:cubicBezTo>
                <a:lnTo>
                  <a:pt x="11248" y="2300"/>
                </a:lnTo>
                <a:close/>
                <a:moveTo>
                  <a:pt x="7090" y="5797"/>
                </a:moveTo>
                <a:cubicBezTo>
                  <a:pt x="8098" y="5797"/>
                  <a:pt x="8948" y="6522"/>
                  <a:pt x="9137" y="7467"/>
                </a:cubicBezTo>
                <a:lnTo>
                  <a:pt x="7090" y="8223"/>
                </a:lnTo>
                <a:lnTo>
                  <a:pt x="5042" y="7467"/>
                </a:lnTo>
                <a:cubicBezTo>
                  <a:pt x="5199" y="6522"/>
                  <a:pt x="6050" y="5797"/>
                  <a:pt x="7090" y="5797"/>
                </a:cubicBezTo>
                <a:close/>
                <a:moveTo>
                  <a:pt x="7090" y="9294"/>
                </a:moveTo>
                <a:lnTo>
                  <a:pt x="8161" y="10428"/>
                </a:lnTo>
                <a:cubicBezTo>
                  <a:pt x="7830" y="10633"/>
                  <a:pt x="7452" y="10735"/>
                  <a:pt x="7078" y="10735"/>
                </a:cubicBezTo>
                <a:cubicBezTo>
                  <a:pt x="6704" y="10735"/>
                  <a:pt x="6333" y="10633"/>
                  <a:pt x="6018" y="10428"/>
                </a:cubicBezTo>
                <a:lnTo>
                  <a:pt x="7090" y="9294"/>
                </a:lnTo>
                <a:close/>
                <a:moveTo>
                  <a:pt x="7090" y="0"/>
                </a:moveTo>
                <a:cubicBezTo>
                  <a:pt x="3498" y="0"/>
                  <a:pt x="473" y="2678"/>
                  <a:pt x="32" y="6144"/>
                </a:cubicBezTo>
                <a:cubicBezTo>
                  <a:pt x="1" y="6333"/>
                  <a:pt x="95" y="6490"/>
                  <a:pt x="316" y="6585"/>
                </a:cubicBezTo>
                <a:lnTo>
                  <a:pt x="6365" y="8853"/>
                </a:lnTo>
                <a:lnTo>
                  <a:pt x="5168" y="10208"/>
                </a:lnTo>
                <a:cubicBezTo>
                  <a:pt x="5010" y="10365"/>
                  <a:pt x="5010" y="10617"/>
                  <a:pt x="5168" y="10775"/>
                </a:cubicBezTo>
                <a:cubicBezTo>
                  <a:pt x="5672" y="11310"/>
                  <a:pt x="6365" y="11562"/>
                  <a:pt x="7090" y="11562"/>
                </a:cubicBezTo>
                <a:cubicBezTo>
                  <a:pt x="7846" y="11562"/>
                  <a:pt x="8507" y="11310"/>
                  <a:pt x="9011" y="10775"/>
                </a:cubicBezTo>
                <a:cubicBezTo>
                  <a:pt x="9169" y="10617"/>
                  <a:pt x="9169" y="10397"/>
                  <a:pt x="9011" y="10208"/>
                </a:cubicBezTo>
                <a:lnTo>
                  <a:pt x="7783" y="8853"/>
                </a:lnTo>
                <a:lnTo>
                  <a:pt x="13863" y="6585"/>
                </a:lnTo>
                <a:cubicBezTo>
                  <a:pt x="14052" y="6490"/>
                  <a:pt x="14147" y="6333"/>
                  <a:pt x="14147" y="6144"/>
                </a:cubicBezTo>
                <a:cubicBezTo>
                  <a:pt x="13706" y="2678"/>
                  <a:pt x="10650" y="0"/>
                  <a:pt x="709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1" name="Google Shape;13541;p141"/>
          <p:cNvSpPr/>
          <p:nvPr/>
        </p:nvSpPr>
        <p:spPr>
          <a:xfrm>
            <a:off x="7123014" y="1711602"/>
            <a:ext cx="342328" cy="340638"/>
          </a:xfrm>
          <a:custGeom>
            <a:avLst/>
            <a:gdLst/>
            <a:ahLst/>
            <a:cxnLst/>
            <a:rect l="l" t="t" r="r" b="b"/>
            <a:pathLst>
              <a:path w="14178" h="14108" extrusionOk="0">
                <a:moveTo>
                  <a:pt x="8727" y="5034"/>
                </a:moveTo>
                <a:cubicBezTo>
                  <a:pt x="8948" y="5065"/>
                  <a:pt x="9137" y="5254"/>
                  <a:pt x="9137" y="5443"/>
                </a:cubicBezTo>
                <a:cubicBezTo>
                  <a:pt x="9137" y="5695"/>
                  <a:pt x="8948" y="5885"/>
                  <a:pt x="8727" y="5885"/>
                </a:cubicBezTo>
                <a:cubicBezTo>
                  <a:pt x="8507" y="5885"/>
                  <a:pt x="8318" y="5695"/>
                  <a:pt x="8318" y="5443"/>
                </a:cubicBezTo>
                <a:cubicBezTo>
                  <a:pt x="8318" y="5223"/>
                  <a:pt x="8507" y="5034"/>
                  <a:pt x="8727" y="5034"/>
                </a:cubicBezTo>
                <a:close/>
                <a:moveTo>
                  <a:pt x="5388" y="5065"/>
                </a:moveTo>
                <a:cubicBezTo>
                  <a:pt x="5640" y="5065"/>
                  <a:pt x="5829" y="5254"/>
                  <a:pt x="5829" y="5506"/>
                </a:cubicBezTo>
                <a:cubicBezTo>
                  <a:pt x="5829" y="5727"/>
                  <a:pt x="5640" y="5916"/>
                  <a:pt x="5388" y="5916"/>
                </a:cubicBezTo>
                <a:cubicBezTo>
                  <a:pt x="5167" y="5916"/>
                  <a:pt x="5010" y="5727"/>
                  <a:pt x="5010" y="5506"/>
                </a:cubicBezTo>
                <a:cubicBezTo>
                  <a:pt x="4978" y="5254"/>
                  <a:pt x="5167" y="5065"/>
                  <a:pt x="5388" y="5065"/>
                </a:cubicBezTo>
                <a:close/>
                <a:moveTo>
                  <a:pt x="7089" y="3459"/>
                </a:moveTo>
                <a:cubicBezTo>
                  <a:pt x="8160" y="3459"/>
                  <a:pt x="9137" y="3522"/>
                  <a:pt x="10050" y="3711"/>
                </a:cubicBezTo>
                <a:lnTo>
                  <a:pt x="9357" y="4435"/>
                </a:lnTo>
                <a:cubicBezTo>
                  <a:pt x="9168" y="4341"/>
                  <a:pt x="8979" y="4278"/>
                  <a:pt x="8790" y="4278"/>
                </a:cubicBezTo>
                <a:cubicBezTo>
                  <a:pt x="8097" y="4278"/>
                  <a:pt x="7530" y="4813"/>
                  <a:pt x="7530" y="5506"/>
                </a:cubicBezTo>
                <a:cubicBezTo>
                  <a:pt x="7530" y="6168"/>
                  <a:pt x="8066" y="6704"/>
                  <a:pt x="8790" y="6704"/>
                </a:cubicBezTo>
                <a:cubicBezTo>
                  <a:pt x="9452" y="6704"/>
                  <a:pt x="9987" y="6168"/>
                  <a:pt x="9987" y="5506"/>
                </a:cubicBezTo>
                <a:cubicBezTo>
                  <a:pt x="9987" y="5317"/>
                  <a:pt x="9956" y="5160"/>
                  <a:pt x="9924" y="5034"/>
                </a:cubicBezTo>
                <a:lnTo>
                  <a:pt x="10996" y="3931"/>
                </a:lnTo>
                <a:cubicBezTo>
                  <a:pt x="11216" y="3994"/>
                  <a:pt x="11405" y="4026"/>
                  <a:pt x="11626" y="4120"/>
                </a:cubicBezTo>
                <a:cubicBezTo>
                  <a:pt x="12665" y="4498"/>
                  <a:pt x="13295" y="5034"/>
                  <a:pt x="13295" y="5506"/>
                </a:cubicBezTo>
                <a:cubicBezTo>
                  <a:pt x="13295" y="6452"/>
                  <a:pt x="10775" y="7586"/>
                  <a:pt x="7089" y="7586"/>
                </a:cubicBezTo>
                <a:cubicBezTo>
                  <a:pt x="3497" y="7586"/>
                  <a:pt x="851" y="6483"/>
                  <a:pt x="851" y="5506"/>
                </a:cubicBezTo>
                <a:cubicBezTo>
                  <a:pt x="820" y="5034"/>
                  <a:pt x="1450" y="4498"/>
                  <a:pt x="2521" y="4120"/>
                </a:cubicBezTo>
                <a:cubicBezTo>
                  <a:pt x="2710" y="4026"/>
                  <a:pt x="2962" y="3963"/>
                  <a:pt x="3182" y="3931"/>
                </a:cubicBezTo>
                <a:lnTo>
                  <a:pt x="4285" y="5034"/>
                </a:lnTo>
                <a:cubicBezTo>
                  <a:pt x="4254" y="5191"/>
                  <a:pt x="4222" y="5349"/>
                  <a:pt x="4222" y="5506"/>
                </a:cubicBezTo>
                <a:cubicBezTo>
                  <a:pt x="4222" y="6168"/>
                  <a:pt x="4758" y="6704"/>
                  <a:pt x="5419" y="6704"/>
                </a:cubicBezTo>
                <a:cubicBezTo>
                  <a:pt x="6112" y="6704"/>
                  <a:pt x="6679" y="6168"/>
                  <a:pt x="6679" y="5506"/>
                </a:cubicBezTo>
                <a:cubicBezTo>
                  <a:pt x="6679" y="4813"/>
                  <a:pt x="6144" y="4278"/>
                  <a:pt x="5419" y="4278"/>
                </a:cubicBezTo>
                <a:cubicBezTo>
                  <a:pt x="5199" y="4278"/>
                  <a:pt x="5010" y="4309"/>
                  <a:pt x="4852" y="4435"/>
                </a:cubicBezTo>
                <a:lnTo>
                  <a:pt x="4128" y="3711"/>
                </a:lnTo>
                <a:cubicBezTo>
                  <a:pt x="5041" y="3553"/>
                  <a:pt x="6018" y="3459"/>
                  <a:pt x="7089" y="3459"/>
                </a:cubicBezTo>
                <a:close/>
                <a:moveTo>
                  <a:pt x="820" y="6861"/>
                </a:moveTo>
                <a:cubicBezTo>
                  <a:pt x="1135" y="7113"/>
                  <a:pt x="1576" y="7334"/>
                  <a:pt x="2048" y="7523"/>
                </a:cubicBezTo>
                <a:lnTo>
                  <a:pt x="820" y="9193"/>
                </a:lnTo>
                <a:lnTo>
                  <a:pt x="820" y="6861"/>
                </a:lnTo>
                <a:close/>
                <a:moveTo>
                  <a:pt x="13264" y="6861"/>
                </a:moveTo>
                <a:lnTo>
                  <a:pt x="13264" y="9193"/>
                </a:lnTo>
                <a:lnTo>
                  <a:pt x="12067" y="7554"/>
                </a:lnTo>
                <a:cubicBezTo>
                  <a:pt x="12571" y="7334"/>
                  <a:pt x="12949" y="7113"/>
                  <a:pt x="13264" y="6861"/>
                </a:cubicBezTo>
                <a:close/>
                <a:moveTo>
                  <a:pt x="3655" y="8027"/>
                </a:moveTo>
                <a:lnTo>
                  <a:pt x="3655" y="8027"/>
                </a:lnTo>
                <a:cubicBezTo>
                  <a:pt x="4474" y="8216"/>
                  <a:pt x="5388" y="8279"/>
                  <a:pt x="6333" y="8342"/>
                </a:cubicBezTo>
                <a:lnTo>
                  <a:pt x="4695" y="11083"/>
                </a:lnTo>
                <a:lnTo>
                  <a:pt x="3655" y="8027"/>
                </a:lnTo>
                <a:close/>
                <a:moveTo>
                  <a:pt x="10492" y="8058"/>
                </a:moveTo>
                <a:lnTo>
                  <a:pt x="9452" y="11114"/>
                </a:lnTo>
                <a:lnTo>
                  <a:pt x="7751" y="8373"/>
                </a:lnTo>
                <a:cubicBezTo>
                  <a:pt x="8696" y="8342"/>
                  <a:pt x="9641" y="8216"/>
                  <a:pt x="10492" y="8058"/>
                </a:cubicBezTo>
                <a:close/>
                <a:moveTo>
                  <a:pt x="2741" y="7964"/>
                </a:moveTo>
                <a:lnTo>
                  <a:pt x="3844" y="11272"/>
                </a:lnTo>
                <a:cubicBezTo>
                  <a:pt x="2836" y="11020"/>
                  <a:pt x="1891" y="10610"/>
                  <a:pt x="1135" y="10138"/>
                </a:cubicBezTo>
                <a:lnTo>
                  <a:pt x="2741" y="7964"/>
                </a:lnTo>
                <a:close/>
                <a:moveTo>
                  <a:pt x="11342" y="8027"/>
                </a:moveTo>
                <a:lnTo>
                  <a:pt x="12917" y="10138"/>
                </a:lnTo>
                <a:cubicBezTo>
                  <a:pt x="12161" y="10610"/>
                  <a:pt x="11248" y="11020"/>
                  <a:pt x="10240" y="11272"/>
                </a:cubicBezTo>
                <a:lnTo>
                  <a:pt x="11342" y="8027"/>
                </a:lnTo>
                <a:close/>
                <a:moveTo>
                  <a:pt x="7058" y="8751"/>
                </a:moveTo>
                <a:lnTo>
                  <a:pt x="8727" y="11555"/>
                </a:lnTo>
                <a:cubicBezTo>
                  <a:pt x="8192" y="11618"/>
                  <a:pt x="7593" y="11681"/>
                  <a:pt x="7058" y="11681"/>
                </a:cubicBezTo>
                <a:cubicBezTo>
                  <a:pt x="6459" y="11681"/>
                  <a:pt x="5892" y="11650"/>
                  <a:pt x="5356" y="11555"/>
                </a:cubicBezTo>
                <a:lnTo>
                  <a:pt x="7058" y="8751"/>
                </a:lnTo>
                <a:close/>
                <a:moveTo>
                  <a:pt x="13264" y="10894"/>
                </a:moveTo>
                <a:lnTo>
                  <a:pt x="13264" y="11240"/>
                </a:lnTo>
                <a:cubicBezTo>
                  <a:pt x="13264" y="12185"/>
                  <a:pt x="10744" y="13320"/>
                  <a:pt x="7058" y="13320"/>
                </a:cubicBezTo>
                <a:cubicBezTo>
                  <a:pt x="3340" y="13320"/>
                  <a:pt x="820" y="12185"/>
                  <a:pt x="820" y="11240"/>
                </a:cubicBezTo>
                <a:lnTo>
                  <a:pt x="820" y="10894"/>
                </a:lnTo>
                <a:cubicBezTo>
                  <a:pt x="2615" y="11996"/>
                  <a:pt x="4915" y="12501"/>
                  <a:pt x="7058" y="12501"/>
                </a:cubicBezTo>
                <a:cubicBezTo>
                  <a:pt x="9168" y="12501"/>
                  <a:pt x="11500" y="12028"/>
                  <a:pt x="13264" y="10894"/>
                </a:cubicBezTo>
                <a:close/>
                <a:moveTo>
                  <a:pt x="457" y="1"/>
                </a:moveTo>
                <a:cubicBezTo>
                  <a:pt x="347" y="1"/>
                  <a:pt x="237" y="40"/>
                  <a:pt x="158" y="119"/>
                </a:cubicBezTo>
                <a:cubicBezTo>
                  <a:pt x="0" y="277"/>
                  <a:pt x="0" y="560"/>
                  <a:pt x="158" y="718"/>
                </a:cubicBezTo>
                <a:lnTo>
                  <a:pt x="2552" y="3207"/>
                </a:lnTo>
                <a:cubicBezTo>
                  <a:pt x="2426" y="3238"/>
                  <a:pt x="2363" y="3270"/>
                  <a:pt x="2237" y="3333"/>
                </a:cubicBezTo>
                <a:cubicBezTo>
                  <a:pt x="820" y="3868"/>
                  <a:pt x="32" y="4624"/>
                  <a:pt x="32" y="5443"/>
                </a:cubicBezTo>
                <a:lnTo>
                  <a:pt x="32" y="11240"/>
                </a:lnTo>
                <a:cubicBezTo>
                  <a:pt x="32" y="12091"/>
                  <a:pt x="820" y="12847"/>
                  <a:pt x="2237" y="13383"/>
                </a:cubicBezTo>
                <a:cubicBezTo>
                  <a:pt x="3529" y="13824"/>
                  <a:pt x="5262" y="14107"/>
                  <a:pt x="7089" y="14107"/>
                </a:cubicBezTo>
                <a:cubicBezTo>
                  <a:pt x="10744" y="14107"/>
                  <a:pt x="14146" y="13005"/>
                  <a:pt x="14146" y="11240"/>
                </a:cubicBezTo>
                <a:lnTo>
                  <a:pt x="14146" y="5443"/>
                </a:lnTo>
                <a:cubicBezTo>
                  <a:pt x="14083" y="4624"/>
                  <a:pt x="13295" y="3868"/>
                  <a:pt x="11878" y="3333"/>
                </a:cubicBezTo>
                <a:cubicBezTo>
                  <a:pt x="11815" y="3301"/>
                  <a:pt x="11689" y="3238"/>
                  <a:pt x="11626" y="3207"/>
                </a:cubicBezTo>
                <a:lnTo>
                  <a:pt x="14020" y="718"/>
                </a:lnTo>
                <a:cubicBezTo>
                  <a:pt x="14178" y="560"/>
                  <a:pt x="14178" y="277"/>
                  <a:pt x="14020" y="119"/>
                </a:cubicBezTo>
                <a:cubicBezTo>
                  <a:pt x="13941" y="40"/>
                  <a:pt x="13831" y="1"/>
                  <a:pt x="13721" y="1"/>
                </a:cubicBezTo>
                <a:cubicBezTo>
                  <a:pt x="13611" y="1"/>
                  <a:pt x="13500" y="40"/>
                  <a:pt x="13422" y="119"/>
                </a:cubicBezTo>
                <a:lnTo>
                  <a:pt x="10712" y="2923"/>
                </a:lnTo>
                <a:cubicBezTo>
                  <a:pt x="9609" y="2640"/>
                  <a:pt x="8381" y="2545"/>
                  <a:pt x="7089" y="2545"/>
                </a:cubicBezTo>
                <a:cubicBezTo>
                  <a:pt x="5797" y="2545"/>
                  <a:pt x="4537" y="2640"/>
                  <a:pt x="3466" y="2923"/>
                </a:cubicBezTo>
                <a:lnTo>
                  <a:pt x="757" y="119"/>
                </a:lnTo>
                <a:cubicBezTo>
                  <a:pt x="678" y="40"/>
                  <a:pt x="567" y="1"/>
                  <a:pt x="45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2" name="Google Shape;13542;p141"/>
          <p:cNvGrpSpPr/>
          <p:nvPr/>
        </p:nvGrpSpPr>
        <p:grpSpPr>
          <a:xfrm>
            <a:off x="7140133" y="2119708"/>
            <a:ext cx="308090" cy="341579"/>
            <a:chOff x="-11747150" y="2530225"/>
            <a:chExt cx="319000" cy="353675"/>
          </a:xfrm>
        </p:grpSpPr>
        <p:sp>
          <p:nvSpPr>
            <p:cNvPr id="13543" name="Google Shape;13543;p141"/>
            <p:cNvSpPr/>
            <p:nvPr/>
          </p:nvSpPr>
          <p:spPr>
            <a:xfrm>
              <a:off x="-11747150" y="2530225"/>
              <a:ext cx="319000" cy="353675"/>
            </a:xfrm>
            <a:custGeom>
              <a:avLst/>
              <a:gdLst/>
              <a:ahLst/>
              <a:cxnLst/>
              <a:rect l="l" t="t" r="r" b="b"/>
              <a:pathLst>
                <a:path w="12760" h="14147" extrusionOk="0">
                  <a:moveTo>
                    <a:pt x="7183" y="883"/>
                  </a:moveTo>
                  <a:cubicBezTo>
                    <a:pt x="7845" y="883"/>
                    <a:pt x="8443" y="1450"/>
                    <a:pt x="8412" y="2206"/>
                  </a:cubicBezTo>
                  <a:cubicBezTo>
                    <a:pt x="8412" y="2444"/>
                    <a:pt x="8612" y="2638"/>
                    <a:pt x="8825" y="2638"/>
                  </a:cubicBezTo>
                  <a:cubicBezTo>
                    <a:pt x="8866" y="2638"/>
                    <a:pt x="8907" y="2631"/>
                    <a:pt x="8947" y="2616"/>
                  </a:cubicBezTo>
                  <a:cubicBezTo>
                    <a:pt x="9048" y="2581"/>
                    <a:pt x="9148" y="2564"/>
                    <a:pt x="9243" y="2564"/>
                  </a:cubicBezTo>
                  <a:cubicBezTo>
                    <a:pt x="9829" y="2564"/>
                    <a:pt x="10258" y="3180"/>
                    <a:pt x="9987" y="3750"/>
                  </a:cubicBezTo>
                  <a:cubicBezTo>
                    <a:pt x="9893" y="3907"/>
                    <a:pt x="9956" y="4096"/>
                    <a:pt x="10050" y="4222"/>
                  </a:cubicBezTo>
                  <a:cubicBezTo>
                    <a:pt x="10126" y="4299"/>
                    <a:pt x="10226" y="4340"/>
                    <a:pt x="10327" y="4340"/>
                  </a:cubicBezTo>
                  <a:cubicBezTo>
                    <a:pt x="10394" y="4340"/>
                    <a:pt x="10461" y="4323"/>
                    <a:pt x="10523" y="4285"/>
                  </a:cubicBezTo>
                  <a:cubicBezTo>
                    <a:pt x="10637" y="4237"/>
                    <a:pt x="10751" y="4216"/>
                    <a:pt x="10861" y="4216"/>
                  </a:cubicBezTo>
                  <a:cubicBezTo>
                    <a:pt x="11328" y="4216"/>
                    <a:pt x="11720" y="4608"/>
                    <a:pt x="11720" y="5042"/>
                  </a:cubicBezTo>
                  <a:lnTo>
                    <a:pt x="977" y="5042"/>
                  </a:lnTo>
                  <a:cubicBezTo>
                    <a:pt x="928" y="4575"/>
                    <a:pt x="1300" y="4185"/>
                    <a:pt x="1750" y="4185"/>
                  </a:cubicBezTo>
                  <a:cubicBezTo>
                    <a:pt x="1877" y="4185"/>
                    <a:pt x="2010" y="4216"/>
                    <a:pt x="2142" y="4285"/>
                  </a:cubicBezTo>
                  <a:cubicBezTo>
                    <a:pt x="2204" y="4323"/>
                    <a:pt x="2272" y="4340"/>
                    <a:pt x="2338" y="4340"/>
                  </a:cubicBezTo>
                  <a:cubicBezTo>
                    <a:pt x="2439" y="4340"/>
                    <a:pt x="2539" y="4299"/>
                    <a:pt x="2615" y="4222"/>
                  </a:cubicBezTo>
                  <a:cubicBezTo>
                    <a:pt x="2741" y="4096"/>
                    <a:pt x="2772" y="3907"/>
                    <a:pt x="2709" y="3750"/>
                  </a:cubicBezTo>
                  <a:cubicBezTo>
                    <a:pt x="2438" y="3180"/>
                    <a:pt x="2867" y="2564"/>
                    <a:pt x="3434" y="2564"/>
                  </a:cubicBezTo>
                  <a:cubicBezTo>
                    <a:pt x="3526" y="2564"/>
                    <a:pt x="3621" y="2581"/>
                    <a:pt x="3718" y="2616"/>
                  </a:cubicBezTo>
                  <a:cubicBezTo>
                    <a:pt x="3764" y="2627"/>
                    <a:pt x="3814" y="2634"/>
                    <a:pt x="3866" y="2634"/>
                  </a:cubicBezTo>
                  <a:cubicBezTo>
                    <a:pt x="3955" y="2634"/>
                    <a:pt x="4047" y="2613"/>
                    <a:pt x="4127" y="2553"/>
                  </a:cubicBezTo>
                  <a:cubicBezTo>
                    <a:pt x="4222" y="2490"/>
                    <a:pt x="4285" y="2364"/>
                    <a:pt x="4285" y="2206"/>
                  </a:cubicBezTo>
                  <a:cubicBezTo>
                    <a:pt x="4253" y="1450"/>
                    <a:pt x="4820" y="883"/>
                    <a:pt x="5482" y="883"/>
                  </a:cubicBezTo>
                  <a:cubicBezTo>
                    <a:pt x="5702" y="883"/>
                    <a:pt x="5923" y="914"/>
                    <a:pt x="6112" y="1040"/>
                  </a:cubicBezTo>
                  <a:cubicBezTo>
                    <a:pt x="6175" y="1072"/>
                    <a:pt x="6246" y="1088"/>
                    <a:pt x="6321" y="1088"/>
                  </a:cubicBezTo>
                  <a:cubicBezTo>
                    <a:pt x="6396" y="1088"/>
                    <a:pt x="6474" y="1072"/>
                    <a:pt x="6553" y="1040"/>
                  </a:cubicBezTo>
                  <a:cubicBezTo>
                    <a:pt x="6742" y="914"/>
                    <a:pt x="6963" y="883"/>
                    <a:pt x="7183" y="883"/>
                  </a:cubicBezTo>
                  <a:close/>
                  <a:moveTo>
                    <a:pt x="5891" y="5861"/>
                  </a:moveTo>
                  <a:lnTo>
                    <a:pt x="5891" y="7530"/>
                  </a:lnTo>
                  <a:cubicBezTo>
                    <a:pt x="5230" y="7562"/>
                    <a:pt x="4600" y="7688"/>
                    <a:pt x="4064" y="7908"/>
                  </a:cubicBezTo>
                  <a:lnTo>
                    <a:pt x="3875" y="5861"/>
                  </a:lnTo>
                  <a:close/>
                  <a:moveTo>
                    <a:pt x="8758" y="5861"/>
                  </a:moveTo>
                  <a:lnTo>
                    <a:pt x="8569" y="7908"/>
                  </a:lnTo>
                  <a:cubicBezTo>
                    <a:pt x="8065" y="7719"/>
                    <a:pt x="7435" y="7562"/>
                    <a:pt x="6774" y="7530"/>
                  </a:cubicBezTo>
                  <a:lnTo>
                    <a:pt x="6774" y="5861"/>
                  </a:lnTo>
                  <a:close/>
                  <a:moveTo>
                    <a:pt x="6333" y="8350"/>
                  </a:moveTo>
                  <a:cubicBezTo>
                    <a:pt x="7971" y="8350"/>
                    <a:pt x="9199" y="9011"/>
                    <a:pt x="9199" y="9610"/>
                  </a:cubicBezTo>
                  <a:cubicBezTo>
                    <a:pt x="9199" y="10177"/>
                    <a:pt x="7971" y="10838"/>
                    <a:pt x="6333" y="10838"/>
                  </a:cubicBezTo>
                  <a:cubicBezTo>
                    <a:pt x="4663" y="10838"/>
                    <a:pt x="3466" y="10177"/>
                    <a:pt x="3466" y="9610"/>
                  </a:cubicBezTo>
                  <a:cubicBezTo>
                    <a:pt x="3466" y="9011"/>
                    <a:pt x="4663" y="8350"/>
                    <a:pt x="6333" y="8350"/>
                  </a:cubicBezTo>
                  <a:close/>
                  <a:moveTo>
                    <a:pt x="3056" y="5861"/>
                  </a:moveTo>
                  <a:lnTo>
                    <a:pt x="3277" y="8350"/>
                  </a:lnTo>
                  <a:cubicBezTo>
                    <a:pt x="2804" y="8696"/>
                    <a:pt x="2583" y="9137"/>
                    <a:pt x="2583" y="9578"/>
                  </a:cubicBezTo>
                  <a:cubicBezTo>
                    <a:pt x="2583" y="10114"/>
                    <a:pt x="2930" y="10586"/>
                    <a:pt x="3560" y="10996"/>
                  </a:cubicBezTo>
                  <a:lnTo>
                    <a:pt x="3812" y="13327"/>
                  </a:lnTo>
                  <a:lnTo>
                    <a:pt x="2867" y="13327"/>
                  </a:lnTo>
                  <a:cubicBezTo>
                    <a:pt x="2678" y="13327"/>
                    <a:pt x="2489" y="13170"/>
                    <a:pt x="2457" y="13012"/>
                  </a:cubicBezTo>
                  <a:lnTo>
                    <a:pt x="1040" y="5861"/>
                  </a:lnTo>
                  <a:close/>
                  <a:moveTo>
                    <a:pt x="4442" y="11374"/>
                  </a:moveTo>
                  <a:lnTo>
                    <a:pt x="4442" y="11374"/>
                  </a:lnTo>
                  <a:cubicBezTo>
                    <a:pt x="4852" y="11532"/>
                    <a:pt x="5387" y="11626"/>
                    <a:pt x="5891" y="11658"/>
                  </a:cubicBezTo>
                  <a:lnTo>
                    <a:pt x="5891" y="13296"/>
                  </a:lnTo>
                  <a:lnTo>
                    <a:pt x="4631" y="13296"/>
                  </a:lnTo>
                  <a:lnTo>
                    <a:pt x="4631" y="13327"/>
                  </a:lnTo>
                  <a:lnTo>
                    <a:pt x="4442" y="11374"/>
                  </a:lnTo>
                  <a:close/>
                  <a:moveTo>
                    <a:pt x="8191" y="11374"/>
                  </a:moveTo>
                  <a:lnTo>
                    <a:pt x="7971" y="13327"/>
                  </a:lnTo>
                  <a:lnTo>
                    <a:pt x="6711" y="13327"/>
                  </a:lnTo>
                  <a:lnTo>
                    <a:pt x="6711" y="11658"/>
                  </a:lnTo>
                  <a:cubicBezTo>
                    <a:pt x="7215" y="11626"/>
                    <a:pt x="7750" y="11532"/>
                    <a:pt x="8191" y="11374"/>
                  </a:cubicBezTo>
                  <a:close/>
                  <a:moveTo>
                    <a:pt x="11594" y="5861"/>
                  </a:moveTo>
                  <a:lnTo>
                    <a:pt x="10176" y="13012"/>
                  </a:lnTo>
                  <a:cubicBezTo>
                    <a:pt x="10145" y="13201"/>
                    <a:pt x="9987" y="13327"/>
                    <a:pt x="9798" y="13327"/>
                  </a:cubicBezTo>
                  <a:lnTo>
                    <a:pt x="8853" y="13327"/>
                  </a:lnTo>
                  <a:lnTo>
                    <a:pt x="9073" y="10996"/>
                  </a:lnTo>
                  <a:cubicBezTo>
                    <a:pt x="9704" y="10586"/>
                    <a:pt x="10050" y="10114"/>
                    <a:pt x="10050" y="9578"/>
                  </a:cubicBezTo>
                  <a:cubicBezTo>
                    <a:pt x="10050" y="9106"/>
                    <a:pt x="9830" y="8665"/>
                    <a:pt x="9357" y="8350"/>
                  </a:cubicBezTo>
                  <a:lnTo>
                    <a:pt x="9578" y="5861"/>
                  </a:lnTo>
                  <a:close/>
                  <a:moveTo>
                    <a:pt x="5513" y="1"/>
                  </a:moveTo>
                  <a:cubicBezTo>
                    <a:pt x="4474" y="1"/>
                    <a:pt x="3655" y="757"/>
                    <a:pt x="3497" y="1702"/>
                  </a:cubicBezTo>
                  <a:lnTo>
                    <a:pt x="3466" y="1702"/>
                  </a:lnTo>
                  <a:cubicBezTo>
                    <a:pt x="2552" y="1702"/>
                    <a:pt x="1796" y="2458"/>
                    <a:pt x="1796" y="3340"/>
                  </a:cubicBezTo>
                  <a:cubicBezTo>
                    <a:pt x="882" y="3340"/>
                    <a:pt x="158" y="4128"/>
                    <a:pt x="158" y="5042"/>
                  </a:cubicBezTo>
                  <a:cubicBezTo>
                    <a:pt x="158" y="5672"/>
                    <a:pt x="0" y="4600"/>
                    <a:pt x="1670" y="13170"/>
                  </a:cubicBezTo>
                  <a:cubicBezTo>
                    <a:pt x="1796" y="13737"/>
                    <a:pt x="2300" y="14146"/>
                    <a:pt x="2898" y="14146"/>
                  </a:cubicBezTo>
                  <a:lnTo>
                    <a:pt x="9830" y="14146"/>
                  </a:lnTo>
                  <a:cubicBezTo>
                    <a:pt x="10428" y="14146"/>
                    <a:pt x="10932" y="13705"/>
                    <a:pt x="11058" y="13170"/>
                  </a:cubicBezTo>
                  <a:cubicBezTo>
                    <a:pt x="12760" y="4600"/>
                    <a:pt x="12602" y="5672"/>
                    <a:pt x="12602" y="5042"/>
                  </a:cubicBezTo>
                  <a:cubicBezTo>
                    <a:pt x="12507" y="4600"/>
                    <a:pt x="12350" y="4191"/>
                    <a:pt x="12035" y="3876"/>
                  </a:cubicBezTo>
                  <a:cubicBezTo>
                    <a:pt x="11720" y="3561"/>
                    <a:pt x="11279" y="3340"/>
                    <a:pt x="10838" y="3340"/>
                  </a:cubicBezTo>
                  <a:cubicBezTo>
                    <a:pt x="10838" y="2432"/>
                    <a:pt x="10110" y="1698"/>
                    <a:pt x="9271" y="1698"/>
                  </a:cubicBezTo>
                  <a:cubicBezTo>
                    <a:pt x="9237" y="1698"/>
                    <a:pt x="9202" y="1700"/>
                    <a:pt x="9168" y="1702"/>
                  </a:cubicBezTo>
                  <a:cubicBezTo>
                    <a:pt x="8979" y="757"/>
                    <a:pt x="8128" y="1"/>
                    <a:pt x="7152" y="1"/>
                  </a:cubicBezTo>
                  <a:cubicBezTo>
                    <a:pt x="6868" y="1"/>
                    <a:pt x="6616" y="64"/>
                    <a:pt x="6333" y="190"/>
                  </a:cubicBezTo>
                  <a:cubicBezTo>
                    <a:pt x="6049" y="64"/>
                    <a:pt x="5765" y="1"/>
                    <a:pt x="55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141"/>
            <p:cNvSpPr/>
            <p:nvPr/>
          </p:nvSpPr>
          <p:spPr>
            <a:xfrm>
              <a:off x="-11640825" y="2592450"/>
              <a:ext cx="104775" cy="42550"/>
            </a:xfrm>
            <a:custGeom>
              <a:avLst/>
              <a:gdLst/>
              <a:ahLst/>
              <a:cxnLst/>
              <a:rect l="l" t="t" r="r" b="b"/>
              <a:pathLst>
                <a:path w="4191" h="1702" extrusionOk="0">
                  <a:moveTo>
                    <a:pt x="1292" y="1"/>
                  </a:moveTo>
                  <a:cubicBezTo>
                    <a:pt x="599" y="1"/>
                    <a:pt x="32" y="536"/>
                    <a:pt x="32" y="1261"/>
                  </a:cubicBezTo>
                  <a:cubicBezTo>
                    <a:pt x="0" y="1544"/>
                    <a:pt x="189" y="1702"/>
                    <a:pt x="410" y="1702"/>
                  </a:cubicBezTo>
                  <a:cubicBezTo>
                    <a:pt x="662" y="1702"/>
                    <a:pt x="851" y="1481"/>
                    <a:pt x="851" y="1261"/>
                  </a:cubicBezTo>
                  <a:cubicBezTo>
                    <a:pt x="851" y="1009"/>
                    <a:pt x="1040" y="820"/>
                    <a:pt x="1292" y="820"/>
                  </a:cubicBezTo>
                  <a:cubicBezTo>
                    <a:pt x="1512" y="820"/>
                    <a:pt x="1670" y="1009"/>
                    <a:pt x="1670" y="1261"/>
                  </a:cubicBezTo>
                  <a:cubicBezTo>
                    <a:pt x="1670" y="1481"/>
                    <a:pt x="1859" y="1702"/>
                    <a:pt x="2111" y="1702"/>
                  </a:cubicBezTo>
                  <a:cubicBezTo>
                    <a:pt x="2332" y="1702"/>
                    <a:pt x="2489" y="1481"/>
                    <a:pt x="2489" y="1261"/>
                  </a:cubicBezTo>
                  <a:cubicBezTo>
                    <a:pt x="2489" y="1009"/>
                    <a:pt x="2710" y="820"/>
                    <a:pt x="2930" y="820"/>
                  </a:cubicBezTo>
                  <a:cubicBezTo>
                    <a:pt x="3182" y="820"/>
                    <a:pt x="3371" y="1009"/>
                    <a:pt x="3371" y="1261"/>
                  </a:cubicBezTo>
                  <a:cubicBezTo>
                    <a:pt x="3371" y="1481"/>
                    <a:pt x="3560" y="1702"/>
                    <a:pt x="3749" y="1702"/>
                  </a:cubicBezTo>
                  <a:cubicBezTo>
                    <a:pt x="3970" y="1702"/>
                    <a:pt x="4190" y="1481"/>
                    <a:pt x="4190" y="1261"/>
                  </a:cubicBezTo>
                  <a:cubicBezTo>
                    <a:pt x="4190" y="599"/>
                    <a:pt x="3655" y="1"/>
                    <a:pt x="2930" y="1"/>
                  </a:cubicBezTo>
                  <a:cubicBezTo>
                    <a:pt x="2615" y="1"/>
                    <a:pt x="2332" y="127"/>
                    <a:pt x="2111" y="316"/>
                  </a:cubicBezTo>
                  <a:cubicBezTo>
                    <a:pt x="1859" y="127"/>
                    <a:pt x="1607" y="1"/>
                    <a:pt x="12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5" name="Google Shape;13545;p141"/>
          <p:cNvGrpSpPr/>
          <p:nvPr/>
        </p:nvGrpSpPr>
        <p:grpSpPr>
          <a:xfrm>
            <a:off x="5304627" y="2550919"/>
            <a:ext cx="340807" cy="340807"/>
            <a:chOff x="-10027775" y="1622900"/>
            <a:chExt cx="352875" cy="352875"/>
          </a:xfrm>
        </p:grpSpPr>
        <p:sp>
          <p:nvSpPr>
            <p:cNvPr id="13546" name="Google Shape;13546;p141"/>
            <p:cNvSpPr/>
            <p:nvPr/>
          </p:nvSpPr>
          <p:spPr>
            <a:xfrm>
              <a:off x="-10027775" y="1622900"/>
              <a:ext cx="352875" cy="352875"/>
            </a:xfrm>
            <a:custGeom>
              <a:avLst/>
              <a:gdLst/>
              <a:ahLst/>
              <a:cxnLst/>
              <a:rect l="l" t="t" r="r" b="b"/>
              <a:pathLst>
                <a:path w="14115" h="14115" extrusionOk="0">
                  <a:moveTo>
                    <a:pt x="12067" y="819"/>
                  </a:moveTo>
                  <a:cubicBezTo>
                    <a:pt x="12287" y="819"/>
                    <a:pt x="12476" y="1008"/>
                    <a:pt x="12476" y="1197"/>
                  </a:cubicBezTo>
                  <a:cubicBezTo>
                    <a:pt x="12476" y="1449"/>
                    <a:pt x="12287" y="1638"/>
                    <a:pt x="12067" y="1638"/>
                  </a:cubicBezTo>
                  <a:lnTo>
                    <a:pt x="2080" y="1638"/>
                  </a:lnTo>
                  <a:cubicBezTo>
                    <a:pt x="1859" y="1638"/>
                    <a:pt x="1702" y="1449"/>
                    <a:pt x="1702" y="1197"/>
                  </a:cubicBezTo>
                  <a:cubicBezTo>
                    <a:pt x="1702" y="977"/>
                    <a:pt x="1891" y="819"/>
                    <a:pt x="2080" y="819"/>
                  </a:cubicBezTo>
                  <a:close/>
                  <a:moveTo>
                    <a:pt x="11657" y="2458"/>
                  </a:moveTo>
                  <a:lnTo>
                    <a:pt x="11657" y="4285"/>
                  </a:lnTo>
                  <a:lnTo>
                    <a:pt x="10239" y="4978"/>
                  </a:lnTo>
                  <a:cubicBezTo>
                    <a:pt x="10082" y="5072"/>
                    <a:pt x="10019" y="5199"/>
                    <a:pt x="10019" y="5356"/>
                  </a:cubicBezTo>
                  <a:cubicBezTo>
                    <a:pt x="10019" y="5514"/>
                    <a:pt x="10082" y="5671"/>
                    <a:pt x="10239" y="5703"/>
                  </a:cubicBezTo>
                  <a:lnTo>
                    <a:pt x="11657" y="6396"/>
                  </a:lnTo>
                  <a:lnTo>
                    <a:pt x="11657" y="11562"/>
                  </a:lnTo>
                  <a:lnTo>
                    <a:pt x="2521" y="11562"/>
                  </a:lnTo>
                  <a:lnTo>
                    <a:pt x="2521" y="9704"/>
                  </a:lnTo>
                  <a:lnTo>
                    <a:pt x="3938" y="9011"/>
                  </a:lnTo>
                  <a:cubicBezTo>
                    <a:pt x="4096" y="8916"/>
                    <a:pt x="4191" y="8822"/>
                    <a:pt x="4191" y="8664"/>
                  </a:cubicBezTo>
                  <a:cubicBezTo>
                    <a:pt x="4191" y="8475"/>
                    <a:pt x="4096" y="8349"/>
                    <a:pt x="3938" y="8286"/>
                  </a:cubicBezTo>
                  <a:lnTo>
                    <a:pt x="2521" y="7593"/>
                  </a:lnTo>
                  <a:lnTo>
                    <a:pt x="2521" y="2458"/>
                  </a:lnTo>
                  <a:close/>
                  <a:moveTo>
                    <a:pt x="12098" y="12382"/>
                  </a:moveTo>
                  <a:cubicBezTo>
                    <a:pt x="12319" y="12382"/>
                    <a:pt x="12539" y="12602"/>
                    <a:pt x="12539" y="12823"/>
                  </a:cubicBezTo>
                  <a:cubicBezTo>
                    <a:pt x="12476" y="13075"/>
                    <a:pt x="12287" y="13264"/>
                    <a:pt x="12098" y="13264"/>
                  </a:cubicBezTo>
                  <a:lnTo>
                    <a:pt x="2143" y="13264"/>
                  </a:lnTo>
                  <a:cubicBezTo>
                    <a:pt x="1891" y="13264"/>
                    <a:pt x="1733" y="13075"/>
                    <a:pt x="1733" y="12823"/>
                  </a:cubicBezTo>
                  <a:cubicBezTo>
                    <a:pt x="1733" y="12602"/>
                    <a:pt x="1922" y="12382"/>
                    <a:pt x="2143" y="12382"/>
                  </a:cubicBezTo>
                  <a:close/>
                  <a:moveTo>
                    <a:pt x="2080" y="0"/>
                  </a:moveTo>
                  <a:cubicBezTo>
                    <a:pt x="1544" y="0"/>
                    <a:pt x="1103" y="347"/>
                    <a:pt x="914" y="819"/>
                  </a:cubicBezTo>
                  <a:lnTo>
                    <a:pt x="441" y="819"/>
                  </a:lnTo>
                  <a:cubicBezTo>
                    <a:pt x="189" y="819"/>
                    <a:pt x="0" y="1008"/>
                    <a:pt x="0" y="1197"/>
                  </a:cubicBezTo>
                  <a:cubicBezTo>
                    <a:pt x="0" y="1418"/>
                    <a:pt x="189" y="1638"/>
                    <a:pt x="441" y="1638"/>
                  </a:cubicBezTo>
                  <a:lnTo>
                    <a:pt x="914" y="1638"/>
                  </a:lnTo>
                  <a:cubicBezTo>
                    <a:pt x="1040" y="1985"/>
                    <a:pt x="1292" y="2269"/>
                    <a:pt x="1670" y="2395"/>
                  </a:cubicBezTo>
                  <a:lnTo>
                    <a:pt x="1670" y="7876"/>
                  </a:lnTo>
                  <a:cubicBezTo>
                    <a:pt x="1670" y="8034"/>
                    <a:pt x="1733" y="8191"/>
                    <a:pt x="1891" y="8223"/>
                  </a:cubicBezTo>
                  <a:lnTo>
                    <a:pt x="2804" y="8696"/>
                  </a:lnTo>
                  <a:lnTo>
                    <a:pt x="1891" y="9168"/>
                  </a:lnTo>
                  <a:cubicBezTo>
                    <a:pt x="1733" y="9231"/>
                    <a:pt x="1670" y="9357"/>
                    <a:pt x="1670" y="9515"/>
                  </a:cubicBezTo>
                  <a:lnTo>
                    <a:pt x="1670" y="11689"/>
                  </a:lnTo>
                  <a:cubicBezTo>
                    <a:pt x="1292" y="11815"/>
                    <a:pt x="1040" y="12067"/>
                    <a:pt x="914" y="12445"/>
                  </a:cubicBezTo>
                  <a:lnTo>
                    <a:pt x="441" y="12445"/>
                  </a:lnTo>
                  <a:cubicBezTo>
                    <a:pt x="189" y="12445"/>
                    <a:pt x="0" y="12634"/>
                    <a:pt x="0" y="12854"/>
                  </a:cubicBezTo>
                  <a:cubicBezTo>
                    <a:pt x="0" y="13106"/>
                    <a:pt x="189" y="13295"/>
                    <a:pt x="441" y="13295"/>
                  </a:cubicBezTo>
                  <a:lnTo>
                    <a:pt x="914" y="13295"/>
                  </a:lnTo>
                  <a:cubicBezTo>
                    <a:pt x="1072" y="13768"/>
                    <a:pt x="1544" y="14114"/>
                    <a:pt x="2080" y="14114"/>
                  </a:cubicBezTo>
                  <a:lnTo>
                    <a:pt x="12067" y="14114"/>
                  </a:lnTo>
                  <a:cubicBezTo>
                    <a:pt x="12602" y="14114"/>
                    <a:pt x="13043" y="13768"/>
                    <a:pt x="13232" y="13295"/>
                  </a:cubicBezTo>
                  <a:lnTo>
                    <a:pt x="13705" y="13295"/>
                  </a:lnTo>
                  <a:cubicBezTo>
                    <a:pt x="13957" y="13295"/>
                    <a:pt x="14115" y="13106"/>
                    <a:pt x="14115" y="12854"/>
                  </a:cubicBezTo>
                  <a:cubicBezTo>
                    <a:pt x="14115" y="12634"/>
                    <a:pt x="13894" y="12445"/>
                    <a:pt x="13705" y="12445"/>
                  </a:cubicBezTo>
                  <a:lnTo>
                    <a:pt x="13232" y="12445"/>
                  </a:lnTo>
                  <a:cubicBezTo>
                    <a:pt x="13106" y="12067"/>
                    <a:pt x="12854" y="11815"/>
                    <a:pt x="12476" y="11689"/>
                  </a:cubicBezTo>
                  <a:lnTo>
                    <a:pt x="12476" y="6207"/>
                  </a:lnTo>
                  <a:cubicBezTo>
                    <a:pt x="12476" y="6049"/>
                    <a:pt x="12413" y="5892"/>
                    <a:pt x="12256" y="5860"/>
                  </a:cubicBezTo>
                  <a:lnTo>
                    <a:pt x="11342" y="5388"/>
                  </a:lnTo>
                  <a:lnTo>
                    <a:pt x="12256" y="4915"/>
                  </a:lnTo>
                  <a:cubicBezTo>
                    <a:pt x="12413" y="4883"/>
                    <a:pt x="12476" y="4726"/>
                    <a:pt x="12476" y="4568"/>
                  </a:cubicBezTo>
                  <a:lnTo>
                    <a:pt x="12476" y="2395"/>
                  </a:lnTo>
                  <a:cubicBezTo>
                    <a:pt x="12854" y="2269"/>
                    <a:pt x="13106" y="1985"/>
                    <a:pt x="13232" y="1638"/>
                  </a:cubicBezTo>
                  <a:lnTo>
                    <a:pt x="13705" y="1638"/>
                  </a:lnTo>
                  <a:cubicBezTo>
                    <a:pt x="13957" y="1638"/>
                    <a:pt x="14115" y="1449"/>
                    <a:pt x="14115" y="1197"/>
                  </a:cubicBezTo>
                  <a:cubicBezTo>
                    <a:pt x="14115" y="977"/>
                    <a:pt x="13894" y="819"/>
                    <a:pt x="13705" y="819"/>
                  </a:cubicBezTo>
                  <a:lnTo>
                    <a:pt x="13232" y="819"/>
                  </a:lnTo>
                  <a:cubicBezTo>
                    <a:pt x="13075" y="347"/>
                    <a:pt x="12602" y="0"/>
                    <a:pt x="120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141"/>
            <p:cNvSpPr/>
            <p:nvPr/>
          </p:nvSpPr>
          <p:spPr>
            <a:xfrm>
              <a:off x="-9923800" y="170560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30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141"/>
            <p:cNvSpPr/>
            <p:nvPr/>
          </p:nvSpPr>
          <p:spPr>
            <a:xfrm>
              <a:off x="-9902550" y="1746550"/>
              <a:ext cx="83525" cy="20500"/>
            </a:xfrm>
            <a:custGeom>
              <a:avLst/>
              <a:gdLst/>
              <a:ahLst/>
              <a:cxnLst/>
              <a:rect l="l" t="t" r="r" b="b"/>
              <a:pathLst>
                <a:path w="3341" h="820" extrusionOk="0">
                  <a:moveTo>
                    <a:pt x="379" y="0"/>
                  </a:moveTo>
                  <a:cubicBezTo>
                    <a:pt x="158" y="0"/>
                    <a:pt x="1" y="190"/>
                    <a:pt x="1" y="410"/>
                  </a:cubicBezTo>
                  <a:cubicBezTo>
                    <a:pt x="1" y="631"/>
                    <a:pt x="190" y="820"/>
                    <a:pt x="379" y="820"/>
                  </a:cubicBezTo>
                  <a:lnTo>
                    <a:pt x="2899" y="820"/>
                  </a:lnTo>
                  <a:cubicBezTo>
                    <a:pt x="3151" y="820"/>
                    <a:pt x="3340" y="631"/>
                    <a:pt x="3340" y="410"/>
                  </a:cubicBezTo>
                  <a:cubicBezTo>
                    <a:pt x="3340" y="158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141"/>
            <p:cNvSpPr/>
            <p:nvPr/>
          </p:nvSpPr>
          <p:spPr>
            <a:xfrm>
              <a:off x="-9923800" y="178830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62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141"/>
            <p:cNvSpPr/>
            <p:nvPr/>
          </p:nvSpPr>
          <p:spPr>
            <a:xfrm>
              <a:off x="-9901750" y="1828450"/>
              <a:ext cx="83500" cy="21300"/>
            </a:xfrm>
            <a:custGeom>
              <a:avLst/>
              <a:gdLst/>
              <a:ahLst/>
              <a:cxnLst/>
              <a:rect l="l" t="t" r="r" b="b"/>
              <a:pathLst>
                <a:path w="3340" h="852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3"/>
                    <a:pt x="189" y="852"/>
                    <a:pt x="410" y="852"/>
                  </a:cubicBezTo>
                  <a:lnTo>
                    <a:pt x="2930" y="852"/>
                  </a:lnTo>
                  <a:cubicBezTo>
                    <a:pt x="3151" y="852"/>
                    <a:pt x="3340" y="663"/>
                    <a:pt x="3340" y="442"/>
                  </a:cubicBezTo>
                  <a:cubicBezTo>
                    <a:pt x="3340" y="190"/>
                    <a:pt x="3151" y="1"/>
                    <a:pt x="29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141"/>
            <p:cNvSpPr/>
            <p:nvPr/>
          </p:nvSpPr>
          <p:spPr>
            <a:xfrm>
              <a:off x="-9923025" y="187100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9" y="630"/>
                    <a:pt x="5829" y="378"/>
                  </a:cubicBezTo>
                  <a:cubicBezTo>
                    <a:pt x="5829" y="189"/>
                    <a:pt x="5671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52" name="Google Shape;13552;p141"/>
          <p:cNvSpPr/>
          <p:nvPr/>
        </p:nvSpPr>
        <p:spPr>
          <a:xfrm>
            <a:off x="5311472" y="2958272"/>
            <a:ext cx="327116" cy="341748"/>
          </a:xfrm>
          <a:custGeom>
            <a:avLst/>
            <a:gdLst/>
            <a:ahLst/>
            <a:cxnLst/>
            <a:rect l="l" t="t" r="r" b="b"/>
            <a:pathLst>
              <a:path w="13548" h="14154" extrusionOk="0">
                <a:moveTo>
                  <a:pt x="6774" y="914"/>
                </a:moveTo>
                <a:cubicBezTo>
                  <a:pt x="7215" y="914"/>
                  <a:pt x="7593" y="1324"/>
                  <a:pt x="7593" y="1797"/>
                </a:cubicBezTo>
                <a:cubicBezTo>
                  <a:pt x="7593" y="2238"/>
                  <a:pt x="7247" y="2616"/>
                  <a:pt x="6774" y="2616"/>
                </a:cubicBezTo>
                <a:cubicBezTo>
                  <a:pt x="6301" y="2616"/>
                  <a:pt x="5955" y="2238"/>
                  <a:pt x="5955" y="1797"/>
                </a:cubicBezTo>
                <a:cubicBezTo>
                  <a:pt x="5955" y="1324"/>
                  <a:pt x="6333" y="914"/>
                  <a:pt x="6774" y="914"/>
                </a:cubicBezTo>
                <a:close/>
                <a:moveTo>
                  <a:pt x="1400" y="2610"/>
                </a:moveTo>
                <a:cubicBezTo>
                  <a:pt x="1427" y="2610"/>
                  <a:pt x="1454" y="2612"/>
                  <a:pt x="1481" y="2616"/>
                </a:cubicBezTo>
                <a:lnTo>
                  <a:pt x="4222" y="3151"/>
                </a:lnTo>
                <a:lnTo>
                  <a:pt x="3151" y="3781"/>
                </a:lnTo>
                <a:cubicBezTo>
                  <a:pt x="3119" y="3750"/>
                  <a:pt x="3245" y="3781"/>
                  <a:pt x="1324" y="3403"/>
                </a:cubicBezTo>
                <a:cubicBezTo>
                  <a:pt x="1072" y="3372"/>
                  <a:pt x="946" y="3120"/>
                  <a:pt x="1009" y="2931"/>
                </a:cubicBezTo>
                <a:cubicBezTo>
                  <a:pt x="1036" y="2710"/>
                  <a:pt x="1209" y="2610"/>
                  <a:pt x="1400" y="2610"/>
                </a:cubicBezTo>
                <a:close/>
                <a:moveTo>
                  <a:pt x="5502" y="3443"/>
                </a:moveTo>
                <a:cubicBezTo>
                  <a:pt x="5553" y="3443"/>
                  <a:pt x="5608" y="3451"/>
                  <a:pt x="5671" y="3466"/>
                </a:cubicBezTo>
                <a:cubicBezTo>
                  <a:pt x="5860" y="3561"/>
                  <a:pt x="5923" y="3624"/>
                  <a:pt x="5955" y="3907"/>
                </a:cubicBezTo>
                <a:cubicBezTo>
                  <a:pt x="5986" y="4254"/>
                  <a:pt x="5923" y="5766"/>
                  <a:pt x="7089" y="7278"/>
                </a:cubicBezTo>
                <a:cubicBezTo>
                  <a:pt x="7175" y="7385"/>
                  <a:pt x="7304" y="7449"/>
                  <a:pt x="7427" y="7449"/>
                </a:cubicBezTo>
                <a:cubicBezTo>
                  <a:pt x="7486" y="7449"/>
                  <a:pt x="7543" y="7435"/>
                  <a:pt x="7593" y="7404"/>
                </a:cubicBezTo>
                <a:lnTo>
                  <a:pt x="11972" y="5168"/>
                </a:lnTo>
                <a:cubicBezTo>
                  <a:pt x="12030" y="5129"/>
                  <a:pt x="12094" y="5111"/>
                  <a:pt x="12158" y="5111"/>
                </a:cubicBezTo>
                <a:cubicBezTo>
                  <a:pt x="12304" y="5111"/>
                  <a:pt x="12452" y="5204"/>
                  <a:pt x="12539" y="5357"/>
                </a:cubicBezTo>
                <a:cubicBezTo>
                  <a:pt x="12634" y="5577"/>
                  <a:pt x="12571" y="5798"/>
                  <a:pt x="12319" y="5924"/>
                </a:cubicBezTo>
                <a:lnTo>
                  <a:pt x="7499" y="8444"/>
                </a:lnTo>
                <a:cubicBezTo>
                  <a:pt x="7404" y="8476"/>
                  <a:pt x="7562" y="8350"/>
                  <a:pt x="5388" y="10366"/>
                </a:cubicBezTo>
                <a:cubicBezTo>
                  <a:pt x="5293" y="10492"/>
                  <a:pt x="5230" y="10712"/>
                  <a:pt x="5325" y="10870"/>
                </a:cubicBezTo>
                <a:lnTo>
                  <a:pt x="6396" y="12823"/>
                </a:lnTo>
                <a:cubicBezTo>
                  <a:pt x="6490" y="13012"/>
                  <a:pt x="6427" y="13233"/>
                  <a:pt x="6238" y="13359"/>
                </a:cubicBezTo>
                <a:cubicBezTo>
                  <a:pt x="6169" y="13398"/>
                  <a:pt x="6100" y="13416"/>
                  <a:pt x="6034" y="13416"/>
                </a:cubicBezTo>
                <a:cubicBezTo>
                  <a:pt x="5889" y="13416"/>
                  <a:pt x="5758" y="13331"/>
                  <a:pt x="5671" y="13201"/>
                </a:cubicBezTo>
                <a:lnTo>
                  <a:pt x="4285" y="10681"/>
                </a:lnTo>
                <a:cubicBezTo>
                  <a:pt x="4222" y="10523"/>
                  <a:pt x="4222" y="10334"/>
                  <a:pt x="4380" y="10177"/>
                </a:cubicBezTo>
                <a:lnTo>
                  <a:pt x="6333" y="8318"/>
                </a:lnTo>
                <a:cubicBezTo>
                  <a:pt x="6490" y="8161"/>
                  <a:pt x="6490" y="7940"/>
                  <a:pt x="6396" y="7783"/>
                </a:cubicBezTo>
                <a:cubicBezTo>
                  <a:pt x="5797" y="6995"/>
                  <a:pt x="5388" y="6050"/>
                  <a:pt x="5199" y="5042"/>
                </a:cubicBezTo>
                <a:cubicBezTo>
                  <a:pt x="5176" y="4859"/>
                  <a:pt x="4988" y="4727"/>
                  <a:pt x="4791" y="4727"/>
                </a:cubicBezTo>
                <a:cubicBezTo>
                  <a:pt x="4715" y="4727"/>
                  <a:pt x="4638" y="4746"/>
                  <a:pt x="4569" y="4790"/>
                </a:cubicBezTo>
                <a:cubicBezTo>
                  <a:pt x="4128" y="5042"/>
                  <a:pt x="4600" y="4727"/>
                  <a:pt x="1544" y="6743"/>
                </a:cubicBezTo>
                <a:cubicBezTo>
                  <a:pt x="1493" y="6768"/>
                  <a:pt x="1438" y="6780"/>
                  <a:pt x="1382" y="6780"/>
                </a:cubicBezTo>
                <a:cubicBezTo>
                  <a:pt x="1229" y="6780"/>
                  <a:pt x="1069" y="6692"/>
                  <a:pt x="977" y="6554"/>
                </a:cubicBezTo>
                <a:cubicBezTo>
                  <a:pt x="946" y="6270"/>
                  <a:pt x="1040" y="6050"/>
                  <a:pt x="1229" y="5955"/>
                </a:cubicBezTo>
                <a:cubicBezTo>
                  <a:pt x="1261" y="5955"/>
                  <a:pt x="5356" y="3466"/>
                  <a:pt x="5356" y="3466"/>
                </a:cubicBezTo>
                <a:cubicBezTo>
                  <a:pt x="5403" y="3451"/>
                  <a:pt x="5451" y="3443"/>
                  <a:pt x="5502" y="3443"/>
                </a:cubicBezTo>
                <a:close/>
                <a:moveTo>
                  <a:pt x="6774" y="1"/>
                </a:moveTo>
                <a:cubicBezTo>
                  <a:pt x="5892" y="1"/>
                  <a:pt x="5136" y="788"/>
                  <a:pt x="5136" y="1702"/>
                </a:cubicBezTo>
                <a:cubicBezTo>
                  <a:pt x="5136" y="1986"/>
                  <a:pt x="5199" y="2206"/>
                  <a:pt x="5325" y="2458"/>
                </a:cubicBezTo>
                <a:lnTo>
                  <a:pt x="1670" y="1702"/>
                </a:lnTo>
                <a:cubicBezTo>
                  <a:pt x="1594" y="1688"/>
                  <a:pt x="1517" y="1681"/>
                  <a:pt x="1441" y="1681"/>
                </a:cubicBezTo>
                <a:cubicBezTo>
                  <a:pt x="857" y="1681"/>
                  <a:pt x="305" y="2093"/>
                  <a:pt x="221" y="2679"/>
                </a:cubicBezTo>
                <a:cubicBezTo>
                  <a:pt x="95" y="3372"/>
                  <a:pt x="536" y="4033"/>
                  <a:pt x="1198" y="4159"/>
                </a:cubicBezTo>
                <a:lnTo>
                  <a:pt x="2174" y="4349"/>
                </a:lnTo>
                <a:lnTo>
                  <a:pt x="883" y="5136"/>
                </a:lnTo>
                <a:cubicBezTo>
                  <a:pt x="252" y="5514"/>
                  <a:pt x="0" y="6239"/>
                  <a:pt x="284" y="6869"/>
                </a:cubicBezTo>
                <a:cubicBezTo>
                  <a:pt x="512" y="7326"/>
                  <a:pt x="974" y="7536"/>
                  <a:pt x="1397" y="7536"/>
                </a:cubicBezTo>
                <a:cubicBezTo>
                  <a:pt x="1616" y="7536"/>
                  <a:pt x="1824" y="7480"/>
                  <a:pt x="1985" y="7373"/>
                </a:cubicBezTo>
                <a:lnTo>
                  <a:pt x="4506" y="5735"/>
                </a:lnTo>
                <a:cubicBezTo>
                  <a:pt x="4695" y="6522"/>
                  <a:pt x="5041" y="7215"/>
                  <a:pt x="5482" y="7877"/>
                </a:cubicBezTo>
                <a:lnTo>
                  <a:pt x="3781" y="9515"/>
                </a:lnTo>
                <a:cubicBezTo>
                  <a:pt x="3403" y="9893"/>
                  <a:pt x="3277" y="10523"/>
                  <a:pt x="3560" y="10996"/>
                </a:cubicBezTo>
                <a:lnTo>
                  <a:pt x="4947" y="13516"/>
                </a:lnTo>
                <a:cubicBezTo>
                  <a:pt x="5181" y="13922"/>
                  <a:pt x="5604" y="14154"/>
                  <a:pt x="6028" y="14154"/>
                </a:cubicBezTo>
                <a:cubicBezTo>
                  <a:pt x="6230" y="14154"/>
                  <a:pt x="6433" y="14101"/>
                  <a:pt x="6616" y="13989"/>
                </a:cubicBezTo>
                <a:cubicBezTo>
                  <a:pt x="7215" y="13642"/>
                  <a:pt x="7467" y="12886"/>
                  <a:pt x="7089" y="12288"/>
                </a:cubicBezTo>
                <a:lnTo>
                  <a:pt x="6207" y="10649"/>
                </a:lnTo>
                <a:lnTo>
                  <a:pt x="7877" y="9043"/>
                </a:lnTo>
                <a:lnTo>
                  <a:pt x="12697" y="6554"/>
                </a:lnTo>
                <a:cubicBezTo>
                  <a:pt x="13295" y="6239"/>
                  <a:pt x="13548" y="5483"/>
                  <a:pt x="13232" y="4884"/>
                </a:cubicBezTo>
                <a:cubicBezTo>
                  <a:pt x="13014" y="4446"/>
                  <a:pt x="12597" y="4206"/>
                  <a:pt x="12162" y="4206"/>
                </a:cubicBezTo>
                <a:cubicBezTo>
                  <a:pt x="11971" y="4206"/>
                  <a:pt x="11777" y="4252"/>
                  <a:pt x="11594" y="4349"/>
                </a:cubicBezTo>
                <a:lnTo>
                  <a:pt x="7530" y="6428"/>
                </a:lnTo>
                <a:cubicBezTo>
                  <a:pt x="6679" y="5136"/>
                  <a:pt x="6837" y="3907"/>
                  <a:pt x="6774" y="3750"/>
                </a:cubicBezTo>
                <a:cubicBezTo>
                  <a:pt x="6774" y="3687"/>
                  <a:pt x="6774" y="3529"/>
                  <a:pt x="6711" y="3372"/>
                </a:cubicBezTo>
                <a:lnTo>
                  <a:pt x="6774" y="3372"/>
                </a:lnTo>
                <a:cubicBezTo>
                  <a:pt x="7688" y="3372"/>
                  <a:pt x="8444" y="2616"/>
                  <a:pt x="8444" y="1702"/>
                </a:cubicBezTo>
                <a:cubicBezTo>
                  <a:pt x="8444" y="788"/>
                  <a:pt x="7688" y="1"/>
                  <a:pt x="677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53" name="Google Shape;13553;p141"/>
          <p:cNvGrpSpPr/>
          <p:nvPr/>
        </p:nvGrpSpPr>
        <p:grpSpPr>
          <a:xfrm>
            <a:off x="8031595" y="2576583"/>
            <a:ext cx="322553" cy="342328"/>
            <a:chOff x="-10019125" y="2490075"/>
            <a:chExt cx="333975" cy="354450"/>
          </a:xfrm>
        </p:grpSpPr>
        <p:sp>
          <p:nvSpPr>
            <p:cNvPr id="13554" name="Google Shape;13554;p141"/>
            <p:cNvSpPr/>
            <p:nvPr/>
          </p:nvSpPr>
          <p:spPr>
            <a:xfrm>
              <a:off x="-10019125" y="2490850"/>
              <a:ext cx="333975" cy="353675"/>
            </a:xfrm>
            <a:custGeom>
              <a:avLst/>
              <a:gdLst/>
              <a:ahLst/>
              <a:cxnLst/>
              <a:rect l="l" t="t" r="r" b="b"/>
              <a:pathLst>
                <a:path w="13359" h="14147" extrusionOk="0">
                  <a:moveTo>
                    <a:pt x="7184" y="1670"/>
                  </a:moveTo>
                  <a:cubicBezTo>
                    <a:pt x="7405" y="1670"/>
                    <a:pt x="7625" y="1859"/>
                    <a:pt x="7625" y="2048"/>
                  </a:cubicBezTo>
                  <a:lnTo>
                    <a:pt x="7625" y="4191"/>
                  </a:lnTo>
                  <a:cubicBezTo>
                    <a:pt x="7499" y="4128"/>
                    <a:pt x="7342" y="4096"/>
                    <a:pt x="7184" y="4096"/>
                  </a:cubicBezTo>
                  <a:cubicBezTo>
                    <a:pt x="7027" y="4096"/>
                    <a:pt x="6900" y="4128"/>
                    <a:pt x="6743" y="4191"/>
                  </a:cubicBezTo>
                  <a:lnTo>
                    <a:pt x="6743" y="2048"/>
                  </a:lnTo>
                  <a:cubicBezTo>
                    <a:pt x="6743" y="1828"/>
                    <a:pt x="6932" y="1670"/>
                    <a:pt x="7184" y="1670"/>
                  </a:cubicBezTo>
                  <a:close/>
                  <a:moveTo>
                    <a:pt x="8791" y="788"/>
                  </a:moveTo>
                  <a:cubicBezTo>
                    <a:pt x="8980" y="788"/>
                    <a:pt x="9200" y="977"/>
                    <a:pt x="9200" y="1229"/>
                  </a:cubicBezTo>
                  <a:lnTo>
                    <a:pt x="9200" y="5356"/>
                  </a:lnTo>
                  <a:cubicBezTo>
                    <a:pt x="9200" y="5608"/>
                    <a:pt x="9389" y="5797"/>
                    <a:pt x="9610" y="5797"/>
                  </a:cubicBezTo>
                  <a:cubicBezTo>
                    <a:pt x="9862" y="5797"/>
                    <a:pt x="10019" y="5608"/>
                    <a:pt x="10019" y="5356"/>
                  </a:cubicBezTo>
                  <a:lnTo>
                    <a:pt x="10019" y="2048"/>
                  </a:lnTo>
                  <a:cubicBezTo>
                    <a:pt x="10019" y="1828"/>
                    <a:pt x="10209" y="1670"/>
                    <a:pt x="10398" y="1670"/>
                  </a:cubicBezTo>
                  <a:cubicBezTo>
                    <a:pt x="10618" y="1670"/>
                    <a:pt x="10807" y="1859"/>
                    <a:pt x="10807" y="2048"/>
                  </a:cubicBezTo>
                  <a:lnTo>
                    <a:pt x="10807" y="5356"/>
                  </a:lnTo>
                  <a:cubicBezTo>
                    <a:pt x="10807" y="5608"/>
                    <a:pt x="10996" y="5797"/>
                    <a:pt x="11185" y="5797"/>
                  </a:cubicBezTo>
                  <a:cubicBezTo>
                    <a:pt x="11406" y="5797"/>
                    <a:pt x="11626" y="5608"/>
                    <a:pt x="11626" y="5356"/>
                  </a:cubicBezTo>
                  <a:lnTo>
                    <a:pt x="11626" y="4537"/>
                  </a:lnTo>
                  <a:cubicBezTo>
                    <a:pt x="11626" y="4285"/>
                    <a:pt x="11815" y="4096"/>
                    <a:pt x="12036" y="4096"/>
                  </a:cubicBezTo>
                  <a:cubicBezTo>
                    <a:pt x="12256" y="4096"/>
                    <a:pt x="12414" y="4285"/>
                    <a:pt x="12414" y="4537"/>
                  </a:cubicBezTo>
                  <a:lnTo>
                    <a:pt x="12414" y="8696"/>
                  </a:lnTo>
                  <a:cubicBezTo>
                    <a:pt x="12414" y="9389"/>
                    <a:pt x="11878" y="9925"/>
                    <a:pt x="11154" y="9925"/>
                  </a:cubicBezTo>
                  <a:lnTo>
                    <a:pt x="9925" y="9925"/>
                  </a:lnTo>
                  <a:lnTo>
                    <a:pt x="9925" y="7845"/>
                  </a:lnTo>
                  <a:cubicBezTo>
                    <a:pt x="9925" y="7184"/>
                    <a:pt x="9389" y="6617"/>
                    <a:pt x="8665" y="6617"/>
                  </a:cubicBezTo>
                  <a:cubicBezTo>
                    <a:pt x="8507" y="6617"/>
                    <a:pt x="8413" y="6648"/>
                    <a:pt x="8287" y="6711"/>
                  </a:cubicBezTo>
                  <a:cubicBezTo>
                    <a:pt x="8413" y="6585"/>
                    <a:pt x="8413" y="1891"/>
                    <a:pt x="8413" y="1229"/>
                  </a:cubicBezTo>
                  <a:cubicBezTo>
                    <a:pt x="8413" y="977"/>
                    <a:pt x="8602" y="788"/>
                    <a:pt x="8791" y="788"/>
                  </a:cubicBezTo>
                  <a:close/>
                  <a:moveTo>
                    <a:pt x="5483" y="4096"/>
                  </a:moveTo>
                  <a:cubicBezTo>
                    <a:pt x="5735" y="4096"/>
                    <a:pt x="5892" y="4254"/>
                    <a:pt x="5924" y="4506"/>
                  </a:cubicBezTo>
                  <a:lnTo>
                    <a:pt x="5924" y="8696"/>
                  </a:lnTo>
                  <a:cubicBezTo>
                    <a:pt x="5924" y="8948"/>
                    <a:pt x="6113" y="9105"/>
                    <a:pt x="6302" y="9105"/>
                  </a:cubicBezTo>
                  <a:cubicBezTo>
                    <a:pt x="6554" y="9105"/>
                    <a:pt x="6743" y="8885"/>
                    <a:pt x="6743" y="8696"/>
                  </a:cubicBezTo>
                  <a:lnTo>
                    <a:pt x="6743" y="5356"/>
                  </a:lnTo>
                  <a:cubicBezTo>
                    <a:pt x="6743" y="5136"/>
                    <a:pt x="6932" y="4915"/>
                    <a:pt x="7153" y="4915"/>
                  </a:cubicBezTo>
                  <a:cubicBezTo>
                    <a:pt x="7342" y="4915"/>
                    <a:pt x="7562" y="5136"/>
                    <a:pt x="7562" y="5356"/>
                  </a:cubicBezTo>
                  <a:lnTo>
                    <a:pt x="7562" y="8696"/>
                  </a:lnTo>
                  <a:cubicBezTo>
                    <a:pt x="7562" y="8948"/>
                    <a:pt x="7783" y="9105"/>
                    <a:pt x="7972" y="9105"/>
                  </a:cubicBezTo>
                  <a:cubicBezTo>
                    <a:pt x="8161" y="9105"/>
                    <a:pt x="8350" y="8885"/>
                    <a:pt x="8350" y="8696"/>
                  </a:cubicBezTo>
                  <a:lnTo>
                    <a:pt x="8350" y="7877"/>
                  </a:lnTo>
                  <a:cubicBezTo>
                    <a:pt x="8350" y="7656"/>
                    <a:pt x="8570" y="7436"/>
                    <a:pt x="8759" y="7436"/>
                  </a:cubicBezTo>
                  <a:cubicBezTo>
                    <a:pt x="8948" y="7436"/>
                    <a:pt x="9137" y="7656"/>
                    <a:pt x="9137" y="7877"/>
                  </a:cubicBezTo>
                  <a:lnTo>
                    <a:pt x="9137" y="12035"/>
                  </a:lnTo>
                  <a:cubicBezTo>
                    <a:pt x="9137" y="12728"/>
                    <a:pt x="8602" y="13264"/>
                    <a:pt x="7940" y="13264"/>
                  </a:cubicBezTo>
                  <a:lnTo>
                    <a:pt x="3403" y="13264"/>
                  </a:lnTo>
                  <a:cubicBezTo>
                    <a:pt x="2994" y="13264"/>
                    <a:pt x="2647" y="13075"/>
                    <a:pt x="2427" y="12791"/>
                  </a:cubicBezTo>
                  <a:cubicBezTo>
                    <a:pt x="915" y="10523"/>
                    <a:pt x="1009" y="10649"/>
                    <a:pt x="1009" y="10586"/>
                  </a:cubicBezTo>
                  <a:cubicBezTo>
                    <a:pt x="915" y="10429"/>
                    <a:pt x="915" y="10208"/>
                    <a:pt x="1104" y="10051"/>
                  </a:cubicBezTo>
                  <a:cubicBezTo>
                    <a:pt x="1189" y="9980"/>
                    <a:pt x="1280" y="9947"/>
                    <a:pt x="1370" y="9947"/>
                  </a:cubicBezTo>
                  <a:cubicBezTo>
                    <a:pt x="1479" y="9947"/>
                    <a:pt x="1584" y="9995"/>
                    <a:pt x="1671" y="10082"/>
                  </a:cubicBezTo>
                  <a:lnTo>
                    <a:pt x="2742" y="11153"/>
                  </a:lnTo>
                  <a:cubicBezTo>
                    <a:pt x="2818" y="11230"/>
                    <a:pt x="2918" y="11271"/>
                    <a:pt x="3005" y="11271"/>
                  </a:cubicBezTo>
                  <a:cubicBezTo>
                    <a:pt x="3062" y="11271"/>
                    <a:pt x="3114" y="11254"/>
                    <a:pt x="3151" y="11216"/>
                  </a:cubicBezTo>
                  <a:cubicBezTo>
                    <a:pt x="3340" y="11153"/>
                    <a:pt x="3403" y="11027"/>
                    <a:pt x="3403" y="10838"/>
                  </a:cubicBezTo>
                  <a:lnTo>
                    <a:pt x="3403" y="5356"/>
                  </a:lnTo>
                  <a:cubicBezTo>
                    <a:pt x="3403" y="5136"/>
                    <a:pt x="3592" y="4915"/>
                    <a:pt x="3845" y="4915"/>
                  </a:cubicBezTo>
                  <a:cubicBezTo>
                    <a:pt x="4065" y="4915"/>
                    <a:pt x="4223" y="5136"/>
                    <a:pt x="4223" y="5356"/>
                  </a:cubicBezTo>
                  <a:lnTo>
                    <a:pt x="4223" y="8696"/>
                  </a:lnTo>
                  <a:cubicBezTo>
                    <a:pt x="4223" y="8948"/>
                    <a:pt x="4412" y="9105"/>
                    <a:pt x="4664" y="9105"/>
                  </a:cubicBezTo>
                  <a:cubicBezTo>
                    <a:pt x="4884" y="9105"/>
                    <a:pt x="5105" y="8885"/>
                    <a:pt x="5105" y="8696"/>
                  </a:cubicBezTo>
                  <a:lnTo>
                    <a:pt x="5105" y="4537"/>
                  </a:lnTo>
                  <a:cubicBezTo>
                    <a:pt x="5105" y="4285"/>
                    <a:pt x="5294" y="4096"/>
                    <a:pt x="5483" y="4096"/>
                  </a:cubicBezTo>
                  <a:close/>
                  <a:moveTo>
                    <a:pt x="8822" y="1"/>
                  </a:moveTo>
                  <a:cubicBezTo>
                    <a:pt x="8255" y="1"/>
                    <a:pt x="7783" y="410"/>
                    <a:pt x="7657" y="914"/>
                  </a:cubicBezTo>
                  <a:cubicBezTo>
                    <a:pt x="7499" y="883"/>
                    <a:pt x="7342" y="820"/>
                    <a:pt x="7184" y="820"/>
                  </a:cubicBezTo>
                  <a:cubicBezTo>
                    <a:pt x="6522" y="820"/>
                    <a:pt x="5955" y="1387"/>
                    <a:pt x="5955" y="2048"/>
                  </a:cubicBezTo>
                  <a:lnTo>
                    <a:pt x="5955" y="3340"/>
                  </a:lnTo>
                  <a:cubicBezTo>
                    <a:pt x="5829" y="3309"/>
                    <a:pt x="5672" y="3277"/>
                    <a:pt x="5514" y="3277"/>
                  </a:cubicBezTo>
                  <a:cubicBezTo>
                    <a:pt x="4947" y="3277"/>
                    <a:pt x="4475" y="3655"/>
                    <a:pt x="4349" y="4191"/>
                  </a:cubicBezTo>
                  <a:cubicBezTo>
                    <a:pt x="4191" y="4128"/>
                    <a:pt x="4034" y="4096"/>
                    <a:pt x="3876" y="4096"/>
                  </a:cubicBezTo>
                  <a:cubicBezTo>
                    <a:pt x="3214" y="4096"/>
                    <a:pt x="2616" y="4663"/>
                    <a:pt x="2616" y="5356"/>
                  </a:cubicBezTo>
                  <a:lnTo>
                    <a:pt x="2616" y="9862"/>
                  </a:lnTo>
                  <a:lnTo>
                    <a:pt x="2269" y="9483"/>
                  </a:lnTo>
                  <a:cubicBezTo>
                    <a:pt x="2025" y="9239"/>
                    <a:pt x="1712" y="9121"/>
                    <a:pt x="1398" y="9121"/>
                  </a:cubicBezTo>
                  <a:cubicBezTo>
                    <a:pt x="1105" y="9121"/>
                    <a:pt x="811" y="9223"/>
                    <a:pt x="568" y="9420"/>
                  </a:cubicBezTo>
                  <a:cubicBezTo>
                    <a:pt x="95" y="9862"/>
                    <a:pt x="1" y="10555"/>
                    <a:pt x="379" y="11059"/>
                  </a:cubicBezTo>
                  <a:lnTo>
                    <a:pt x="1797" y="13264"/>
                  </a:lnTo>
                  <a:cubicBezTo>
                    <a:pt x="2175" y="13831"/>
                    <a:pt x="2805" y="14146"/>
                    <a:pt x="3435" y="14146"/>
                  </a:cubicBezTo>
                  <a:lnTo>
                    <a:pt x="7972" y="14146"/>
                  </a:lnTo>
                  <a:cubicBezTo>
                    <a:pt x="9106" y="14146"/>
                    <a:pt x="10051" y="13201"/>
                    <a:pt x="10051" y="12035"/>
                  </a:cubicBezTo>
                  <a:lnTo>
                    <a:pt x="10051" y="10807"/>
                  </a:lnTo>
                  <a:lnTo>
                    <a:pt x="11280" y="10807"/>
                  </a:lnTo>
                  <a:cubicBezTo>
                    <a:pt x="12414" y="10807"/>
                    <a:pt x="13359" y="9862"/>
                    <a:pt x="13359" y="8696"/>
                  </a:cubicBezTo>
                  <a:lnTo>
                    <a:pt x="13359" y="4537"/>
                  </a:lnTo>
                  <a:cubicBezTo>
                    <a:pt x="13359" y="3876"/>
                    <a:pt x="12823" y="3309"/>
                    <a:pt x="12130" y="3309"/>
                  </a:cubicBezTo>
                  <a:cubicBezTo>
                    <a:pt x="11973" y="3309"/>
                    <a:pt x="11878" y="3340"/>
                    <a:pt x="11752" y="3372"/>
                  </a:cubicBezTo>
                  <a:lnTo>
                    <a:pt x="11752" y="2048"/>
                  </a:lnTo>
                  <a:cubicBezTo>
                    <a:pt x="11752" y="1387"/>
                    <a:pt x="11185" y="820"/>
                    <a:pt x="10492" y="820"/>
                  </a:cubicBezTo>
                  <a:cubicBezTo>
                    <a:pt x="10335" y="820"/>
                    <a:pt x="10177" y="883"/>
                    <a:pt x="10019" y="914"/>
                  </a:cubicBezTo>
                  <a:cubicBezTo>
                    <a:pt x="9862" y="410"/>
                    <a:pt x="9389" y="1"/>
                    <a:pt x="88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141"/>
            <p:cNvSpPr/>
            <p:nvPr/>
          </p:nvSpPr>
          <p:spPr>
            <a:xfrm>
              <a:off x="-10016750" y="2491050"/>
              <a:ext cx="63825" cy="61850"/>
            </a:xfrm>
            <a:custGeom>
              <a:avLst/>
              <a:gdLst/>
              <a:ahLst/>
              <a:cxnLst/>
              <a:rect l="l" t="t" r="r" b="b"/>
              <a:pathLst>
                <a:path w="2553" h="2474" extrusionOk="0">
                  <a:moveTo>
                    <a:pt x="457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0" y="276"/>
                    <a:pt x="0" y="560"/>
                    <a:pt x="158" y="717"/>
                  </a:cubicBezTo>
                  <a:lnTo>
                    <a:pt x="1796" y="2355"/>
                  </a:lnTo>
                  <a:cubicBezTo>
                    <a:pt x="1891" y="2434"/>
                    <a:pt x="2001" y="2474"/>
                    <a:pt x="2107" y="2474"/>
                  </a:cubicBezTo>
                  <a:cubicBezTo>
                    <a:pt x="2214" y="2474"/>
                    <a:pt x="2316" y="2434"/>
                    <a:pt x="2395" y="2355"/>
                  </a:cubicBezTo>
                  <a:cubicBezTo>
                    <a:pt x="2552" y="2198"/>
                    <a:pt x="2552" y="1914"/>
                    <a:pt x="2395" y="175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141"/>
            <p:cNvSpPr/>
            <p:nvPr/>
          </p:nvSpPr>
          <p:spPr>
            <a:xfrm>
              <a:off x="-9933275" y="2490075"/>
              <a:ext cx="20525" cy="63025"/>
            </a:xfrm>
            <a:custGeom>
              <a:avLst/>
              <a:gdLst/>
              <a:ahLst/>
              <a:cxnLst/>
              <a:rect l="l" t="t" r="r" b="b"/>
              <a:pathLst>
                <a:path w="821" h="2521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2079"/>
                  </a:lnTo>
                  <a:cubicBezTo>
                    <a:pt x="1" y="2331"/>
                    <a:pt x="221" y="2520"/>
                    <a:pt x="442" y="2520"/>
                  </a:cubicBezTo>
                  <a:cubicBezTo>
                    <a:pt x="631" y="2520"/>
                    <a:pt x="820" y="2331"/>
                    <a:pt x="820" y="2079"/>
                  </a:cubicBezTo>
                  <a:lnTo>
                    <a:pt x="820" y="441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141"/>
            <p:cNvSpPr/>
            <p:nvPr/>
          </p:nvSpPr>
          <p:spPr>
            <a:xfrm>
              <a:off x="-10015975" y="2573550"/>
              <a:ext cx="63050" cy="20500"/>
            </a:xfrm>
            <a:custGeom>
              <a:avLst/>
              <a:gdLst/>
              <a:ahLst/>
              <a:cxnLst/>
              <a:rect l="l" t="t" r="r" b="b"/>
              <a:pathLst>
                <a:path w="2522" h="820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31"/>
                    <a:pt x="190" y="820"/>
                    <a:pt x="442" y="820"/>
                  </a:cubicBezTo>
                  <a:lnTo>
                    <a:pt x="2080" y="820"/>
                  </a:lnTo>
                  <a:cubicBezTo>
                    <a:pt x="2332" y="820"/>
                    <a:pt x="2521" y="631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8" name="Google Shape;13558;p141"/>
          <p:cNvGrpSpPr/>
          <p:nvPr/>
        </p:nvGrpSpPr>
        <p:grpSpPr>
          <a:xfrm>
            <a:off x="6661180" y="2957593"/>
            <a:ext cx="352227" cy="343100"/>
            <a:chOff x="-8684100" y="2032450"/>
            <a:chExt cx="364700" cy="355250"/>
          </a:xfrm>
        </p:grpSpPr>
        <p:sp>
          <p:nvSpPr>
            <p:cNvPr id="13559" name="Google Shape;13559;p141"/>
            <p:cNvSpPr/>
            <p:nvPr/>
          </p:nvSpPr>
          <p:spPr>
            <a:xfrm>
              <a:off x="-8684100" y="2032450"/>
              <a:ext cx="364700" cy="355250"/>
            </a:xfrm>
            <a:custGeom>
              <a:avLst/>
              <a:gdLst/>
              <a:ahLst/>
              <a:cxnLst/>
              <a:rect l="l" t="t" r="r" b="b"/>
              <a:pathLst>
                <a:path w="14588" h="14210" extrusionOk="0">
                  <a:moveTo>
                    <a:pt x="13611" y="820"/>
                  </a:moveTo>
                  <a:lnTo>
                    <a:pt x="13611" y="1891"/>
                  </a:lnTo>
                  <a:lnTo>
                    <a:pt x="13642" y="1891"/>
                  </a:lnTo>
                  <a:lnTo>
                    <a:pt x="12130" y="2994"/>
                  </a:lnTo>
                  <a:lnTo>
                    <a:pt x="11469" y="2301"/>
                  </a:lnTo>
                  <a:lnTo>
                    <a:pt x="12571" y="820"/>
                  </a:lnTo>
                  <a:close/>
                  <a:moveTo>
                    <a:pt x="3561" y="2238"/>
                  </a:moveTo>
                  <a:lnTo>
                    <a:pt x="5294" y="3970"/>
                  </a:lnTo>
                  <a:cubicBezTo>
                    <a:pt x="5168" y="4033"/>
                    <a:pt x="5105" y="4128"/>
                    <a:pt x="4979" y="4254"/>
                  </a:cubicBezTo>
                  <a:lnTo>
                    <a:pt x="4695" y="4506"/>
                  </a:lnTo>
                  <a:lnTo>
                    <a:pt x="3844" y="3655"/>
                  </a:lnTo>
                  <a:cubicBezTo>
                    <a:pt x="3435" y="3246"/>
                    <a:pt x="3372" y="2710"/>
                    <a:pt x="3561" y="2238"/>
                  </a:cubicBezTo>
                  <a:close/>
                  <a:moveTo>
                    <a:pt x="10965" y="2899"/>
                  </a:moveTo>
                  <a:lnTo>
                    <a:pt x="11563" y="3498"/>
                  </a:lnTo>
                  <a:lnTo>
                    <a:pt x="8192" y="6837"/>
                  </a:lnTo>
                  <a:lnTo>
                    <a:pt x="7625" y="6239"/>
                  </a:lnTo>
                  <a:lnTo>
                    <a:pt x="10965" y="2899"/>
                  </a:lnTo>
                  <a:close/>
                  <a:moveTo>
                    <a:pt x="10492" y="9200"/>
                  </a:moveTo>
                  <a:lnTo>
                    <a:pt x="12225" y="10901"/>
                  </a:lnTo>
                  <a:cubicBezTo>
                    <a:pt x="12048" y="10984"/>
                    <a:pt x="11859" y="11027"/>
                    <a:pt x="11671" y="11027"/>
                  </a:cubicBezTo>
                  <a:cubicBezTo>
                    <a:pt x="11355" y="11027"/>
                    <a:pt x="11044" y="10906"/>
                    <a:pt x="10807" y="10649"/>
                  </a:cubicBezTo>
                  <a:lnTo>
                    <a:pt x="9925" y="9799"/>
                  </a:lnTo>
                  <a:lnTo>
                    <a:pt x="10208" y="9515"/>
                  </a:lnTo>
                  <a:cubicBezTo>
                    <a:pt x="10334" y="9389"/>
                    <a:pt x="10397" y="9326"/>
                    <a:pt x="10492" y="9200"/>
                  </a:cubicBezTo>
                  <a:close/>
                  <a:moveTo>
                    <a:pt x="2962" y="11059"/>
                  </a:moveTo>
                  <a:lnTo>
                    <a:pt x="3403" y="11500"/>
                  </a:lnTo>
                  <a:lnTo>
                    <a:pt x="2143" y="12319"/>
                  </a:lnTo>
                  <a:lnTo>
                    <a:pt x="2962" y="11059"/>
                  </a:lnTo>
                  <a:close/>
                  <a:moveTo>
                    <a:pt x="6996" y="4146"/>
                  </a:moveTo>
                  <a:cubicBezTo>
                    <a:pt x="7395" y="4146"/>
                    <a:pt x="7791" y="4258"/>
                    <a:pt x="8129" y="4474"/>
                  </a:cubicBezTo>
                  <a:lnTo>
                    <a:pt x="6711" y="5892"/>
                  </a:lnTo>
                  <a:cubicBezTo>
                    <a:pt x="6554" y="6050"/>
                    <a:pt x="6554" y="6333"/>
                    <a:pt x="6711" y="6491"/>
                  </a:cubicBezTo>
                  <a:lnTo>
                    <a:pt x="7877" y="7656"/>
                  </a:lnTo>
                  <a:cubicBezTo>
                    <a:pt x="7956" y="7735"/>
                    <a:pt x="8066" y="7775"/>
                    <a:pt x="8176" y="7775"/>
                  </a:cubicBezTo>
                  <a:cubicBezTo>
                    <a:pt x="8287" y="7775"/>
                    <a:pt x="8397" y="7735"/>
                    <a:pt x="8476" y="7656"/>
                  </a:cubicBezTo>
                  <a:lnTo>
                    <a:pt x="9893" y="6239"/>
                  </a:lnTo>
                  <a:cubicBezTo>
                    <a:pt x="10145" y="6648"/>
                    <a:pt x="10240" y="7026"/>
                    <a:pt x="10240" y="7436"/>
                  </a:cubicBezTo>
                  <a:cubicBezTo>
                    <a:pt x="10240" y="7971"/>
                    <a:pt x="10051" y="8476"/>
                    <a:pt x="9673" y="8885"/>
                  </a:cubicBezTo>
                  <a:lnTo>
                    <a:pt x="9232" y="9326"/>
                  </a:lnTo>
                  <a:cubicBezTo>
                    <a:pt x="9086" y="9286"/>
                    <a:pt x="8937" y="9266"/>
                    <a:pt x="8788" y="9266"/>
                  </a:cubicBezTo>
                  <a:cubicBezTo>
                    <a:pt x="8356" y="9266"/>
                    <a:pt x="7929" y="9431"/>
                    <a:pt x="7625" y="9736"/>
                  </a:cubicBezTo>
                  <a:cubicBezTo>
                    <a:pt x="7310" y="10051"/>
                    <a:pt x="7152" y="10492"/>
                    <a:pt x="7089" y="10933"/>
                  </a:cubicBezTo>
                  <a:cubicBezTo>
                    <a:pt x="7089" y="11405"/>
                    <a:pt x="7247" y="11784"/>
                    <a:pt x="7562" y="12099"/>
                  </a:cubicBezTo>
                  <a:lnTo>
                    <a:pt x="7310" y="12382"/>
                  </a:lnTo>
                  <a:cubicBezTo>
                    <a:pt x="6743" y="12949"/>
                    <a:pt x="6050" y="13264"/>
                    <a:pt x="5262" y="13264"/>
                  </a:cubicBezTo>
                  <a:cubicBezTo>
                    <a:pt x="4538" y="13264"/>
                    <a:pt x="3844" y="12981"/>
                    <a:pt x="3309" y="12508"/>
                  </a:cubicBezTo>
                  <a:lnTo>
                    <a:pt x="4317" y="11878"/>
                  </a:lnTo>
                  <a:cubicBezTo>
                    <a:pt x="4412" y="11784"/>
                    <a:pt x="4475" y="11689"/>
                    <a:pt x="4506" y="11563"/>
                  </a:cubicBezTo>
                  <a:cubicBezTo>
                    <a:pt x="4506" y="11437"/>
                    <a:pt x="4475" y="11311"/>
                    <a:pt x="4380" y="11216"/>
                  </a:cubicBezTo>
                  <a:lnTo>
                    <a:pt x="3214" y="10019"/>
                  </a:lnTo>
                  <a:cubicBezTo>
                    <a:pt x="3120" y="9956"/>
                    <a:pt x="2994" y="9893"/>
                    <a:pt x="2836" y="9893"/>
                  </a:cubicBezTo>
                  <a:cubicBezTo>
                    <a:pt x="2742" y="9893"/>
                    <a:pt x="2616" y="9988"/>
                    <a:pt x="2521" y="10114"/>
                  </a:cubicBezTo>
                  <a:lnTo>
                    <a:pt x="1891" y="11090"/>
                  </a:lnTo>
                  <a:cubicBezTo>
                    <a:pt x="883" y="9956"/>
                    <a:pt x="914" y="8223"/>
                    <a:pt x="2017" y="7121"/>
                  </a:cubicBezTo>
                  <a:lnTo>
                    <a:pt x="2301" y="6837"/>
                  </a:lnTo>
                  <a:cubicBezTo>
                    <a:pt x="2616" y="7152"/>
                    <a:pt x="3057" y="7310"/>
                    <a:pt x="3466" y="7310"/>
                  </a:cubicBezTo>
                  <a:cubicBezTo>
                    <a:pt x="3907" y="7310"/>
                    <a:pt x="4348" y="7121"/>
                    <a:pt x="4664" y="6806"/>
                  </a:cubicBezTo>
                  <a:cubicBezTo>
                    <a:pt x="5105" y="6365"/>
                    <a:pt x="5262" y="5766"/>
                    <a:pt x="5105" y="5168"/>
                  </a:cubicBezTo>
                  <a:lnTo>
                    <a:pt x="5514" y="4758"/>
                  </a:lnTo>
                  <a:cubicBezTo>
                    <a:pt x="5928" y="4344"/>
                    <a:pt x="6465" y="4146"/>
                    <a:pt x="6996" y="4146"/>
                  </a:cubicBezTo>
                  <a:close/>
                  <a:moveTo>
                    <a:pt x="12382" y="1"/>
                  </a:moveTo>
                  <a:cubicBezTo>
                    <a:pt x="12256" y="1"/>
                    <a:pt x="12130" y="64"/>
                    <a:pt x="12067" y="158"/>
                  </a:cubicBezTo>
                  <a:lnTo>
                    <a:pt x="10649" y="2080"/>
                  </a:lnTo>
                  <a:lnTo>
                    <a:pt x="8759" y="3970"/>
                  </a:lnTo>
                  <a:cubicBezTo>
                    <a:pt x="8249" y="3583"/>
                    <a:pt x="7634" y="3393"/>
                    <a:pt x="7024" y="3393"/>
                  </a:cubicBezTo>
                  <a:cubicBezTo>
                    <a:pt x="6692" y="3393"/>
                    <a:pt x="6361" y="3450"/>
                    <a:pt x="6050" y="3561"/>
                  </a:cubicBezTo>
                  <a:lnTo>
                    <a:pt x="2616" y="158"/>
                  </a:lnTo>
                  <a:cubicBezTo>
                    <a:pt x="2537" y="79"/>
                    <a:pt x="2427" y="40"/>
                    <a:pt x="2316" y="40"/>
                  </a:cubicBezTo>
                  <a:cubicBezTo>
                    <a:pt x="2206" y="40"/>
                    <a:pt x="2096" y="79"/>
                    <a:pt x="2017" y="158"/>
                  </a:cubicBezTo>
                  <a:cubicBezTo>
                    <a:pt x="1860" y="316"/>
                    <a:pt x="1860" y="568"/>
                    <a:pt x="2017" y="725"/>
                  </a:cubicBezTo>
                  <a:lnTo>
                    <a:pt x="2931" y="1639"/>
                  </a:lnTo>
                  <a:cubicBezTo>
                    <a:pt x="2427" y="2427"/>
                    <a:pt x="2490" y="3529"/>
                    <a:pt x="3214" y="4254"/>
                  </a:cubicBezTo>
                  <a:lnTo>
                    <a:pt x="4222" y="5262"/>
                  </a:lnTo>
                  <a:cubicBezTo>
                    <a:pt x="4222" y="5294"/>
                    <a:pt x="4222" y="5325"/>
                    <a:pt x="4254" y="5388"/>
                  </a:cubicBezTo>
                  <a:cubicBezTo>
                    <a:pt x="4412" y="5703"/>
                    <a:pt x="4348" y="6081"/>
                    <a:pt x="4096" y="6333"/>
                  </a:cubicBezTo>
                  <a:cubicBezTo>
                    <a:pt x="3948" y="6499"/>
                    <a:pt x="3721" y="6586"/>
                    <a:pt x="3493" y="6586"/>
                  </a:cubicBezTo>
                  <a:cubicBezTo>
                    <a:pt x="3287" y="6586"/>
                    <a:pt x="3080" y="6514"/>
                    <a:pt x="2931" y="6365"/>
                  </a:cubicBezTo>
                  <a:lnTo>
                    <a:pt x="2647" y="6081"/>
                  </a:lnTo>
                  <a:cubicBezTo>
                    <a:pt x="2568" y="6002"/>
                    <a:pt x="2458" y="5963"/>
                    <a:pt x="2348" y="5963"/>
                  </a:cubicBezTo>
                  <a:cubicBezTo>
                    <a:pt x="2238" y="5963"/>
                    <a:pt x="2127" y="6002"/>
                    <a:pt x="2049" y="6081"/>
                  </a:cubicBezTo>
                  <a:lnTo>
                    <a:pt x="1482" y="6680"/>
                  </a:lnTo>
                  <a:cubicBezTo>
                    <a:pt x="1" y="8129"/>
                    <a:pt x="1" y="10492"/>
                    <a:pt x="1482" y="11973"/>
                  </a:cubicBezTo>
                  <a:lnTo>
                    <a:pt x="442" y="13579"/>
                  </a:lnTo>
                  <a:cubicBezTo>
                    <a:pt x="316" y="13737"/>
                    <a:pt x="379" y="13957"/>
                    <a:pt x="473" y="14083"/>
                  </a:cubicBezTo>
                  <a:cubicBezTo>
                    <a:pt x="562" y="14154"/>
                    <a:pt x="670" y="14195"/>
                    <a:pt x="776" y="14195"/>
                  </a:cubicBezTo>
                  <a:cubicBezTo>
                    <a:pt x="859" y="14195"/>
                    <a:pt x="940" y="14170"/>
                    <a:pt x="1009" y="14115"/>
                  </a:cubicBezTo>
                  <a:lnTo>
                    <a:pt x="2616" y="13107"/>
                  </a:lnTo>
                  <a:cubicBezTo>
                    <a:pt x="3309" y="13800"/>
                    <a:pt x="4254" y="14209"/>
                    <a:pt x="5262" y="14209"/>
                  </a:cubicBezTo>
                  <a:cubicBezTo>
                    <a:pt x="6239" y="14209"/>
                    <a:pt x="7184" y="13800"/>
                    <a:pt x="7877" y="13107"/>
                  </a:cubicBezTo>
                  <a:lnTo>
                    <a:pt x="8476" y="12508"/>
                  </a:lnTo>
                  <a:cubicBezTo>
                    <a:pt x="8633" y="12351"/>
                    <a:pt x="8633" y="12067"/>
                    <a:pt x="8476" y="11910"/>
                  </a:cubicBezTo>
                  <a:lnTo>
                    <a:pt x="8192" y="11657"/>
                  </a:lnTo>
                  <a:cubicBezTo>
                    <a:pt x="7877" y="11342"/>
                    <a:pt x="7877" y="10775"/>
                    <a:pt x="8255" y="10460"/>
                  </a:cubicBezTo>
                  <a:cubicBezTo>
                    <a:pt x="8400" y="10315"/>
                    <a:pt x="8627" y="10225"/>
                    <a:pt x="8856" y="10225"/>
                  </a:cubicBezTo>
                  <a:cubicBezTo>
                    <a:pt x="8974" y="10225"/>
                    <a:pt x="9093" y="10249"/>
                    <a:pt x="9200" y="10303"/>
                  </a:cubicBezTo>
                  <a:cubicBezTo>
                    <a:pt x="9232" y="10303"/>
                    <a:pt x="9263" y="10334"/>
                    <a:pt x="9295" y="10334"/>
                  </a:cubicBezTo>
                  <a:lnTo>
                    <a:pt x="10334" y="11374"/>
                  </a:lnTo>
                  <a:cubicBezTo>
                    <a:pt x="10736" y="11775"/>
                    <a:pt x="11274" y="11976"/>
                    <a:pt x="11809" y="11976"/>
                  </a:cubicBezTo>
                  <a:cubicBezTo>
                    <a:pt x="12199" y="11976"/>
                    <a:pt x="12586" y="11870"/>
                    <a:pt x="12918" y="11657"/>
                  </a:cubicBezTo>
                  <a:lnTo>
                    <a:pt x="13831" y="12540"/>
                  </a:lnTo>
                  <a:cubicBezTo>
                    <a:pt x="13910" y="12618"/>
                    <a:pt x="14021" y="12658"/>
                    <a:pt x="14131" y="12658"/>
                  </a:cubicBezTo>
                  <a:cubicBezTo>
                    <a:pt x="14241" y="12658"/>
                    <a:pt x="14351" y="12618"/>
                    <a:pt x="14430" y="12540"/>
                  </a:cubicBezTo>
                  <a:cubicBezTo>
                    <a:pt x="14588" y="12382"/>
                    <a:pt x="14588" y="12130"/>
                    <a:pt x="14430" y="11973"/>
                  </a:cubicBezTo>
                  <a:lnTo>
                    <a:pt x="10996" y="8539"/>
                  </a:lnTo>
                  <a:cubicBezTo>
                    <a:pt x="11122" y="8223"/>
                    <a:pt x="11154" y="7908"/>
                    <a:pt x="11154" y="7562"/>
                  </a:cubicBezTo>
                  <a:cubicBezTo>
                    <a:pt x="11154" y="6932"/>
                    <a:pt x="10965" y="6333"/>
                    <a:pt x="10555" y="5829"/>
                  </a:cubicBezTo>
                  <a:lnTo>
                    <a:pt x="12445" y="3939"/>
                  </a:lnTo>
                  <a:lnTo>
                    <a:pt x="14399" y="2521"/>
                  </a:lnTo>
                  <a:cubicBezTo>
                    <a:pt x="14493" y="2427"/>
                    <a:pt x="14556" y="2301"/>
                    <a:pt x="14556" y="2206"/>
                  </a:cubicBezTo>
                  <a:lnTo>
                    <a:pt x="14556" y="536"/>
                  </a:lnTo>
                  <a:cubicBezTo>
                    <a:pt x="14462" y="190"/>
                    <a:pt x="14273" y="1"/>
                    <a:pt x="140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141"/>
            <p:cNvSpPr/>
            <p:nvPr/>
          </p:nvSpPr>
          <p:spPr>
            <a:xfrm>
              <a:off x="-8637625" y="2231725"/>
              <a:ext cx="81950" cy="32525"/>
            </a:xfrm>
            <a:custGeom>
              <a:avLst/>
              <a:gdLst/>
              <a:ahLst/>
              <a:cxnLst/>
              <a:rect l="l" t="t" r="r" b="b"/>
              <a:pathLst>
                <a:path w="3278" h="1301" extrusionOk="0">
                  <a:moveTo>
                    <a:pt x="2226" y="0"/>
                  </a:moveTo>
                  <a:cubicBezTo>
                    <a:pt x="1907" y="0"/>
                    <a:pt x="1592" y="126"/>
                    <a:pt x="1355" y="378"/>
                  </a:cubicBezTo>
                  <a:cubicBezTo>
                    <a:pt x="1277" y="457"/>
                    <a:pt x="1166" y="497"/>
                    <a:pt x="1056" y="497"/>
                  </a:cubicBezTo>
                  <a:cubicBezTo>
                    <a:pt x="946" y="497"/>
                    <a:pt x="835" y="457"/>
                    <a:pt x="757" y="378"/>
                  </a:cubicBezTo>
                  <a:cubicBezTo>
                    <a:pt x="678" y="300"/>
                    <a:pt x="568" y="260"/>
                    <a:pt x="457" y="260"/>
                  </a:cubicBezTo>
                  <a:cubicBezTo>
                    <a:pt x="347" y="260"/>
                    <a:pt x="237" y="300"/>
                    <a:pt x="158" y="378"/>
                  </a:cubicBezTo>
                  <a:cubicBezTo>
                    <a:pt x="1" y="536"/>
                    <a:pt x="1" y="788"/>
                    <a:pt x="158" y="946"/>
                  </a:cubicBezTo>
                  <a:cubicBezTo>
                    <a:pt x="394" y="1182"/>
                    <a:pt x="709" y="1300"/>
                    <a:pt x="1028" y="1300"/>
                  </a:cubicBezTo>
                  <a:cubicBezTo>
                    <a:pt x="1347" y="1300"/>
                    <a:pt x="1670" y="1182"/>
                    <a:pt x="1922" y="946"/>
                  </a:cubicBezTo>
                  <a:cubicBezTo>
                    <a:pt x="2001" y="867"/>
                    <a:pt x="2111" y="827"/>
                    <a:pt x="2222" y="827"/>
                  </a:cubicBezTo>
                  <a:cubicBezTo>
                    <a:pt x="2332" y="827"/>
                    <a:pt x="2442" y="867"/>
                    <a:pt x="2521" y="946"/>
                  </a:cubicBezTo>
                  <a:cubicBezTo>
                    <a:pt x="2600" y="1024"/>
                    <a:pt x="2710" y="1064"/>
                    <a:pt x="2820" y="1064"/>
                  </a:cubicBezTo>
                  <a:cubicBezTo>
                    <a:pt x="2931" y="1064"/>
                    <a:pt x="3041" y="1024"/>
                    <a:pt x="3120" y="946"/>
                  </a:cubicBezTo>
                  <a:cubicBezTo>
                    <a:pt x="3277" y="788"/>
                    <a:pt x="3277" y="536"/>
                    <a:pt x="3120" y="378"/>
                  </a:cubicBezTo>
                  <a:cubicBezTo>
                    <a:pt x="2868" y="126"/>
                    <a:pt x="2545" y="0"/>
                    <a:pt x="22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141"/>
            <p:cNvSpPr/>
            <p:nvPr/>
          </p:nvSpPr>
          <p:spPr>
            <a:xfrm>
              <a:off x="-8558075" y="2267375"/>
              <a:ext cx="38625" cy="79950"/>
            </a:xfrm>
            <a:custGeom>
              <a:avLst/>
              <a:gdLst/>
              <a:ahLst/>
              <a:cxnLst/>
              <a:rect l="l" t="t" r="r" b="b"/>
              <a:pathLst>
                <a:path w="1545" h="3198" extrusionOk="0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cubicBezTo>
                    <a:pt x="316" y="276"/>
                    <a:pt x="316" y="559"/>
                    <a:pt x="473" y="717"/>
                  </a:cubicBezTo>
                  <a:cubicBezTo>
                    <a:pt x="631" y="874"/>
                    <a:pt x="631" y="1158"/>
                    <a:pt x="473" y="1315"/>
                  </a:cubicBezTo>
                  <a:cubicBezTo>
                    <a:pt x="1" y="1788"/>
                    <a:pt x="1" y="2576"/>
                    <a:pt x="473" y="3080"/>
                  </a:cubicBezTo>
                  <a:cubicBezTo>
                    <a:pt x="552" y="3158"/>
                    <a:pt x="662" y="3198"/>
                    <a:pt x="772" y="3198"/>
                  </a:cubicBezTo>
                  <a:cubicBezTo>
                    <a:pt x="883" y="3198"/>
                    <a:pt x="993" y="3158"/>
                    <a:pt x="1072" y="3080"/>
                  </a:cubicBezTo>
                  <a:cubicBezTo>
                    <a:pt x="1229" y="2922"/>
                    <a:pt x="1229" y="2639"/>
                    <a:pt x="1072" y="2481"/>
                  </a:cubicBezTo>
                  <a:cubicBezTo>
                    <a:pt x="914" y="2324"/>
                    <a:pt x="914" y="2040"/>
                    <a:pt x="1072" y="1882"/>
                  </a:cubicBezTo>
                  <a:cubicBezTo>
                    <a:pt x="1544" y="1378"/>
                    <a:pt x="1544" y="591"/>
                    <a:pt x="1072" y="118"/>
                  </a:cubicBezTo>
                  <a:cubicBezTo>
                    <a:pt x="993" y="39"/>
                    <a:pt x="883" y="0"/>
                    <a:pt x="7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62" name="Google Shape;13562;p141"/>
          <p:cNvSpPr/>
          <p:nvPr/>
        </p:nvSpPr>
        <p:spPr>
          <a:xfrm>
            <a:off x="5773709" y="1303696"/>
            <a:ext cx="300509" cy="340807"/>
          </a:xfrm>
          <a:custGeom>
            <a:avLst/>
            <a:gdLst/>
            <a:ahLst/>
            <a:cxnLst/>
            <a:rect l="l" t="t" r="r" b="b"/>
            <a:pathLst>
              <a:path w="12446" h="14115" extrusionOk="0">
                <a:moveTo>
                  <a:pt x="10744" y="788"/>
                </a:moveTo>
                <a:cubicBezTo>
                  <a:pt x="11216" y="788"/>
                  <a:pt x="11563" y="1135"/>
                  <a:pt x="11563" y="1607"/>
                </a:cubicBezTo>
                <a:cubicBezTo>
                  <a:pt x="11563" y="2080"/>
                  <a:pt x="11216" y="2458"/>
                  <a:pt x="10744" y="2458"/>
                </a:cubicBezTo>
                <a:cubicBezTo>
                  <a:pt x="10492" y="2458"/>
                  <a:pt x="10303" y="2647"/>
                  <a:pt x="10303" y="2867"/>
                </a:cubicBezTo>
                <a:cubicBezTo>
                  <a:pt x="10303" y="3119"/>
                  <a:pt x="10492" y="3308"/>
                  <a:pt x="10744" y="3308"/>
                </a:cubicBezTo>
                <a:lnTo>
                  <a:pt x="10744" y="4884"/>
                </a:lnTo>
                <a:cubicBezTo>
                  <a:pt x="10744" y="4947"/>
                  <a:pt x="10775" y="5041"/>
                  <a:pt x="10807" y="5073"/>
                </a:cubicBezTo>
                <a:cubicBezTo>
                  <a:pt x="11342" y="5892"/>
                  <a:pt x="11563" y="6900"/>
                  <a:pt x="11563" y="7877"/>
                </a:cubicBezTo>
                <a:cubicBezTo>
                  <a:pt x="11563" y="8822"/>
                  <a:pt x="11342" y="9735"/>
                  <a:pt x="10870" y="10523"/>
                </a:cubicBezTo>
                <a:lnTo>
                  <a:pt x="10145" y="10050"/>
                </a:lnTo>
                <a:cubicBezTo>
                  <a:pt x="10523" y="9357"/>
                  <a:pt x="10712" y="8633"/>
                  <a:pt x="10712" y="7845"/>
                </a:cubicBezTo>
                <a:cubicBezTo>
                  <a:pt x="10712" y="6931"/>
                  <a:pt x="10429" y="6018"/>
                  <a:pt x="9956" y="5262"/>
                </a:cubicBezTo>
                <a:cubicBezTo>
                  <a:pt x="9925" y="5199"/>
                  <a:pt x="9893" y="5104"/>
                  <a:pt x="9893" y="5041"/>
                </a:cubicBezTo>
                <a:lnTo>
                  <a:pt x="9893" y="1576"/>
                </a:lnTo>
                <a:cubicBezTo>
                  <a:pt x="9925" y="1198"/>
                  <a:pt x="10271" y="788"/>
                  <a:pt x="10744" y="788"/>
                </a:cubicBezTo>
                <a:close/>
                <a:moveTo>
                  <a:pt x="1639" y="788"/>
                </a:moveTo>
                <a:cubicBezTo>
                  <a:pt x="2111" y="788"/>
                  <a:pt x="2458" y="1135"/>
                  <a:pt x="2458" y="1607"/>
                </a:cubicBezTo>
                <a:lnTo>
                  <a:pt x="2458" y="5073"/>
                </a:lnTo>
                <a:cubicBezTo>
                  <a:pt x="2458" y="5167"/>
                  <a:pt x="2427" y="5230"/>
                  <a:pt x="2395" y="5325"/>
                </a:cubicBezTo>
                <a:cubicBezTo>
                  <a:pt x="1922" y="6081"/>
                  <a:pt x="1639" y="6963"/>
                  <a:pt x="1639" y="7877"/>
                </a:cubicBezTo>
                <a:cubicBezTo>
                  <a:pt x="1639" y="8664"/>
                  <a:pt x="1828" y="9420"/>
                  <a:pt x="2206" y="10082"/>
                </a:cubicBezTo>
                <a:lnTo>
                  <a:pt x="1481" y="10554"/>
                </a:lnTo>
                <a:cubicBezTo>
                  <a:pt x="1040" y="9767"/>
                  <a:pt x="788" y="8853"/>
                  <a:pt x="788" y="7908"/>
                </a:cubicBezTo>
                <a:cubicBezTo>
                  <a:pt x="788" y="6931"/>
                  <a:pt x="1040" y="5955"/>
                  <a:pt x="1513" y="5136"/>
                </a:cubicBezTo>
                <a:cubicBezTo>
                  <a:pt x="1576" y="5041"/>
                  <a:pt x="1607" y="4978"/>
                  <a:pt x="1607" y="4915"/>
                </a:cubicBezTo>
                <a:lnTo>
                  <a:pt x="1607" y="3340"/>
                </a:lnTo>
                <a:cubicBezTo>
                  <a:pt x="1891" y="3277"/>
                  <a:pt x="2048" y="3119"/>
                  <a:pt x="2048" y="2867"/>
                </a:cubicBezTo>
                <a:cubicBezTo>
                  <a:pt x="2048" y="2647"/>
                  <a:pt x="1828" y="2458"/>
                  <a:pt x="1639" y="2458"/>
                </a:cubicBezTo>
                <a:cubicBezTo>
                  <a:pt x="1166" y="2458"/>
                  <a:pt x="820" y="2080"/>
                  <a:pt x="820" y="1607"/>
                </a:cubicBezTo>
                <a:cubicBezTo>
                  <a:pt x="820" y="1135"/>
                  <a:pt x="1166" y="788"/>
                  <a:pt x="1639" y="788"/>
                </a:cubicBezTo>
                <a:close/>
                <a:moveTo>
                  <a:pt x="4128" y="3277"/>
                </a:moveTo>
                <a:lnTo>
                  <a:pt x="4128" y="10964"/>
                </a:lnTo>
                <a:cubicBezTo>
                  <a:pt x="3151" y="10271"/>
                  <a:pt x="2458" y="9137"/>
                  <a:pt x="2458" y="7845"/>
                </a:cubicBezTo>
                <a:cubicBezTo>
                  <a:pt x="2458" y="7089"/>
                  <a:pt x="2710" y="6333"/>
                  <a:pt x="3088" y="5766"/>
                </a:cubicBezTo>
                <a:cubicBezTo>
                  <a:pt x="3214" y="5545"/>
                  <a:pt x="3309" y="5325"/>
                  <a:pt x="3309" y="5073"/>
                </a:cubicBezTo>
                <a:lnTo>
                  <a:pt x="3309" y="3277"/>
                </a:lnTo>
                <a:close/>
                <a:moveTo>
                  <a:pt x="9074" y="3277"/>
                </a:moveTo>
                <a:lnTo>
                  <a:pt x="9074" y="5073"/>
                </a:lnTo>
                <a:cubicBezTo>
                  <a:pt x="9074" y="5325"/>
                  <a:pt x="9169" y="5545"/>
                  <a:pt x="9295" y="5797"/>
                </a:cubicBezTo>
                <a:cubicBezTo>
                  <a:pt x="9673" y="6396"/>
                  <a:pt x="9925" y="7120"/>
                  <a:pt x="9925" y="7877"/>
                </a:cubicBezTo>
                <a:cubicBezTo>
                  <a:pt x="9925" y="9168"/>
                  <a:pt x="9232" y="10334"/>
                  <a:pt x="8255" y="10996"/>
                </a:cubicBezTo>
                <a:lnTo>
                  <a:pt x="8255" y="3277"/>
                </a:lnTo>
                <a:close/>
                <a:moveTo>
                  <a:pt x="5766" y="3277"/>
                </a:moveTo>
                <a:lnTo>
                  <a:pt x="5766" y="11594"/>
                </a:lnTo>
                <a:cubicBezTo>
                  <a:pt x="5514" y="11531"/>
                  <a:pt x="5230" y="11500"/>
                  <a:pt x="4947" y="11374"/>
                </a:cubicBezTo>
                <a:lnTo>
                  <a:pt x="4947" y="3277"/>
                </a:lnTo>
                <a:close/>
                <a:moveTo>
                  <a:pt x="7436" y="3277"/>
                </a:moveTo>
                <a:lnTo>
                  <a:pt x="7436" y="11374"/>
                </a:lnTo>
                <a:cubicBezTo>
                  <a:pt x="7152" y="11500"/>
                  <a:pt x="6869" y="11531"/>
                  <a:pt x="6617" y="11594"/>
                </a:cubicBezTo>
                <a:lnTo>
                  <a:pt x="6617" y="3277"/>
                </a:lnTo>
                <a:close/>
                <a:moveTo>
                  <a:pt x="9767" y="10743"/>
                </a:moveTo>
                <a:lnTo>
                  <a:pt x="10460" y="11216"/>
                </a:lnTo>
                <a:cubicBezTo>
                  <a:pt x="9452" y="12445"/>
                  <a:pt x="7908" y="13264"/>
                  <a:pt x="6176" y="13264"/>
                </a:cubicBezTo>
                <a:cubicBezTo>
                  <a:pt x="4474" y="13264"/>
                  <a:pt x="2931" y="12445"/>
                  <a:pt x="1954" y="11216"/>
                </a:cubicBezTo>
                <a:lnTo>
                  <a:pt x="2679" y="10743"/>
                </a:lnTo>
                <a:cubicBezTo>
                  <a:pt x="3529" y="11815"/>
                  <a:pt x="4789" y="12445"/>
                  <a:pt x="6207" y="12445"/>
                </a:cubicBezTo>
                <a:cubicBezTo>
                  <a:pt x="7625" y="12445"/>
                  <a:pt x="8885" y="11783"/>
                  <a:pt x="9767" y="10743"/>
                </a:cubicBezTo>
                <a:close/>
                <a:moveTo>
                  <a:pt x="1670" y="0"/>
                </a:moveTo>
                <a:cubicBezTo>
                  <a:pt x="788" y="0"/>
                  <a:pt x="32" y="756"/>
                  <a:pt x="32" y="1670"/>
                </a:cubicBezTo>
                <a:cubicBezTo>
                  <a:pt x="32" y="2300"/>
                  <a:pt x="347" y="2804"/>
                  <a:pt x="851" y="3088"/>
                </a:cubicBezTo>
                <a:lnTo>
                  <a:pt x="851" y="4758"/>
                </a:lnTo>
                <a:cubicBezTo>
                  <a:pt x="253" y="5671"/>
                  <a:pt x="1" y="6742"/>
                  <a:pt x="1" y="7877"/>
                </a:cubicBezTo>
                <a:cubicBezTo>
                  <a:pt x="1" y="11279"/>
                  <a:pt x="2742" y="14114"/>
                  <a:pt x="6207" y="14114"/>
                </a:cubicBezTo>
                <a:cubicBezTo>
                  <a:pt x="9673" y="14114"/>
                  <a:pt x="12445" y="11279"/>
                  <a:pt x="12445" y="7877"/>
                </a:cubicBezTo>
                <a:cubicBezTo>
                  <a:pt x="12445" y="6774"/>
                  <a:pt x="12162" y="5703"/>
                  <a:pt x="11594" y="4758"/>
                </a:cubicBezTo>
                <a:lnTo>
                  <a:pt x="11594" y="3088"/>
                </a:lnTo>
                <a:cubicBezTo>
                  <a:pt x="12130" y="2804"/>
                  <a:pt x="12445" y="2237"/>
                  <a:pt x="12445" y="1670"/>
                </a:cubicBezTo>
                <a:cubicBezTo>
                  <a:pt x="12445" y="756"/>
                  <a:pt x="11689" y="0"/>
                  <a:pt x="10775" y="0"/>
                </a:cubicBezTo>
                <a:cubicBezTo>
                  <a:pt x="9862" y="0"/>
                  <a:pt x="9137" y="756"/>
                  <a:pt x="9137" y="1670"/>
                </a:cubicBezTo>
                <a:lnTo>
                  <a:pt x="9137" y="2489"/>
                </a:lnTo>
                <a:lnTo>
                  <a:pt x="3340" y="2489"/>
                </a:lnTo>
                <a:lnTo>
                  <a:pt x="3340" y="1670"/>
                </a:lnTo>
                <a:cubicBezTo>
                  <a:pt x="3340" y="756"/>
                  <a:pt x="2584" y="0"/>
                  <a:pt x="167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3" name="Google Shape;13563;p141"/>
          <p:cNvGrpSpPr/>
          <p:nvPr/>
        </p:nvGrpSpPr>
        <p:grpSpPr>
          <a:xfrm>
            <a:off x="5752039" y="1711056"/>
            <a:ext cx="343849" cy="341724"/>
            <a:chOff x="-13095575" y="2073400"/>
            <a:chExt cx="356025" cy="353825"/>
          </a:xfrm>
        </p:grpSpPr>
        <p:sp>
          <p:nvSpPr>
            <p:cNvPr id="13564" name="Google Shape;13564;p141"/>
            <p:cNvSpPr/>
            <p:nvPr/>
          </p:nvSpPr>
          <p:spPr>
            <a:xfrm>
              <a:off x="-13095575" y="2073400"/>
              <a:ext cx="356025" cy="353825"/>
            </a:xfrm>
            <a:custGeom>
              <a:avLst/>
              <a:gdLst/>
              <a:ahLst/>
              <a:cxnLst/>
              <a:rect l="l" t="t" r="r" b="b"/>
              <a:pathLst>
                <a:path w="14241" h="14153" extrusionOk="0">
                  <a:moveTo>
                    <a:pt x="12886" y="820"/>
                  </a:moveTo>
                  <a:cubicBezTo>
                    <a:pt x="13107" y="820"/>
                    <a:pt x="13327" y="1041"/>
                    <a:pt x="13327" y="1261"/>
                  </a:cubicBezTo>
                  <a:lnTo>
                    <a:pt x="13327" y="9578"/>
                  </a:lnTo>
                  <a:cubicBezTo>
                    <a:pt x="13327" y="9799"/>
                    <a:pt x="13107" y="9988"/>
                    <a:pt x="12886" y="9988"/>
                  </a:cubicBezTo>
                  <a:lnTo>
                    <a:pt x="1261" y="9988"/>
                  </a:lnTo>
                  <a:cubicBezTo>
                    <a:pt x="1040" y="9988"/>
                    <a:pt x="851" y="9799"/>
                    <a:pt x="851" y="9578"/>
                  </a:cubicBezTo>
                  <a:lnTo>
                    <a:pt x="851" y="1261"/>
                  </a:lnTo>
                  <a:cubicBezTo>
                    <a:pt x="851" y="1041"/>
                    <a:pt x="1040" y="820"/>
                    <a:pt x="1261" y="820"/>
                  </a:cubicBezTo>
                  <a:close/>
                  <a:moveTo>
                    <a:pt x="1261" y="1"/>
                  </a:moveTo>
                  <a:cubicBezTo>
                    <a:pt x="599" y="1"/>
                    <a:pt x="1" y="568"/>
                    <a:pt x="1" y="1261"/>
                  </a:cubicBezTo>
                  <a:lnTo>
                    <a:pt x="1" y="9578"/>
                  </a:lnTo>
                  <a:cubicBezTo>
                    <a:pt x="1" y="10240"/>
                    <a:pt x="568" y="10839"/>
                    <a:pt x="1261" y="10839"/>
                  </a:cubicBezTo>
                  <a:lnTo>
                    <a:pt x="6270" y="10839"/>
                  </a:lnTo>
                  <a:lnTo>
                    <a:pt x="4285" y="13485"/>
                  </a:lnTo>
                  <a:cubicBezTo>
                    <a:pt x="4191" y="13674"/>
                    <a:pt x="4191" y="13895"/>
                    <a:pt x="4380" y="14052"/>
                  </a:cubicBezTo>
                  <a:cubicBezTo>
                    <a:pt x="4465" y="14109"/>
                    <a:pt x="4562" y="14140"/>
                    <a:pt x="4659" y="14140"/>
                  </a:cubicBezTo>
                  <a:cubicBezTo>
                    <a:pt x="4776" y="14140"/>
                    <a:pt x="4892" y="14093"/>
                    <a:pt x="4978" y="13989"/>
                  </a:cubicBezTo>
                  <a:lnTo>
                    <a:pt x="6711" y="11658"/>
                  </a:lnTo>
                  <a:lnTo>
                    <a:pt x="6711" y="12918"/>
                  </a:lnTo>
                  <a:cubicBezTo>
                    <a:pt x="6711" y="13138"/>
                    <a:pt x="6900" y="13359"/>
                    <a:pt x="7089" y="13359"/>
                  </a:cubicBezTo>
                  <a:cubicBezTo>
                    <a:pt x="7310" y="13359"/>
                    <a:pt x="7530" y="13138"/>
                    <a:pt x="7530" y="12918"/>
                  </a:cubicBezTo>
                  <a:lnTo>
                    <a:pt x="7530" y="11658"/>
                  </a:lnTo>
                  <a:lnTo>
                    <a:pt x="9263" y="13989"/>
                  </a:lnTo>
                  <a:cubicBezTo>
                    <a:pt x="9335" y="14096"/>
                    <a:pt x="9457" y="14153"/>
                    <a:pt x="9584" y="14153"/>
                  </a:cubicBezTo>
                  <a:cubicBezTo>
                    <a:pt x="9681" y="14153"/>
                    <a:pt x="9780" y="14120"/>
                    <a:pt x="9862" y="14052"/>
                  </a:cubicBezTo>
                  <a:cubicBezTo>
                    <a:pt x="10051" y="13926"/>
                    <a:pt x="10082" y="13674"/>
                    <a:pt x="9925" y="13485"/>
                  </a:cubicBezTo>
                  <a:lnTo>
                    <a:pt x="7971" y="10839"/>
                  </a:lnTo>
                  <a:lnTo>
                    <a:pt x="12981" y="10839"/>
                  </a:lnTo>
                  <a:cubicBezTo>
                    <a:pt x="13642" y="10839"/>
                    <a:pt x="14241" y="10272"/>
                    <a:pt x="14241" y="9578"/>
                  </a:cubicBezTo>
                  <a:lnTo>
                    <a:pt x="14241" y="1261"/>
                  </a:lnTo>
                  <a:cubicBezTo>
                    <a:pt x="14146" y="600"/>
                    <a:pt x="13579" y="1"/>
                    <a:pt x="128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141"/>
            <p:cNvSpPr/>
            <p:nvPr/>
          </p:nvSpPr>
          <p:spPr>
            <a:xfrm>
              <a:off x="-13055400" y="2115150"/>
              <a:ext cx="271750" cy="187475"/>
            </a:xfrm>
            <a:custGeom>
              <a:avLst/>
              <a:gdLst/>
              <a:ahLst/>
              <a:cxnLst/>
              <a:rect l="l" t="t" r="r" b="b"/>
              <a:pathLst>
                <a:path w="10870" h="7499" extrusionOk="0">
                  <a:moveTo>
                    <a:pt x="3781" y="820"/>
                  </a:moveTo>
                  <a:cubicBezTo>
                    <a:pt x="4474" y="820"/>
                    <a:pt x="5041" y="1355"/>
                    <a:pt x="5041" y="2017"/>
                  </a:cubicBezTo>
                  <a:lnTo>
                    <a:pt x="5041" y="6648"/>
                  </a:lnTo>
                  <a:lnTo>
                    <a:pt x="882" y="6648"/>
                  </a:lnTo>
                  <a:lnTo>
                    <a:pt x="882" y="820"/>
                  </a:lnTo>
                  <a:close/>
                  <a:moveTo>
                    <a:pt x="10050" y="851"/>
                  </a:moveTo>
                  <a:lnTo>
                    <a:pt x="10050" y="6680"/>
                  </a:lnTo>
                  <a:lnTo>
                    <a:pt x="5892" y="6680"/>
                  </a:lnTo>
                  <a:lnTo>
                    <a:pt x="5892" y="2080"/>
                  </a:lnTo>
                  <a:cubicBezTo>
                    <a:pt x="5892" y="1418"/>
                    <a:pt x="6427" y="851"/>
                    <a:pt x="7152" y="851"/>
                  </a:cubicBezTo>
                  <a:close/>
                  <a:moveTo>
                    <a:pt x="441" y="1"/>
                  </a:moveTo>
                  <a:cubicBezTo>
                    <a:pt x="221" y="1"/>
                    <a:pt x="0" y="190"/>
                    <a:pt x="0" y="410"/>
                  </a:cubicBezTo>
                  <a:lnTo>
                    <a:pt x="0" y="7089"/>
                  </a:lnTo>
                  <a:cubicBezTo>
                    <a:pt x="0" y="7310"/>
                    <a:pt x="221" y="7499"/>
                    <a:pt x="441" y="7499"/>
                  </a:cubicBezTo>
                  <a:lnTo>
                    <a:pt x="10397" y="7499"/>
                  </a:lnTo>
                  <a:cubicBezTo>
                    <a:pt x="10649" y="7499"/>
                    <a:pt x="10838" y="7310"/>
                    <a:pt x="10838" y="7089"/>
                  </a:cubicBezTo>
                  <a:lnTo>
                    <a:pt x="10838" y="410"/>
                  </a:lnTo>
                  <a:cubicBezTo>
                    <a:pt x="10869" y="190"/>
                    <a:pt x="10680" y="1"/>
                    <a:pt x="10460" y="1"/>
                  </a:cubicBezTo>
                  <a:lnTo>
                    <a:pt x="7089" y="1"/>
                  </a:lnTo>
                  <a:cubicBezTo>
                    <a:pt x="6427" y="1"/>
                    <a:pt x="5829" y="316"/>
                    <a:pt x="5451" y="820"/>
                  </a:cubicBezTo>
                  <a:cubicBezTo>
                    <a:pt x="5041" y="284"/>
                    <a:pt x="4474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141"/>
            <p:cNvSpPr/>
            <p:nvPr/>
          </p:nvSpPr>
          <p:spPr>
            <a:xfrm>
              <a:off x="-12887650" y="2156100"/>
              <a:ext cx="63050" cy="22100"/>
            </a:xfrm>
            <a:custGeom>
              <a:avLst/>
              <a:gdLst/>
              <a:ahLst/>
              <a:cxnLst/>
              <a:rect l="l" t="t" r="r" b="b"/>
              <a:pathLst>
                <a:path w="2522" h="884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3"/>
                    <a:pt x="190" y="883"/>
                    <a:pt x="442" y="883"/>
                  </a:cubicBezTo>
                  <a:lnTo>
                    <a:pt x="2112" y="883"/>
                  </a:lnTo>
                  <a:cubicBezTo>
                    <a:pt x="2364" y="883"/>
                    <a:pt x="2521" y="663"/>
                    <a:pt x="2521" y="442"/>
                  </a:cubicBezTo>
                  <a:cubicBezTo>
                    <a:pt x="2521" y="190"/>
                    <a:pt x="2332" y="1"/>
                    <a:pt x="21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141"/>
            <p:cNvSpPr/>
            <p:nvPr/>
          </p:nvSpPr>
          <p:spPr>
            <a:xfrm>
              <a:off x="-12888425" y="219865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111" y="851"/>
                  </a:lnTo>
                  <a:cubicBezTo>
                    <a:pt x="2363" y="851"/>
                    <a:pt x="2521" y="662"/>
                    <a:pt x="2521" y="410"/>
                  </a:cubicBezTo>
                  <a:cubicBezTo>
                    <a:pt x="2521" y="189"/>
                    <a:pt x="2363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141"/>
            <p:cNvSpPr/>
            <p:nvPr/>
          </p:nvSpPr>
          <p:spPr>
            <a:xfrm>
              <a:off x="-12888425" y="2239600"/>
              <a:ext cx="63025" cy="22075"/>
            </a:xfrm>
            <a:custGeom>
              <a:avLst/>
              <a:gdLst/>
              <a:ahLst/>
              <a:cxnLst/>
              <a:rect l="l" t="t" r="r" b="b"/>
              <a:pathLst>
                <a:path w="2521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2"/>
                  </a:cubicBezTo>
                  <a:cubicBezTo>
                    <a:pt x="0" y="694"/>
                    <a:pt x="189" y="883"/>
                    <a:pt x="410" y="883"/>
                  </a:cubicBezTo>
                  <a:lnTo>
                    <a:pt x="2111" y="883"/>
                  </a:lnTo>
                  <a:cubicBezTo>
                    <a:pt x="2363" y="883"/>
                    <a:pt x="2521" y="694"/>
                    <a:pt x="2521" y="442"/>
                  </a:cubicBezTo>
                  <a:cubicBezTo>
                    <a:pt x="2521" y="221"/>
                    <a:pt x="2363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141"/>
            <p:cNvSpPr/>
            <p:nvPr/>
          </p:nvSpPr>
          <p:spPr>
            <a:xfrm>
              <a:off x="-13012875" y="2156100"/>
              <a:ext cx="63025" cy="22100"/>
            </a:xfrm>
            <a:custGeom>
              <a:avLst/>
              <a:gdLst/>
              <a:ahLst/>
              <a:cxnLst/>
              <a:rect l="l" t="t" r="r" b="b"/>
              <a:pathLst>
                <a:path w="2521" h="884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63"/>
                    <a:pt x="190" y="883"/>
                    <a:pt x="410" y="883"/>
                  </a:cubicBezTo>
                  <a:lnTo>
                    <a:pt x="2080" y="883"/>
                  </a:lnTo>
                  <a:cubicBezTo>
                    <a:pt x="2332" y="883"/>
                    <a:pt x="2521" y="663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141"/>
            <p:cNvSpPr/>
            <p:nvPr/>
          </p:nvSpPr>
          <p:spPr>
            <a:xfrm>
              <a:off x="-13012875" y="219865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410" y="851"/>
                  </a:cubicBezTo>
                  <a:lnTo>
                    <a:pt x="2080" y="851"/>
                  </a:lnTo>
                  <a:cubicBezTo>
                    <a:pt x="2332" y="851"/>
                    <a:pt x="2521" y="662"/>
                    <a:pt x="2521" y="410"/>
                  </a:cubicBezTo>
                  <a:cubicBezTo>
                    <a:pt x="2521" y="189"/>
                    <a:pt x="2332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141"/>
            <p:cNvSpPr/>
            <p:nvPr/>
          </p:nvSpPr>
          <p:spPr>
            <a:xfrm>
              <a:off x="-13012875" y="2239600"/>
              <a:ext cx="63025" cy="22075"/>
            </a:xfrm>
            <a:custGeom>
              <a:avLst/>
              <a:gdLst/>
              <a:ahLst/>
              <a:cxnLst/>
              <a:rect l="l" t="t" r="r" b="b"/>
              <a:pathLst>
                <a:path w="2521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2"/>
                  </a:cubicBezTo>
                  <a:cubicBezTo>
                    <a:pt x="1" y="694"/>
                    <a:pt x="190" y="883"/>
                    <a:pt x="410" y="883"/>
                  </a:cubicBezTo>
                  <a:lnTo>
                    <a:pt x="2080" y="883"/>
                  </a:lnTo>
                  <a:cubicBezTo>
                    <a:pt x="2332" y="883"/>
                    <a:pt x="2521" y="694"/>
                    <a:pt x="2521" y="442"/>
                  </a:cubicBezTo>
                  <a:cubicBezTo>
                    <a:pt x="2521" y="221"/>
                    <a:pt x="2332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72" name="Google Shape;13572;p141"/>
          <p:cNvSpPr/>
          <p:nvPr/>
        </p:nvSpPr>
        <p:spPr>
          <a:xfrm>
            <a:off x="5753174" y="2120098"/>
            <a:ext cx="341579" cy="340807"/>
          </a:xfrm>
          <a:custGeom>
            <a:avLst/>
            <a:gdLst/>
            <a:ahLst/>
            <a:cxnLst/>
            <a:rect l="l" t="t" r="r" b="b"/>
            <a:pathLst>
              <a:path w="14147" h="14115" extrusionOk="0">
                <a:moveTo>
                  <a:pt x="7058" y="851"/>
                </a:moveTo>
                <a:cubicBezTo>
                  <a:pt x="9294" y="851"/>
                  <a:pt x="10649" y="1386"/>
                  <a:pt x="10744" y="1670"/>
                </a:cubicBezTo>
                <a:cubicBezTo>
                  <a:pt x="10649" y="1922"/>
                  <a:pt x="9294" y="2489"/>
                  <a:pt x="7058" y="2489"/>
                </a:cubicBezTo>
                <a:cubicBezTo>
                  <a:pt x="4821" y="2489"/>
                  <a:pt x="3466" y="1922"/>
                  <a:pt x="3340" y="1670"/>
                </a:cubicBezTo>
                <a:cubicBezTo>
                  <a:pt x="3466" y="1386"/>
                  <a:pt x="4821" y="851"/>
                  <a:pt x="7058" y="851"/>
                </a:cubicBezTo>
                <a:close/>
                <a:moveTo>
                  <a:pt x="10681" y="2741"/>
                </a:moveTo>
                <a:lnTo>
                  <a:pt x="10114" y="8727"/>
                </a:lnTo>
                <a:cubicBezTo>
                  <a:pt x="9515" y="9042"/>
                  <a:pt x="8381" y="9200"/>
                  <a:pt x="7058" y="9200"/>
                </a:cubicBezTo>
                <a:cubicBezTo>
                  <a:pt x="5703" y="9200"/>
                  <a:pt x="4663" y="9010"/>
                  <a:pt x="4002" y="8727"/>
                </a:cubicBezTo>
                <a:lnTo>
                  <a:pt x="3435" y="2741"/>
                </a:lnTo>
                <a:lnTo>
                  <a:pt x="3435" y="2741"/>
                </a:lnTo>
                <a:cubicBezTo>
                  <a:pt x="4411" y="3214"/>
                  <a:pt x="5955" y="3308"/>
                  <a:pt x="7058" y="3308"/>
                </a:cubicBezTo>
                <a:cubicBezTo>
                  <a:pt x="8160" y="3308"/>
                  <a:pt x="9704" y="3151"/>
                  <a:pt x="10681" y="2741"/>
                </a:cubicBezTo>
                <a:close/>
                <a:moveTo>
                  <a:pt x="10051" y="9609"/>
                </a:moveTo>
                <a:lnTo>
                  <a:pt x="9956" y="10334"/>
                </a:lnTo>
                <a:cubicBezTo>
                  <a:pt x="9893" y="10397"/>
                  <a:pt x="9641" y="10523"/>
                  <a:pt x="9105" y="10649"/>
                </a:cubicBezTo>
                <a:cubicBezTo>
                  <a:pt x="8538" y="10775"/>
                  <a:pt x="7814" y="10838"/>
                  <a:pt x="7089" y="10838"/>
                </a:cubicBezTo>
                <a:cubicBezTo>
                  <a:pt x="6333" y="10838"/>
                  <a:pt x="5640" y="10775"/>
                  <a:pt x="5073" y="10649"/>
                </a:cubicBezTo>
                <a:cubicBezTo>
                  <a:pt x="4537" y="10523"/>
                  <a:pt x="4285" y="10397"/>
                  <a:pt x="4222" y="10334"/>
                </a:cubicBezTo>
                <a:lnTo>
                  <a:pt x="4128" y="9609"/>
                </a:lnTo>
                <a:lnTo>
                  <a:pt x="4128" y="9609"/>
                </a:lnTo>
                <a:cubicBezTo>
                  <a:pt x="5041" y="9924"/>
                  <a:pt x="6239" y="9987"/>
                  <a:pt x="7089" y="9987"/>
                </a:cubicBezTo>
                <a:cubicBezTo>
                  <a:pt x="7971" y="9987"/>
                  <a:pt x="9137" y="9893"/>
                  <a:pt x="10051" y="9609"/>
                </a:cubicBezTo>
                <a:close/>
                <a:moveTo>
                  <a:pt x="10964" y="9609"/>
                </a:moveTo>
                <a:cubicBezTo>
                  <a:pt x="12666" y="10082"/>
                  <a:pt x="13390" y="10712"/>
                  <a:pt x="13390" y="11247"/>
                </a:cubicBezTo>
                <a:cubicBezTo>
                  <a:pt x="13327" y="11720"/>
                  <a:pt x="12697" y="12224"/>
                  <a:pt x="11626" y="12602"/>
                </a:cubicBezTo>
                <a:cubicBezTo>
                  <a:pt x="10397" y="13043"/>
                  <a:pt x="8790" y="13327"/>
                  <a:pt x="7089" y="13327"/>
                </a:cubicBezTo>
                <a:cubicBezTo>
                  <a:pt x="5388" y="13327"/>
                  <a:pt x="3750" y="13075"/>
                  <a:pt x="2552" y="12602"/>
                </a:cubicBezTo>
                <a:cubicBezTo>
                  <a:pt x="1513" y="12224"/>
                  <a:pt x="883" y="11720"/>
                  <a:pt x="883" y="11247"/>
                </a:cubicBezTo>
                <a:cubicBezTo>
                  <a:pt x="883" y="10775"/>
                  <a:pt x="1639" y="10082"/>
                  <a:pt x="3309" y="9609"/>
                </a:cubicBezTo>
                <a:lnTo>
                  <a:pt x="3403" y="10397"/>
                </a:lnTo>
                <a:cubicBezTo>
                  <a:pt x="3435" y="11027"/>
                  <a:pt x="4380" y="11279"/>
                  <a:pt x="4695" y="11342"/>
                </a:cubicBezTo>
                <a:cubicBezTo>
                  <a:pt x="5356" y="11499"/>
                  <a:pt x="6239" y="11594"/>
                  <a:pt x="7152" y="11594"/>
                </a:cubicBezTo>
                <a:cubicBezTo>
                  <a:pt x="8034" y="11594"/>
                  <a:pt x="8916" y="11499"/>
                  <a:pt x="9578" y="11342"/>
                </a:cubicBezTo>
                <a:cubicBezTo>
                  <a:pt x="9893" y="11279"/>
                  <a:pt x="10838" y="11027"/>
                  <a:pt x="10870" y="10397"/>
                </a:cubicBezTo>
                <a:lnTo>
                  <a:pt x="10964" y="9609"/>
                </a:lnTo>
                <a:close/>
                <a:moveTo>
                  <a:pt x="7058" y="0"/>
                </a:moveTo>
                <a:cubicBezTo>
                  <a:pt x="5671" y="0"/>
                  <a:pt x="2521" y="284"/>
                  <a:pt x="2521" y="1670"/>
                </a:cubicBezTo>
                <a:cubicBezTo>
                  <a:pt x="2521" y="1733"/>
                  <a:pt x="2489" y="1197"/>
                  <a:pt x="3214" y="8790"/>
                </a:cubicBezTo>
                <a:cubicBezTo>
                  <a:pt x="1198" y="9294"/>
                  <a:pt x="1" y="10208"/>
                  <a:pt x="1" y="11247"/>
                </a:cubicBezTo>
                <a:cubicBezTo>
                  <a:pt x="1" y="12098"/>
                  <a:pt x="788" y="12854"/>
                  <a:pt x="2206" y="13358"/>
                </a:cubicBezTo>
                <a:cubicBezTo>
                  <a:pt x="3498" y="13831"/>
                  <a:pt x="5262" y="14114"/>
                  <a:pt x="7058" y="14114"/>
                </a:cubicBezTo>
                <a:cubicBezTo>
                  <a:pt x="8853" y="14114"/>
                  <a:pt x="10586" y="13831"/>
                  <a:pt x="11909" y="13358"/>
                </a:cubicBezTo>
                <a:cubicBezTo>
                  <a:pt x="13327" y="12823"/>
                  <a:pt x="14115" y="12066"/>
                  <a:pt x="14115" y="11247"/>
                </a:cubicBezTo>
                <a:cubicBezTo>
                  <a:pt x="14146" y="10208"/>
                  <a:pt x="12949" y="9357"/>
                  <a:pt x="10964" y="8790"/>
                </a:cubicBezTo>
                <a:cubicBezTo>
                  <a:pt x="11657" y="1197"/>
                  <a:pt x="11626" y="1733"/>
                  <a:pt x="11626" y="1670"/>
                </a:cubicBezTo>
                <a:cubicBezTo>
                  <a:pt x="11626" y="1481"/>
                  <a:pt x="11531" y="1166"/>
                  <a:pt x="11122" y="851"/>
                </a:cubicBezTo>
                <a:cubicBezTo>
                  <a:pt x="10177" y="158"/>
                  <a:pt x="8192" y="0"/>
                  <a:pt x="705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73" name="Google Shape;13573;p141"/>
          <p:cNvGrpSpPr/>
          <p:nvPr/>
        </p:nvGrpSpPr>
        <p:grpSpPr>
          <a:xfrm>
            <a:off x="7576787" y="1302885"/>
            <a:ext cx="343100" cy="342424"/>
            <a:chOff x="-11332875" y="1660700"/>
            <a:chExt cx="355250" cy="354550"/>
          </a:xfrm>
        </p:grpSpPr>
        <p:sp>
          <p:nvSpPr>
            <p:cNvPr id="13574" name="Google Shape;13574;p141"/>
            <p:cNvSpPr/>
            <p:nvPr/>
          </p:nvSpPr>
          <p:spPr>
            <a:xfrm>
              <a:off x="-11332875" y="1660700"/>
              <a:ext cx="355250" cy="354550"/>
            </a:xfrm>
            <a:custGeom>
              <a:avLst/>
              <a:gdLst/>
              <a:ahLst/>
              <a:cxnLst/>
              <a:rect l="l" t="t" r="r" b="b"/>
              <a:pathLst>
                <a:path w="14210" h="14182" extrusionOk="0">
                  <a:moveTo>
                    <a:pt x="7089" y="914"/>
                  </a:moveTo>
                  <a:cubicBezTo>
                    <a:pt x="7278" y="914"/>
                    <a:pt x="7436" y="1072"/>
                    <a:pt x="7467" y="1229"/>
                  </a:cubicBezTo>
                  <a:cubicBezTo>
                    <a:pt x="7538" y="1417"/>
                    <a:pt x="7713" y="1517"/>
                    <a:pt x="7889" y="1517"/>
                  </a:cubicBezTo>
                  <a:cubicBezTo>
                    <a:pt x="7949" y="1517"/>
                    <a:pt x="8010" y="1505"/>
                    <a:pt x="8066" y="1481"/>
                  </a:cubicBezTo>
                  <a:cubicBezTo>
                    <a:pt x="8124" y="1437"/>
                    <a:pt x="8203" y="1414"/>
                    <a:pt x="8284" y="1414"/>
                  </a:cubicBezTo>
                  <a:cubicBezTo>
                    <a:pt x="8376" y="1414"/>
                    <a:pt x="8471" y="1445"/>
                    <a:pt x="8538" y="1513"/>
                  </a:cubicBezTo>
                  <a:cubicBezTo>
                    <a:pt x="8696" y="1670"/>
                    <a:pt x="8664" y="1859"/>
                    <a:pt x="8570" y="1985"/>
                  </a:cubicBezTo>
                  <a:cubicBezTo>
                    <a:pt x="8444" y="2206"/>
                    <a:pt x="8570" y="2489"/>
                    <a:pt x="8822" y="2584"/>
                  </a:cubicBezTo>
                  <a:cubicBezTo>
                    <a:pt x="8980" y="2615"/>
                    <a:pt x="9137" y="2773"/>
                    <a:pt x="9137" y="2962"/>
                  </a:cubicBezTo>
                  <a:cubicBezTo>
                    <a:pt x="9137" y="3151"/>
                    <a:pt x="8980" y="3308"/>
                    <a:pt x="8822" y="3371"/>
                  </a:cubicBezTo>
                  <a:cubicBezTo>
                    <a:pt x="8570" y="3434"/>
                    <a:pt x="8444" y="3718"/>
                    <a:pt x="8570" y="3939"/>
                  </a:cubicBezTo>
                  <a:cubicBezTo>
                    <a:pt x="8664" y="4065"/>
                    <a:pt x="8664" y="4317"/>
                    <a:pt x="8538" y="4411"/>
                  </a:cubicBezTo>
                  <a:cubicBezTo>
                    <a:pt x="8454" y="4496"/>
                    <a:pt x="8360" y="4526"/>
                    <a:pt x="8272" y="4526"/>
                  </a:cubicBezTo>
                  <a:cubicBezTo>
                    <a:pt x="8196" y="4526"/>
                    <a:pt x="8124" y="4503"/>
                    <a:pt x="8066" y="4474"/>
                  </a:cubicBezTo>
                  <a:cubicBezTo>
                    <a:pt x="8006" y="4440"/>
                    <a:pt x="7941" y="4424"/>
                    <a:pt x="7876" y="4424"/>
                  </a:cubicBezTo>
                  <a:cubicBezTo>
                    <a:pt x="7704" y="4424"/>
                    <a:pt x="7536" y="4534"/>
                    <a:pt x="7467" y="4695"/>
                  </a:cubicBezTo>
                  <a:cubicBezTo>
                    <a:pt x="7436" y="4852"/>
                    <a:pt x="7278" y="5010"/>
                    <a:pt x="7089" y="5010"/>
                  </a:cubicBezTo>
                  <a:cubicBezTo>
                    <a:pt x="6869" y="5010"/>
                    <a:pt x="6711" y="4852"/>
                    <a:pt x="6680" y="4695"/>
                  </a:cubicBezTo>
                  <a:cubicBezTo>
                    <a:pt x="6634" y="4534"/>
                    <a:pt x="6472" y="4424"/>
                    <a:pt x="6290" y="4424"/>
                  </a:cubicBezTo>
                  <a:cubicBezTo>
                    <a:pt x="6221" y="4424"/>
                    <a:pt x="6150" y="4440"/>
                    <a:pt x="6081" y="4474"/>
                  </a:cubicBezTo>
                  <a:cubicBezTo>
                    <a:pt x="6042" y="4500"/>
                    <a:pt x="5976" y="4516"/>
                    <a:pt x="5903" y="4516"/>
                  </a:cubicBezTo>
                  <a:cubicBezTo>
                    <a:pt x="5799" y="4516"/>
                    <a:pt x="5682" y="4485"/>
                    <a:pt x="5609" y="4411"/>
                  </a:cubicBezTo>
                  <a:cubicBezTo>
                    <a:pt x="5451" y="4254"/>
                    <a:pt x="5514" y="4065"/>
                    <a:pt x="5577" y="3939"/>
                  </a:cubicBezTo>
                  <a:cubicBezTo>
                    <a:pt x="5703" y="3718"/>
                    <a:pt x="5577" y="3434"/>
                    <a:pt x="5356" y="3371"/>
                  </a:cubicBezTo>
                  <a:cubicBezTo>
                    <a:pt x="5199" y="3308"/>
                    <a:pt x="5041" y="3151"/>
                    <a:pt x="5041" y="2962"/>
                  </a:cubicBezTo>
                  <a:cubicBezTo>
                    <a:pt x="5041" y="2773"/>
                    <a:pt x="5199" y="2615"/>
                    <a:pt x="5356" y="2584"/>
                  </a:cubicBezTo>
                  <a:cubicBezTo>
                    <a:pt x="5609" y="2489"/>
                    <a:pt x="5735" y="2206"/>
                    <a:pt x="5577" y="1985"/>
                  </a:cubicBezTo>
                  <a:cubicBezTo>
                    <a:pt x="5514" y="1859"/>
                    <a:pt x="5514" y="1639"/>
                    <a:pt x="5609" y="1513"/>
                  </a:cubicBezTo>
                  <a:cubicBezTo>
                    <a:pt x="5703" y="1434"/>
                    <a:pt x="5798" y="1402"/>
                    <a:pt x="5880" y="1402"/>
                  </a:cubicBezTo>
                  <a:cubicBezTo>
                    <a:pt x="5963" y="1402"/>
                    <a:pt x="6034" y="1434"/>
                    <a:pt x="6081" y="1481"/>
                  </a:cubicBezTo>
                  <a:cubicBezTo>
                    <a:pt x="6145" y="1505"/>
                    <a:pt x="6212" y="1517"/>
                    <a:pt x="6276" y="1517"/>
                  </a:cubicBezTo>
                  <a:cubicBezTo>
                    <a:pt x="6464" y="1517"/>
                    <a:pt x="6633" y="1417"/>
                    <a:pt x="6680" y="1229"/>
                  </a:cubicBezTo>
                  <a:cubicBezTo>
                    <a:pt x="6711" y="1072"/>
                    <a:pt x="6869" y="914"/>
                    <a:pt x="7089" y="914"/>
                  </a:cubicBezTo>
                  <a:close/>
                  <a:moveTo>
                    <a:pt x="11374" y="1702"/>
                  </a:moveTo>
                  <a:cubicBezTo>
                    <a:pt x="11563" y="1702"/>
                    <a:pt x="11720" y="1859"/>
                    <a:pt x="11783" y="2017"/>
                  </a:cubicBezTo>
                  <a:cubicBezTo>
                    <a:pt x="11830" y="2204"/>
                    <a:pt x="12000" y="2305"/>
                    <a:pt x="12174" y="2305"/>
                  </a:cubicBezTo>
                  <a:cubicBezTo>
                    <a:pt x="12234" y="2305"/>
                    <a:pt x="12294" y="2293"/>
                    <a:pt x="12351" y="2269"/>
                  </a:cubicBezTo>
                  <a:cubicBezTo>
                    <a:pt x="12424" y="2225"/>
                    <a:pt x="12517" y="2201"/>
                    <a:pt x="12609" y="2201"/>
                  </a:cubicBezTo>
                  <a:cubicBezTo>
                    <a:pt x="12715" y="2201"/>
                    <a:pt x="12819" y="2233"/>
                    <a:pt x="12886" y="2300"/>
                  </a:cubicBezTo>
                  <a:cubicBezTo>
                    <a:pt x="13044" y="2458"/>
                    <a:pt x="12981" y="2647"/>
                    <a:pt x="12918" y="2773"/>
                  </a:cubicBezTo>
                  <a:cubicBezTo>
                    <a:pt x="12792" y="2993"/>
                    <a:pt x="12918" y="3277"/>
                    <a:pt x="13138" y="3371"/>
                  </a:cubicBezTo>
                  <a:cubicBezTo>
                    <a:pt x="13296" y="3403"/>
                    <a:pt x="13453" y="3560"/>
                    <a:pt x="13453" y="3750"/>
                  </a:cubicBezTo>
                  <a:cubicBezTo>
                    <a:pt x="13327" y="4002"/>
                    <a:pt x="13170" y="4159"/>
                    <a:pt x="13075" y="4191"/>
                  </a:cubicBezTo>
                  <a:cubicBezTo>
                    <a:pt x="12823" y="4254"/>
                    <a:pt x="12697" y="4537"/>
                    <a:pt x="12823" y="4789"/>
                  </a:cubicBezTo>
                  <a:cubicBezTo>
                    <a:pt x="12918" y="4884"/>
                    <a:pt x="12918" y="5136"/>
                    <a:pt x="12792" y="5262"/>
                  </a:cubicBezTo>
                  <a:cubicBezTo>
                    <a:pt x="12716" y="5318"/>
                    <a:pt x="12606" y="5364"/>
                    <a:pt x="12497" y="5364"/>
                  </a:cubicBezTo>
                  <a:cubicBezTo>
                    <a:pt x="12424" y="5364"/>
                    <a:pt x="12351" y="5344"/>
                    <a:pt x="12288" y="5293"/>
                  </a:cubicBezTo>
                  <a:cubicBezTo>
                    <a:pt x="12219" y="5259"/>
                    <a:pt x="12150" y="5243"/>
                    <a:pt x="12084" y="5243"/>
                  </a:cubicBezTo>
                  <a:cubicBezTo>
                    <a:pt x="11910" y="5243"/>
                    <a:pt x="11758" y="5354"/>
                    <a:pt x="11689" y="5514"/>
                  </a:cubicBezTo>
                  <a:cubicBezTo>
                    <a:pt x="11657" y="5671"/>
                    <a:pt x="11500" y="5829"/>
                    <a:pt x="11311" y="5829"/>
                  </a:cubicBezTo>
                  <a:cubicBezTo>
                    <a:pt x="11090" y="5829"/>
                    <a:pt x="10933" y="5671"/>
                    <a:pt x="10901" y="5514"/>
                  </a:cubicBezTo>
                  <a:cubicBezTo>
                    <a:pt x="10856" y="5354"/>
                    <a:pt x="10693" y="5243"/>
                    <a:pt x="10511" y="5243"/>
                  </a:cubicBezTo>
                  <a:cubicBezTo>
                    <a:pt x="10443" y="5243"/>
                    <a:pt x="10372" y="5259"/>
                    <a:pt x="10303" y="5293"/>
                  </a:cubicBezTo>
                  <a:cubicBezTo>
                    <a:pt x="10260" y="5322"/>
                    <a:pt x="10186" y="5337"/>
                    <a:pt x="10106" y="5337"/>
                  </a:cubicBezTo>
                  <a:cubicBezTo>
                    <a:pt x="10007" y="5337"/>
                    <a:pt x="9900" y="5314"/>
                    <a:pt x="9830" y="5262"/>
                  </a:cubicBezTo>
                  <a:cubicBezTo>
                    <a:pt x="9673" y="5104"/>
                    <a:pt x="9736" y="4884"/>
                    <a:pt x="9799" y="4789"/>
                  </a:cubicBezTo>
                  <a:cubicBezTo>
                    <a:pt x="9925" y="4569"/>
                    <a:pt x="9830" y="4317"/>
                    <a:pt x="9610" y="4191"/>
                  </a:cubicBezTo>
                  <a:lnTo>
                    <a:pt x="9610" y="3939"/>
                  </a:lnTo>
                  <a:cubicBezTo>
                    <a:pt x="9925" y="3718"/>
                    <a:pt x="10114" y="3371"/>
                    <a:pt x="10114" y="2962"/>
                  </a:cubicBezTo>
                  <a:cubicBezTo>
                    <a:pt x="10114" y="2741"/>
                    <a:pt x="10051" y="2489"/>
                    <a:pt x="9925" y="2300"/>
                  </a:cubicBezTo>
                  <a:cubicBezTo>
                    <a:pt x="10009" y="2233"/>
                    <a:pt x="10094" y="2201"/>
                    <a:pt x="10178" y="2201"/>
                  </a:cubicBezTo>
                  <a:cubicBezTo>
                    <a:pt x="10251" y="2201"/>
                    <a:pt x="10324" y="2225"/>
                    <a:pt x="10397" y="2269"/>
                  </a:cubicBezTo>
                  <a:cubicBezTo>
                    <a:pt x="10454" y="2293"/>
                    <a:pt x="10514" y="2305"/>
                    <a:pt x="10574" y="2305"/>
                  </a:cubicBezTo>
                  <a:cubicBezTo>
                    <a:pt x="10750" y="2305"/>
                    <a:pt x="10925" y="2204"/>
                    <a:pt x="10996" y="2017"/>
                  </a:cubicBezTo>
                  <a:cubicBezTo>
                    <a:pt x="11027" y="1859"/>
                    <a:pt x="11185" y="1702"/>
                    <a:pt x="11374" y="1702"/>
                  </a:cubicBezTo>
                  <a:close/>
                  <a:moveTo>
                    <a:pt x="2994" y="1796"/>
                  </a:moveTo>
                  <a:cubicBezTo>
                    <a:pt x="3183" y="1796"/>
                    <a:pt x="3340" y="1954"/>
                    <a:pt x="3372" y="2111"/>
                  </a:cubicBezTo>
                  <a:cubicBezTo>
                    <a:pt x="3440" y="2272"/>
                    <a:pt x="3592" y="2382"/>
                    <a:pt x="3767" y="2382"/>
                  </a:cubicBezTo>
                  <a:cubicBezTo>
                    <a:pt x="3832" y="2382"/>
                    <a:pt x="3901" y="2366"/>
                    <a:pt x="3970" y="2332"/>
                  </a:cubicBezTo>
                  <a:cubicBezTo>
                    <a:pt x="4027" y="2303"/>
                    <a:pt x="4096" y="2288"/>
                    <a:pt x="4170" y="2288"/>
                  </a:cubicBezTo>
                  <a:cubicBezTo>
                    <a:pt x="4260" y="2288"/>
                    <a:pt x="4356" y="2311"/>
                    <a:pt x="4443" y="2363"/>
                  </a:cubicBezTo>
                  <a:cubicBezTo>
                    <a:pt x="4317" y="2584"/>
                    <a:pt x="4254" y="2804"/>
                    <a:pt x="4254" y="3056"/>
                  </a:cubicBezTo>
                  <a:cubicBezTo>
                    <a:pt x="4254" y="3434"/>
                    <a:pt x="4443" y="3781"/>
                    <a:pt x="4758" y="4033"/>
                  </a:cubicBezTo>
                  <a:lnTo>
                    <a:pt x="4758" y="4254"/>
                  </a:lnTo>
                  <a:cubicBezTo>
                    <a:pt x="4506" y="4348"/>
                    <a:pt x="4443" y="4632"/>
                    <a:pt x="4569" y="4852"/>
                  </a:cubicBezTo>
                  <a:cubicBezTo>
                    <a:pt x="4632" y="4978"/>
                    <a:pt x="4632" y="5199"/>
                    <a:pt x="4506" y="5325"/>
                  </a:cubicBezTo>
                  <a:cubicBezTo>
                    <a:pt x="4427" y="5404"/>
                    <a:pt x="4340" y="5435"/>
                    <a:pt x="4258" y="5435"/>
                  </a:cubicBezTo>
                  <a:cubicBezTo>
                    <a:pt x="4175" y="5435"/>
                    <a:pt x="4096" y="5404"/>
                    <a:pt x="4033" y="5356"/>
                  </a:cubicBezTo>
                  <a:cubicBezTo>
                    <a:pt x="3977" y="5332"/>
                    <a:pt x="3916" y="5320"/>
                    <a:pt x="3857" y="5320"/>
                  </a:cubicBezTo>
                  <a:cubicBezTo>
                    <a:pt x="3682" y="5320"/>
                    <a:pt x="3513" y="5421"/>
                    <a:pt x="3466" y="5608"/>
                  </a:cubicBezTo>
                  <a:cubicBezTo>
                    <a:pt x="3435" y="5766"/>
                    <a:pt x="3246" y="5923"/>
                    <a:pt x="3057" y="5923"/>
                  </a:cubicBezTo>
                  <a:cubicBezTo>
                    <a:pt x="2868" y="5923"/>
                    <a:pt x="2710" y="5766"/>
                    <a:pt x="2679" y="5608"/>
                  </a:cubicBezTo>
                  <a:cubicBezTo>
                    <a:pt x="2562" y="5399"/>
                    <a:pt x="2378" y="5276"/>
                    <a:pt x="2188" y="5276"/>
                  </a:cubicBezTo>
                  <a:cubicBezTo>
                    <a:pt x="2120" y="5276"/>
                    <a:pt x="2052" y="5292"/>
                    <a:pt x="1985" y="5325"/>
                  </a:cubicBezTo>
                  <a:cubicBezTo>
                    <a:pt x="1912" y="5369"/>
                    <a:pt x="1826" y="5392"/>
                    <a:pt x="1741" y="5392"/>
                  </a:cubicBezTo>
                  <a:cubicBezTo>
                    <a:pt x="1644" y="5392"/>
                    <a:pt x="1549" y="5361"/>
                    <a:pt x="1481" y="5293"/>
                  </a:cubicBezTo>
                  <a:cubicBezTo>
                    <a:pt x="1324" y="5136"/>
                    <a:pt x="1355" y="4947"/>
                    <a:pt x="1450" y="4821"/>
                  </a:cubicBezTo>
                  <a:cubicBezTo>
                    <a:pt x="1576" y="4569"/>
                    <a:pt x="1450" y="4317"/>
                    <a:pt x="1229" y="4222"/>
                  </a:cubicBezTo>
                  <a:cubicBezTo>
                    <a:pt x="1072" y="4191"/>
                    <a:pt x="914" y="4033"/>
                    <a:pt x="914" y="3844"/>
                  </a:cubicBezTo>
                  <a:cubicBezTo>
                    <a:pt x="914" y="3624"/>
                    <a:pt x="1072" y="3466"/>
                    <a:pt x="1229" y="3434"/>
                  </a:cubicBezTo>
                  <a:cubicBezTo>
                    <a:pt x="1450" y="3371"/>
                    <a:pt x="1576" y="3088"/>
                    <a:pt x="1450" y="2836"/>
                  </a:cubicBezTo>
                  <a:cubicBezTo>
                    <a:pt x="1355" y="2741"/>
                    <a:pt x="1355" y="2489"/>
                    <a:pt x="1481" y="2363"/>
                  </a:cubicBezTo>
                  <a:cubicBezTo>
                    <a:pt x="1557" y="2307"/>
                    <a:pt x="1678" y="2261"/>
                    <a:pt x="1790" y="2261"/>
                  </a:cubicBezTo>
                  <a:cubicBezTo>
                    <a:pt x="1864" y="2261"/>
                    <a:pt x="1935" y="2281"/>
                    <a:pt x="1985" y="2332"/>
                  </a:cubicBezTo>
                  <a:cubicBezTo>
                    <a:pt x="2054" y="2366"/>
                    <a:pt x="2126" y="2382"/>
                    <a:pt x="2194" y="2382"/>
                  </a:cubicBezTo>
                  <a:cubicBezTo>
                    <a:pt x="2376" y="2382"/>
                    <a:pt x="2538" y="2272"/>
                    <a:pt x="2584" y="2111"/>
                  </a:cubicBezTo>
                  <a:cubicBezTo>
                    <a:pt x="2616" y="1954"/>
                    <a:pt x="2773" y="1796"/>
                    <a:pt x="2994" y="1796"/>
                  </a:cubicBezTo>
                  <a:close/>
                  <a:moveTo>
                    <a:pt x="8885" y="5199"/>
                  </a:moveTo>
                  <a:cubicBezTo>
                    <a:pt x="8917" y="5325"/>
                    <a:pt x="8980" y="5451"/>
                    <a:pt x="9011" y="5514"/>
                  </a:cubicBezTo>
                  <a:lnTo>
                    <a:pt x="7656" y="9200"/>
                  </a:lnTo>
                  <a:lnTo>
                    <a:pt x="5703" y="9200"/>
                  </a:lnTo>
                  <a:lnTo>
                    <a:pt x="3687" y="6427"/>
                  </a:lnTo>
                  <a:cubicBezTo>
                    <a:pt x="3813" y="6364"/>
                    <a:pt x="3939" y="6238"/>
                    <a:pt x="4002" y="6112"/>
                  </a:cubicBezTo>
                  <a:cubicBezTo>
                    <a:pt x="4091" y="6133"/>
                    <a:pt x="4179" y="6143"/>
                    <a:pt x="4264" y="6143"/>
                  </a:cubicBezTo>
                  <a:cubicBezTo>
                    <a:pt x="4571" y="6143"/>
                    <a:pt x="4851" y="6012"/>
                    <a:pt x="5073" y="5766"/>
                  </a:cubicBezTo>
                  <a:cubicBezTo>
                    <a:pt x="5199" y="5671"/>
                    <a:pt x="5293" y="5451"/>
                    <a:pt x="5356" y="5199"/>
                  </a:cubicBezTo>
                  <a:cubicBezTo>
                    <a:pt x="5525" y="5295"/>
                    <a:pt x="5730" y="5336"/>
                    <a:pt x="5944" y="5336"/>
                  </a:cubicBezTo>
                  <a:cubicBezTo>
                    <a:pt x="6010" y="5336"/>
                    <a:pt x="6077" y="5332"/>
                    <a:pt x="6144" y="5325"/>
                  </a:cubicBezTo>
                  <a:cubicBezTo>
                    <a:pt x="6365" y="5640"/>
                    <a:pt x="6711" y="5829"/>
                    <a:pt x="7121" y="5829"/>
                  </a:cubicBezTo>
                  <a:cubicBezTo>
                    <a:pt x="7499" y="5829"/>
                    <a:pt x="7877" y="5640"/>
                    <a:pt x="8097" y="5325"/>
                  </a:cubicBezTo>
                  <a:cubicBezTo>
                    <a:pt x="8164" y="5332"/>
                    <a:pt x="8231" y="5336"/>
                    <a:pt x="8297" y="5336"/>
                  </a:cubicBezTo>
                  <a:cubicBezTo>
                    <a:pt x="8511" y="5336"/>
                    <a:pt x="8717" y="5295"/>
                    <a:pt x="8885" y="5199"/>
                  </a:cubicBezTo>
                  <a:close/>
                  <a:moveTo>
                    <a:pt x="9673" y="6112"/>
                  </a:moveTo>
                  <a:cubicBezTo>
                    <a:pt x="9777" y="6164"/>
                    <a:pt x="9890" y="6188"/>
                    <a:pt x="10003" y="6188"/>
                  </a:cubicBezTo>
                  <a:cubicBezTo>
                    <a:pt x="10095" y="6188"/>
                    <a:pt x="10186" y="6172"/>
                    <a:pt x="10271" y="6144"/>
                  </a:cubicBezTo>
                  <a:cubicBezTo>
                    <a:pt x="10334" y="6270"/>
                    <a:pt x="10460" y="6396"/>
                    <a:pt x="10586" y="6459"/>
                  </a:cubicBezTo>
                  <a:lnTo>
                    <a:pt x="8570" y="9231"/>
                  </a:lnTo>
                  <a:lnTo>
                    <a:pt x="9673" y="6112"/>
                  </a:lnTo>
                  <a:close/>
                  <a:moveTo>
                    <a:pt x="8349" y="10050"/>
                  </a:moveTo>
                  <a:lnTo>
                    <a:pt x="8349" y="10870"/>
                  </a:lnTo>
                  <a:lnTo>
                    <a:pt x="5861" y="10870"/>
                  </a:lnTo>
                  <a:lnTo>
                    <a:pt x="5861" y="10050"/>
                  </a:lnTo>
                  <a:close/>
                  <a:moveTo>
                    <a:pt x="8538" y="11720"/>
                  </a:moveTo>
                  <a:lnTo>
                    <a:pt x="9295" y="12823"/>
                  </a:lnTo>
                  <a:cubicBezTo>
                    <a:pt x="9116" y="12781"/>
                    <a:pt x="8938" y="12760"/>
                    <a:pt x="8761" y="12760"/>
                  </a:cubicBezTo>
                  <a:cubicBezTo>
                    <a:pt x="8409" y="12760"/>
                    <a:pt x="8066" y="12844"/>
                    <a:pt x="7751" y="13012"/>
                  </a:cubicBezTo>
                  <a:cubicBezTo>
                    <a:pt x="7562" y="13106"/>
                    <a:pt x="7341" y="13154"/>
                    <a:pt x="7117" y="13154"/>
                  </a:cubicBezTo>
                  <a:cubicBezTo>
                    <a:pt x="6892" y="13154"/>
                    <a:pt x="6664" y="13106"/>
                    <a:pt x="6459" y="13012"/>
                  </a:cubicBezTo>
                  <a:cubicBezTo>
                    <a:pt x="6144" y="12854"/>
                    <a:pt x="5798" y="12760"/>
                    <a:pt x="5419" y="12760"/>
                  </a:cubicBezTo>
                  <a:cubicBezTo>
                    <a:pt x="5262" y="12760"/>
                    <a:pt x="5073" y="12760"/>
                    <a:pt x="4915" y="12823"/>
                  </a:cubicBezTo>
                  <a:lnTo>
                    <a:pt x="5672" y="11720"/>
                  </a:lnTo>
                  <a:close/>
                  <a:moveTo>
                    <a:pt x="7089" y="0"/>
                  </a:moveTo>
                  <a:cubicBezTo>
                    <a:pt x="6680" y="0"/>
                    <a:pt x="6333" y="189"/>
                    <a:pt x="6081" y="505"/>
                  </a:cubicBezTo>
                  <a:cubicBezTo>
                    <a:pt x="6018" y="494"/>
                    <a:pt x="5954" y="489"/>
                    <a:pt x="5890" y="489"/>
                  </a:cubicBezTo>
                  <a:cubicBezTo>
                    <a:pt x="5571" y="489"/>
                    <a:pt x="5251" y="620"/>
                    <a:pt x="5041" y="883"/>
                  </a:cubicBezTo>
                  <a:cubicBezTo>
                    <a:pt x="4884" y="1040"/>
                    <a:pt x="4758" y="1261"/>
                    <a:pt x="4726" y="1513"/>
                  </a:cubicBezTo>
                  <a:cubicBezTo>
                    <a:pt x="4534" y="1416"/>
                    <a:pt x="4341" y="1375"/>
                    <a:pt x="4135" y="1375"/>
                  </a:cubicBezTo>
                  <a:cubicBezTo>
                    <a:pt x="4071" y="1375"/>
                    <a:pt x="4006" y="1379"/>
                    <a:pt x="3939" y="1387"/>
                  </a:cubicBezTo>
                  <a:cubicBezTo>
                    <a:pt x="3687" y="1072"/>
                    <a:pt x="3340" y="883"/>
                    <a:pt x="2931" y="883"/>
                  </a:cubicBezTo>
                  <a:cubicBezTo>
                    <a:pt x="2553" y="883"/>
                    <a:pt x="2206" y="1072"/>
                    <a:pt x="1954" y="1387"/>
                  </a:cubicBezTo>
                  <a:cubicBezTo>
                    <a:pt x="1872" y="1366"/>
                    <a:pt x="1788" y="1356"/>
                    <a:pt x="1704" y="1356"/>
                  </a:cubicBezTo>
                  <a:cubicBezTo>
                    <a:pt x="1402" y="1356"/>
                    <a:pt x="1098" y="1487"/>
                    <a:pt x="851" y="1733"/>
                  </a:cubicBezTo>
                  <a:cubicBezTo>
                    <a:pt x="568" y="2017"/>
                    <a:pt x="473" y="2426"/>
                    <a:pt x="505" y="2804"/>
                  </a:cubicBezTo>
                  <a:cubicBezTo>
                    <a:pt x="190" y="3025"/>
                    <a:pt x="1" y="3403"/>
                    <a:pt x="1" y="3781"/>
                  </a:cubicBezTo>
                  <a:cubicBezTo>
                    <a:pt x="1" y="4191"/>
                    <a:pt x="190" y="4537"/>
                    <a:pt x="505" y="4789"/>
                  </a:cubicBezTo>
                  <a:cubicBezTo>
                    <a:pt x="410" y="5167"/>
                    <a:pt x="536" y="5577"/>
                    <a:pt x="851" y="5829"/>
                  </a:cubicBezTo>
                  <a:cubicBezTo>
                    <a:pt x="1106" y="6084"/>
                    <a:pt x="1489" y="6212"/>
                    <a:pt x="1839" y="6212"/>
                  </a:cubicBezTo>
                  <a:cubicBezTo>
                    <a:pt x="1878" y="6212"/>
                    <a:pt x="1916" y="6210"/>
                    <a:pt x="1954" y="6207"/>
                  </a:cubicBezTo>
                  <a:cubicBezTo>
                    <a:pt x="2143" y="6427"/>
                    <a:pt x="2427" y="6616"/>
                    <a:pt x="2710" y="6679"/>
                  </a:cubicBezTo>
                  <a:lnTo>
                    <a:pt x="5010" y="9767"/>
                  </a:lnTo>
                  <a:lnTo>
                    <a:pt x="5010" y="11153"/>
                  </a:lnTo>
                  <a:lnTo>
                    <a:pt x="3435" y="13516"/>
                  </a:lnTo>
                  <a:cubicBezTo>
                    <a:pt x="3309" y="13674"/>
                    <a:pt x="3340" y="13863"/>
                    <a:pt x="3466" y="14020"/>
                  </a:cubicBezTo>
                  <a:cubicBezTo>
                    <a:pt x="3526" y="14120"/>
                    <a:pt x="3636" y="14182"/>
                    <a:pt x="3757" y="14182"/>
                  </a:cubicBezTo>
                  <a:cubicBezTo>
                    <a:pt x="3827" y="14182"/>
                    <a:pt x="3901" y="14161"/>
                    <a:pt x="3970" y="14115"/>
                  </a:cubicBezTo>
                  <a:lnTo>
                    <a:pt x="4789" y="13674"/>
                  </a:lnTo>
                  <a:cubicBezTo>
                    <a:pt x="4994" y="13579"/>
                    <a:pt x="5215" y="13532"/>
                    <a:pt x="5435" y="13532"/>
                  </a:cubicBezTo>
                  <a:cubicBezTo>
                    <a:pt x="5656" y="13532"/>
                    <a:pt x="5876" y="13579"/>
                    <a:pt x="6081" y="13674"/>
                  </a:cubicBezTo>
                  <a:cubicBezTo>
                    <a:pt x="6396" y="13831"/>
                    <a:pt x="6743" y="13910"/>
                    <a:pt x="7089" y="13910"/>
                  </a:cubicBezTo>
                  <a:cubicBezTo>
                    <a:pt x="7436" y="13910"/>
                    <a:pt x="7782" y="13831"/>
                    <a:pt x="8097" y="13674"/>
                  </a:cubicBezTo>
                  <a:cubicBezTo>
                    <a:pt x="8302" y="13579"/>
                    <a:pt x="8523" y="13532"/>
                    <a:pt x="8743" y="13532"/>
                  </a:cubicBezTo>
                  <a:cubicBezTo>
                    <a:pt x="8964" y="13532"/>
                    <a:pt x="9184" y="13579"/>
                    <a:pt x="9389" y="13674"/>
                  </a:cubicBezTo>
                  <a:lnTo>
                    <a:pt x="10240" y="14115"/>
                  </a:lnTo>
                  <a:cubicBezTo>
                    <a:pt x="10292" y="14136"/>
                    <a:pt x="10348" y="14146"/>
                    <a:pt x="10405" y="14146"/>
                  </a:cubicBezTo>
                  <a:cubicBezTo>
                    <a:pt x="10520" y="14146"/>
                    <a:pt x="10639" y="14104"/>
                    <a:pt x="10744" y="14020"/>
                  </a:cubicBezTo>
                  <a:cubicBezTo>
                    <a:pt x="10870" y="13863"/>
                    <a:pt x="10901" y="13674"/>
                    <a:pt x="10775" y="13516"/>
                  </a:cubicBezTo>
                  <a:lnTo>
                    <a:pt x="9200" y="11153"/>
                  </a:lnTo>
                  <a:lnTo>
                    <a:pt x="9200" y="9767"/>
                  </a:lnTo>
                  <a:lnTo>
                    <a:pt x="11500" y="6679"/>
                  </a:lnTo>
                  <a:cubicBezTo>
                    <a:pt x="11815" y="6616"/>
                    <a:pt x="12067" y="6427"/>
                    <a:pt x="12225" y="6207"/>
                  </a:cubicBezTo>
                  <a:cubicBezTo>
                    <a:pt x="12293" y="6217"/>
                    <a:pt x="12360" y="6223"/>
                    <a:pt x="12427" y="6223"/>
                  </a:cubicBezTo>
                  <a:cubicBezTo>
                    <a:pt x="12758" y="6223"/>
                    <a:pt x="13065" y="6091"/>
                    <a:pt x="13327" y="5829"/>
                  </a:cubicBezTo>
                  <a:cubicBezTo>
                    <a:pt x="13611" y="5577"/>
                    <a:pt x="13737" y="5167"/>
                    <a:pt x="13705" y="4789"/>
                  </a:cubicBezTo>
                  <a:cubicBezTo>
                    <a:pt x="14020" y="4537"/>
                    <a:pt x="14209" y="4191"/>
                    <a:pt x="14209" y="3781"/>
                  </a:cubicBezTo>
                  <a:cubicBezTo>
                    <a:pt x="14178" y="3403"/>
                    <a:pt x="13957" y="3056"/>
                    <a:pt x="13674" y="2804"/>
                  </a:cubicBezTo>
                  <a:cubicBezTo>
                    <a:pt x="13737" y="2426"/>
                    <a:pt x="13611" y="2017"/>
                    <a:pt x="13296" y="1733"/>
                  </a:cubicBezTo>
                  <a:cubicBezTo>
                    <a:pt x="13047" y="1484"/>
                    <a:pt x="12700" y="1381"/>
                    <a:pt x="12342" y="1381"/>
                  </a:cubicBezTo>
                  <a:cubicBezTo>
                    <a:pt x="12292" y="1381"/>
                    <a:pt x="12243" y="1383"/>
                    <a:pt x="12193" y="1387"/>
                  </a:cubicBezTo>
                  <a:cubicBezTo>
                    <a:pt x="11973" y="1072"/>
                    <a:pt x="11594" y="883"/>
                    <a:pt x="11216" y="883"/>
                  </a:cubicBezTo>
                  <a:cubicBezTo>
                    <a:pt x="10807" y="883"/>
                    <a:pt x="10460" y="1072"/>
                    <a:pt x="10240" y="1387"/>
                  </a:cubicBezTo>
                  <a:cubicBezTo>
                    <a:pt x="10173" y="1379"/>
                    <a:pt x="10106" y="1375"/>
                    <a:pt x="10040" y="1375"/>
                  </a:cubicBezTo>
                  <a:cubicBezTo>
                    <a:pt x="9826" y="1375"/>
                    <a:pt x="9621" y="1416"/>
                    <a:pt x="9452" y="1513"/>
                  </a:cubicBezTo>
                  <a:cubicBezTo>
                    <a:pt x="9421" y="1261"/>
                    <a:pt x="9295" y="1072"/>
                    <a:pt x="9137" y="883"/>
                  </a:cubicBezTo>
                  <a:cubicBezTo>
                    <a:pt x="8882" y="627"/>
                    <a:pt x="8525" y="500"/>
                    <a:pt x="8180" y="500"/>
                  </a:cubicBezTo>
                  <a:cubicBezTo>
                    <a:pt x="8142" y="500"/>
                    <a:pt x="8104" y="501"/>
                    <a:pt x="8066" y="505"/>
                  </a:cubicBezTo>
                  <a:cubicBezTo>
                    <a:pt x="7845" y="189"/>
                    <a:pt x="7467" y="0"/>
                    <a:pt x="70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141"/>
            <p:cNvSpPr/>
            <p:nvPr/>
          </p:nvSpPr>
          <p:spPr>
            <a:xfrm>
              <a:off x="-11072175" y="1734725"/>
              <a:ext cx="41775" cy="41000"/>
            </a:xfrm>
            <a:custGeom>
              <a:avLst/>
              <a:gdLst/>
              <a:ahLst/>
              <a:cxnLst/>
              <a:rect l="l" t="t" r="r" b="b"/>
              <a:pathLst>
                <a:path w="1671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92" y="1639"/>
                    <a:pt x="1671" y="1293"/>
                    <a:pt x="1671" y="820"/>
                  </a:cubicBezTo>
                  <a:cubicBezTo>
                    <a:pt x="1671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141"/>
            <p:cNvSpPr/>
            <p:nvPr/>
          </p:nvSpPr>
          <p:spPr>
            <a:xfrm>
              <a:off x="-11278525" y="17347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47" y="1"/>
                    <a:pt x="0" y="379"/>
                    <a:pt x="0" y="820"/>
                  </a:cubicBezTo>
                  <a:cubicBezTo>
                    <a:pt x="0" y="1293"/>
                    <a:pt x="347" y="1639"/>
                    <a:pt x="820" y="1639"/>
                  </a:cubicBezTo>
                  <a:cubicBezTo>
                    <a:pt x="1261" y="1639"/>
                    <a:pt x="1639" y="1293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141"/>
            <p:cNvSpPr/>
            <p:nvPr/>
          </p:nvSpPr>
          <p:spPr>
            <a:xfrm>
              <a:off x="-11175350" y="1714250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61"/>
                    <a:pt x="379" y="1639"/>
                    <a:pt x="820" y="1639"/>
                  </a:cubicBezTo>
                  <a:cubicBezTo>
                    <a:pt x="1261" y="1639"/>
                    <a:pt x="1639" y="1261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78" name="Google Shape;13578;p141"/>
          <p:cNvSpPr/>
          <p:nvPr/>
        </p:nvSpPr>
        <p:spPr>
          <a:xfrm>
            <a:off x="7575652" y="1712279"/>
            <a:ext cx="345370" cy="339286"/>
          </a:xfrm>
          <a:custGeom>
            <a:avLst/>
            <a:gdLst/>
            <a:ahLst/>
            <a:cxnLst/>
            <a:rect l="l" t="t" r="r" b="b"/>
            <a:pathLst>
              <a:path w="14304" h="14052" extrusionOk="0">
                <a:moveTo>
                  <a:pt x="12886" y="2489"/>
                </a:moveTo>
                <a:cubicBezTo>
                  <a:pt x="13106" y="2521"/>
                  <a:pt x="13295" y="2710"/>
                  <a:pt x="13295" y="2899"/>
                </a:cubicBezTo>
                <a:lnTo>
                  <a:pt x="13295" y="3875"/>
                </a:lnTo>
                <a:cubicBezTo>
                  <a:pt x="12933" y="3592"/>
                  <a:pt x="12500" y="3450"/>
                  <a:pt x="12067" y="3450"/>
                </a:cubicBezTo>
                <a:cubicBezTo>
                  <a:pt x="11633" y="3450"/>
                  <a:pt x="11200" y="3592"/>
                  <a:pt x="10838" y="3875"/>
                </a:cubicBezTo>
                <a:lnTo>
                  <a:pt x="10838" y="2899"/>
                </a:lnTo>
                <a:cubicBezTo>
                  <a:pt x="10838" y="2678"/>
                  <a:pt x="11027" y="2489"/>
                  <a:pt x="11216" y="2489"/>
                </a:cubicBezTo>
                <a:close/>
                <a:moveTo>
                  <a:pt x="2899" y="2521"/>
                </a:moveTo>
                <a:cubicBezTo>
                  <a:pt x="3151" y="2521"/>
                  <a:pt x="3308" y="2710"/>
                  <a:pt x="3308" y="2962"/>
                </a:cubicBezTo>
                <a:lnTo>
                  <a:pt x="3308" y="3907"/>
                </a:lnTo>
                <a:cubicBezTo>
                  <a:pt x="2962" y="3623"/>
                  <a:pt x="2521" y="3497"/>
                  <a:pt x="2048" y="3497"/>
                </a:cubicBezTo>
                <a:cubicBezTo>
                  <a:pt x="1575" y="3497"/>
                  <a:pt x="1166" y="3655"/>
                  <a:pt x="819" y="3907"/>
                </a:cubicBezTo>
                <a:lnTo>
                  <a:pt x="819" y="2962"/>
                </a:lnTo>
                <a:cubicBezTo>
                  <a:pt x="851" y="2710"/>
                  <a:pt x="1040" y="2521"/>
                  <a:pt x="1260" y="2521"/>
                </a:cubicBezTo>
                <a:close/>
                <a:moveTo>
                  <a:pt x="2079" y="4285"/>
                </a:moveTo>
                <a:cubicBezTo>
                  <a:pt x="2395" y="4285"/>
                  <a:pt x="2710" y="4411"/>
                  <a:pt x="2962" y="4663"/>
                </a:cubicBezTo>
                <a:lnTo>
                  <a:pt x="4411" y="6112"/>
                </a:lnTo>
                <a:cubicBezTo>
                  <a:pt x="4285" y="6301"/>
                  <a:pt x="2836" y="7719"/>
                  <a:pt x="2678" y="7876"/>
                </a:cubicBezTo>
                <a:lnTo>
                  <a:pt x="1229" y="6427"/>
                </a:lnTo>
                <a:cubicBezTo>
                  <a:pt x="756" y="5955"/>
                  <a:pt x="756" y="5167"/>
                  <a:pt x="1229" y="4663"/>
                </a:cubicBezTo>
                <a:cubicBezTo>
                  <a:pt x="1449" y="4411"/>
                  <a:pt x="1764" y="4285"/>
                  <a:pt x="2079" y="4285"/>
                </a:cubicBezTo>
                <a:close/>
                <a:moveTo>
                  <a:pt x="12055" y="4308"/>
                </a:moveTo>
                <a:cubicBezTo>
                  <a:pt x="12374" y="4308"/>
                  <a:pt x="12697" y="4427"/>
                  <a:pt x="12949" y="4663"/>
                </a:cubicBezTo>
                <a:cubicBezTo>
                  <a:pt x="13421" y="5167"/>
                  <a:pt x="13421" y="5955"/>
                  <a:pt x="12949" y="6427"/>
                </a:cubicBezTo>
                <a:lnTo>
                  <a:pt x="11499" y="7876"/>
                </a:lnTo>
                <a:lnTo>
                  <a:pt x="9735" y="6112"/>
                </a:lnTo>
                <a:lnTo>
                  <a:pt x="11184" y="4663"/>
                </a:lnTo>
                <a:cubicBezTo>
                  <a:pt x="11421" y="4427"/>
                  <a:pt x="11736" y="4308"/>
                  <a:pt x="12055" y="4308"/>
                </a:cubicBezTo>
                <a:close/>
                <a:moveTo>
                  <a:pt x="11657" y="819"/>
                </a:moveTo>
                <a:lnTo>
                  <a:pt x="11657" y="1701"/>
                </a:lnTo>
                <a:lnTo>
                  <a:pt x="11216" y="1701"/>
                </a:lnTo>
                <a:cubicBezTo>
                  <a:pt x="10554" y="1701"/>
                  <a:pt x="10019" y="2237"/>
                  <a:pt x="10019" y="2899"/>
                </a:cubicBezTo>
                <a:lnTo>
                  <a:pt x="10019" y="4663"/>
                </a:lnTo>
                <a:lnTo>
                  <a:pt x="8853" y="5797"/>
                </a:lnTo>
                <a:cubicBezTo>
                  <a:pt x="8696" y="5955"/>
                  <a:pt x="8696" y="6238"/>
                  <a:pt x="8853" y="6396"/>
                </a:cubicBezTo>
                <a:lnTo>
                  <a:pt x="9231" y="6742"/>
                </a:lnTo>
                <a:lnTo>
                  <a:pt x="7089" y="8443"/>
                </a:lnTo>
                <a:lnTo>
                  <a:pt x="4978" y="6742"/>
                </a:lnTo>
                <a:lnTo>
                  <a:pt x="5324" y="6396"/>
                </a:lnTo>
                <a:cubicBezTo>
                  <a:pt x="5482" y="6238"/>
                  <a:pt x="5482" y="5955"/>
                  <a:pt x="5324" y="5797"/>
                </a:cubicBezTo>
                <a:lnTo>
                  <a:pt x="4190" y="4663"/>
                </a:lnTo>
                <a:lnTo>
                  <a:pt x="4190" y="2899"/>
                </a:lnTo>
                <a:cubicBezTo>
                  <a:pt x="4190" y="2237"/>
                  <a:pt x="3623" y="1701"/>
                  <a:pt x="2962" y="1701"/>
                </a:cubicBezTo>
                <a:lnTo>
                  <a:pt x="2521" y="1701"/>
                </a:lnTo>
                <a:lnTo>
                  <a:pt x="2521" y="819"/>
                </a:lnTo>
                <a:close/>
                <a:moveTo>
                  <a:pt x="9767" y="7341"/>
                </a:moveTo>
                <a:lnTo>
                  <a:pt x="10176" y="7719"/>
                </a:lnTo>
                <a:lnTo>
                  <a:pt x="8506" y="9609"/>
                </a:lnTo>
                <a:lnTo>
                  <a:pt x="7719" y="8979"/>
                </a:lnTo>
                <a:lnTo>
                  <a:pt x="9767" y="7341"/>
                </a:lnTo>
                <a:close/>
                <a:moveTo>
                  <a:pt x="5545" y="10743"/>
                </a:moveTo>
                <a:lnTo>
                  <a:pt x="6553" y="11846"/>
                </a:lnTo>
                <a:lnTo>
                  <a:pt x="5230" y="13264"/>
                </a:lnTo>
                <a:lnTo>
                  <a:pt x="2426" y="13264"/>
                </a:lnTo>
                <a:lnTo>
                  <a:pt x="5545" y="10743"/>
                </a:lnTo>
                <a:close/>
                <a:moveTo>
                  <a:pt x="4379" y="7372"/>
                </a:moveTo>
                <a:lnTo>
                  <a:pt x="11751" y="13327"/>
                </a:lnTo>
                <a:lnTo>
                  <a:pt x="8948" y="13327"/>
                </a:lnTo>
                <a:lnTo>
                  <a:pt x="8948" y="13264"/>
                </a:lnTo>
                <a:lnTo>
                  <a:pt x="3970" y="7750"/>
                </a:lnTo>
                <a:lnTo>
                  <a:pt x="4379" y="7372"/>
                </a:lnTo>
                <a:close/>
                <a:moveTo>
                  <a:pt x="473" y="0"/>
                </a:moveTo>
                <a:cubicBezTo>
                  <a:pt x="252" y="0"/>
                  <a:pt x="32" y="189"/>
                  <a:pt x="32" y="441"/>
                </a:cubicBezTo>
                <a:cubicBezTo>
                  <a:pt x="32" y="662"/>
                  <a:pt x="252" y="819"/>
                  <a:pt x="473" y="819"/>
                </a:cubicBezTo>
                <a:lnTo>
                  <a:pt x="1733" y="819"/>
                </a:lnTo>
                <a:lnTo>
                  <a:pt x="1733" y="1701"/>
                </a:lnTo>
                <a:lnTo>
                  <a:pt x="1292" y="1701"/>
                </a:lnTo>
                <a:cubicBezTo>
                  <a:pt x="630" y="1701"/>
                  <a:pt x="32" y="2237"/>
                  <a:pt x="32" y="2899"/>
                </a:cubicBezTo>
                <a:lnTo>
                  <a:pt x="32" y="5387"/>
                </a:lnTo>
                <a:lnTo>
                  <a:pt x="32" y="5450"/>
                </a:lnTo>
                <a:cubicBezTo>
                  <a:pt x="0" y="5986"/>
                  <a:pt x="252" y="6553"/>
                  <a:pt x="630" y="6963"/>
                </a:cubicBezTo>
                <a:lnTo>
                  <a:pt x="2395" y="8758"/>
                </a:lnTo>
                <a:cubicBezTo>
                  <a:pt x="2473" y="8837"/>
                  <a:pt x="2584" y="8877"/>
                  <a:pt x="2694" y="8877"/>
                </a:cubicBezTo>
                <a:cubicBezTo>
                  <a:pt x="2804" y="8877"/>
                  <a:pt x="2914" y="8837"/>
                  <a:pt x="2993" y="8758"/>
                </a:cubicBezTo>
                <a:lnTo>
                  <a:pt x="3434" y="8317"/>
                </a:lnTo>
                <a:lnTo>
                  <a:pt x="5041" y="10082"/>
                </a:lnTo>
                <a:lnTo>
                  <a:pt x="1008" y="13327"/>
                </a:lnTo>
                <a:cubicBezTo>
                  <a:pt x="914" y="13421"/>
                  <a:pt x="819" y="13579"/>
                  <a:pt x="914" y="13768"/>
                </a:cubicBezTo>
                <a:cubicBezTo>
                  <a:pt x="945" y="13925"/>
                  <a:pt x="1103" y="14051"/>
                  <a:pt x="1292" y="14051"/>
                </a:cubicBezTo>
                <a:lnTo>
                  <a:pt x="5419" y="14051"/>
                </a:lnTo>
                <a:cubicBezTo>
                  <a:pt x="5545" y="14051"/>
                  <a:pt x="5671" y="14020"/>
                  <a:pt x="5734" y="13925"/>
                </a:cubicBezTo>
                <a:lnTo>
                  <a:pt x="7120" y="12413"/>
                </a:lnTo>
                <a:lnTo>
                  <a:pt x="8506" y="13925"/>
                </a:lnTo>
                <a:cubicBezTo>
                  <a:pt x="8569" y="14020"/>
                  <a:pt x="8696" y="14051"/>
                  <a:pt x="8822" y="14051"/>
                </a:cubicBezTo>
                <a:lnTo>
                  <a:pt x="12949" y="14051"/>
                </a:lnTo>
                <a:cubicBezTo>
                  <a:pt x="13106" y="14051"/>
                  <a:pt x="13264" y="13925"/>
                  <a:pt x="13358" y="13768"/>
                </a:cubicBezTo>
                <a:cubicBezTo>
                  <a:pt x="13390" y="13610"/>
                  <a:pt x="13358" y="13421"/>
                  <a:pt x="13232" y="13327"/>
                </a:cubicBezTo>
                <a:lnTo>
                  <a:pt x="9263" y="10082"/>
                </a:lnTo>
                <a:lnTo>
                  <a:pt x="10869" y="8286"/>
                </a:lnTo>
                <a:lnTo>
                  <a:pt x="11310" y="8695"/>
                </a:lnTo>
                <a:cubicBezTo>
                  <a:pt x="11389" y="8774"/>
                  <a:pt x="11492" y="8814"/>
                  <a:pt x="11594" y="8814"/>
                </a:cubicBezTo>
                <a:cubicBezTo>
                  <a:pt x="11696" y="8814"/>
                  <a:pt x="11799" y="8774"/>
                  <a:pt x="11878" y="8695"/>
                </a:cubicBezTo>
                <a:lnTo>
                  <a:pt x="13673" y="6931"/>
                </a:lnTo>
                <a:cubicBezTo>
                  <a:pt x="14083" y="6490"/>
                  <a:pt x="14303" y="5955"/>
                  <a:pt x="14240" y="5387"/>
                </a:cubicBezTo>
                <a:lnTo>
                  <a:pt x="14240" y="5356"/>
                </a:lnTo>
                <a:lnTo>
                  <a:pt x="14240" y="2867"/>
                </a:lnTo>
                <a:cubicBezTo>
                  <a:pt x="14240" y="2205"/>
                  <a:pt x="13705" y="1670"/>
                  <a:pt x="12980" y="1670"/>
                </a:cubicBezTo>
                <a:lnTo>
                  <a:pt x="12571" y="1670"/>
                </a:lnTo>
                <a:lnTo>
                  <a:pt x="12571" y="788"/>
                </a:lnTo>
                <a:lnTo>
                  <a:pt x="13736" y="788"/>
                </a:lnTo>
                <a:lnTo>
                  <a:pt x="13736" y="819"/>
                </a:lnTo>
                <a:cubicBezTo>
                  <a:pt x="13988" y="819"/>
                  <a:pt x="14177" y="630"/>
                  <a:pt x="14177" y="441"/>
                </a:cubicBezTo>
                <a:cubicBezTo>
                  <a:pt x="14177" y="189"/>
                  <a:pt x="13988" y="0"/>
                  <a:pt x="1373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9" name="Google Shape;13579;p141"/>
          <p:cNvSpPr/>
          <p:nvPr/>
        </p:nvSpPr>
        <p:spPr>
          <a:xfrm>
            <a:off x="7576413" y="2141008"/>
            <a:ext cx="343849" cy="298988"/>
          </a:xfrm>
          <a:custGeom>
            <a:avLst/>
            <a:gdLst/>
            <a:ahLst/>
            <a:cxnLst/>
            <a:rect l="l" t="t" r="r" b="b"/>
            <a:pathLst>
              <a:path w="14241" h="12383" extrusionOk="0">
                <a:moveTo>
                  <a:pt x="9610" y="4128"/>
                </a:moveTo>
                <a:cubicBezTo>
                  <a:pt x="10271" y="4128"/>
                  <a:pt x="10870" y="4664"/>
                  <a:pt x="10870" y="5388"/>
                </a:cubicBezTo>
                <a:cubicBezTo>
                  <a:pt x="10870" y="6050"/>
                  <a:pt x="10303" y="6617"/>
                  <a:pt x="9610" y="6617"/>
                </a:cubicBezTo>
                <a:lnTo>
                  <a:pt x="8444" y="6617"/>
                </a:lnTo>
                <a:cubicBezTo>
                  <a:pt x="8412" y="6207"/>
                  <a:pt x="8381" y="5829"/>
                  <a:pt x="8381" y="5388"/>
                </a:cubicBezTo>
                <a:cubicBezTo>
                  <a:pt x="8381" y="4947"/>
                  <a:pt x="8412" y="4569"/>
                  <a:pt x="8444" y="4128"/>
                </a:cubicBezTo>
                <a:close/>
                <a:moveTo>
                  <a:pt x="3183" y="3309"/>
                </a:moveTo>
                <a:cubicBezTo>
                  <a:pt x="2773" y="3876"/>
                  <a:pt x="2553" y="4632"/>
                  <a:pt x="2553" y="5388"/>
                </a:cubicBezTo>
                <a:cubicBezTo>
                  <a:pt x="2553" y="6144"/>
                  <a:pt x="2773" y="6837"/>
                  <a:pt x="3183" y="7468"/>
                </a:cubicBezTo>
                <a:lnTo>
                  <a:pt x="2994" y="7468"/>
                </a:lnTo>
                <a:cubicBezTo>
                  <a:pt x="1765" y="7436"/>
                  <a:pt x="820" y="6459"/>
                  <a:pt x="883" y="5262"/>
                </a:cubicBezTo>
                <a:cubicBezTo>
                  <a:pt x="946" y="4191"/>
                  <a:pt x="1954" y="3309"/>
                  <a:pt x="3088" y="3309"/>
                </a:cubicBezTo>
                <a:close/>
                <a:moveTo>
                  <a:pt x="8129" y="2175"/>
                </a:moveTo>
                <a:lnTo>
                  <a:pt x="8129" y="2175"/>
                </a:lnTo>
                <a:cubicBezTo>
                  <a:pt x="7751" y="3088"/>
                  <a:pt x="7562" y="4160"/>
                  <a:pt x="7562" y="5294"/>
                </a:cubicBezTo>
                <a:cubicBezTo>
                  <a:pt x="7562" y="6428"/>
                  <a:pt x="7751" y="7499"/>
                  <a:pt x="8129" y="8413"/>
                </a:cubicBezTo>
                <a:lnTo>
                  <a:pt x="7908" y="8255"/>
                </a:lnTo>
                <a:cubicBezTo>
                  <a:pt x="6995" y="7783"/>
                  <a:pt x="5861" y="7436"/>
                  <a:pt x="4600" y="7436"/>
                </a:cubicBezTo>
                <a:lnTo>
                  <a:pt x="4254" y="7436"/>
                </a:lnTo>
                <a:cubicBezTo>
                  <a:pt x="3687" y="6869"/>
                  <a:pt x="3372" y="6144"/>
                  <a:pt x="3372" y="5357"/>
                </a:cubicBezTo>
                <a:cubicBezTo>
                  <a:pt x="3372" y="4569"/>
                  <a:pt x="3687" y="3813"/>
                  <a:pt x="4254" y="3246"/>
                </a:cubicBezTo>
                <a:lnTo>
                  <a:pt x="4632" y="3246"/>
                </a:lnTo>
                <a:cubicBezTo>
                  <a:pt x="5798" y="3246"/>
                  <a:pt x="6963" y="2931"/>
                  <a:pt x="7908" y="2332"/>
                </a:cubicBezTo>
                <a:lnTo>
                  <a:pt x="8129" y="2175"/>
                </a:lnTo>
                <a:close/>
                <a:moveTo>
                  <a:pt x="5041" y="8287"/>
                </a:moveTo>
                <a:cubicBezTo>
                  <a:pt x="5293" y="8287"/>
                  <a:pt x="5577" y="8350"/>
                  <a:pt x="5861" y="8413"/>
                </a:cubicBezTo>
                <a:lnTo>
                  <a:pt x="5861" y="8696"/>
                </a:lnTo>
                <a:cubicBezTo>
                  <a:pt x="5861" y="8917"/>
                  <a:pt x="5672" y="9137"/>
                  <a:pt x="5419" y="9137"/>
                </a:cubicBezTo>
                <a:lnTo>
                  <a:pt x="5041" y="9137"/>
                </a:lnTo>
                <a:lnTo>
                  <a:pt x="5041" y="8287"/>
                </a:lnTo>
                <a:close/>
                <a:moveTo>
                  <a:pt x="10870" y="757"/>
                </a:moveTo>
                <a:cubicBezTo>
                  <a:pt x="12193" y="757"/>
                  <a:pt x="13327" y="2868"/>
                  <a:pt x="13327" y="5325"/>
                </a:cubicBezTo>
                <a:cubicBezTo>
                  <a:pt x="13327" y="7814"/>
                  <a:pt x="12193" y="9925"/>
                  <a:pt x="10870" y="9925"/>
                </a:cubicBezTo>
                <a:cubicBezTo>
                  <a:pt x="10712" y="9925"/>
                  <a:pt x="10492" y="9862"/>
                  <a:pt x="10334" y="9799"/>
                </a:cubicBezTo>
                <a:lnTo>
                  <a:pt x="9862" y="9515"/>
                </a:lnTo>
                <a:cubicBezTo>
                  <a:pt x="9358" y="9074"/>
                  <a:pt x="8917" y="8350"/>
                  <a:pt x="8664" y="7436"/>
                </a:cubicBezTo>
                <a:lnTo>
                  <a:pt x="9610" y="7436"/>
                </a:lnTo>
                <a:cubicBezTo>
                  <a:pt x="10744" y="7436"/>
                  <a:pt x="11689" y="6491"/>
                  <a:pt x="11689" y="5325"/>
                </a:cubicBezTo>
                <a:cubicBezTo>
                  <a:pt x="11689" y="4191"/>
                  <a:pt x="10744" y="3246"/>
                  <a:pt x="9610" y="3246"/>
                </a:cubicBezTo>
                <a:lnTo>
                  <a:pt x="8664" y="3246"/>
                </a:lnTo>
                <a:cubicBezTo>
                  <a:pt x="8948" y="2332"/>
                  <a:pt x="9326" y="1608"/>
                  <a:pt x="9862" y="1167"/>
                </a:cubicBezTo>
                <a:lnTo>
                  <a:pt x="10334" y="883"/>
                </a:lnTo>
                <a:cubicBezTo>
                  <a:pt x="10523" y="820"/>
                  <a:pt x="10712" y="757"/>
                  <a:pt x="10870" y="757"/>
                </a:cubicBezTo>
                <a:close/>
                <a:moveTo>
                  <a:pt x="4222" y="8255"/>
                </a:moveTo>
                <a:lnTo>
                  <a:pt x="4222" y="11185"/>
                </a:lnTo>
                <a:cubicBezTo>
                  <a:pt x="4222" y="11406"/>
                  <a:pt x="4002" y="11595"/>
                  <a:pt x="3813" y="11595"/>
                </a:cubicBezTo>
                <a:cubicBezTo>
                  <a:pt x="3624" y="11595"/>
                  <a:pt x="3372" y="11406"/>
                  <a:pt x="3372" y="11185"/>
                </a:cubicBezTo>
                <a:lnTo>
                  <a:pt x="3372" y="8255"/>
                </a:lnTo>
                <a:close/>
                <a:moveTo>
                  <a:pt x="10870" y="1"/>
                </a:moveTo>
                <a:cubicBezTo>
                  <a:pt x="10303" y="1"/>
                  <a:pt x="9830" y="190"/>
                  <a:pt x="9389" y="536"/>
                </a:cubicBezTo>
                <a:lnTo>
                  <a:pt x="7467" y="1671"/>
                </a:lnTo>
                <a:cubicBezTo>
                  <a:pt x="6648" y="2206"/>
                  <a:pt x="5609" y="2458"/>
                  <a:pt x="4632" y="2458"/>
                </a:cubicBezTo>
                <a:lnTo>
                  <a:pt x="3088" y="2458"/>
                </a:lnTo>
                <a:cubicBezTo>
                  <a:pt x="1513" y="2458"/>
                  <a:pt x="158" y="3655"/>
                  <a:pt x="64" y="5231"/>
                </a:cubicBezTo>
                <a:cubicBezTo>
                  <a:pt x="1" y="6806"/>
                  <a:pt x="1135" y="8066"/>
                  <a:pt x="2553" y="8255"/>
                </a:cubicBezTo>
                <a:lnTo>
                  <a:pt x="2553" y="11185"/>
                </a:lnTo>
                <a:cubicBezTo>
                  <a:pt x="2553" y="11847"/>
                  <a:pt x="3088" y="12382"/>
                  <a:pt x="3813" y="12382"/>
                </a:cubicBezTo>
                <a:cubicBezTo>
                  <a:pt x="4474" y="12382"/>
                  <a:pt x="5073" y="11847"/>
                  <a:pt x="5073" y="11185"/>
                </a:cubicBezTo>
                <a:lnTo>
                  <a:pt x="5073" y="9925"/>
                </a:lnTo>
                <a:lnTo>
                  <a:pt x="5451" y="9925"/>
                </a:lnTo>
                <a:cubicBezTo>
                  <a:pt x="6144" y="9925"/>
                  <a:pt x="6711" y="9358"/>
                  <a:pt x="6711" y="8696"/>
                </a:cubicBezTo>
                <a:lnTo>
                  <a:pt x="6711" y="8665"/>
                </a:lnTo>
                <a:cubicBezTo>
                  <a:pt x="6995" y="8759"/>
                  <a:pt x="7278" y="8885"/>
                  <a:pt x="7562" y="9043"/>
                </a:cubicBezTo>
                <a:lnTo>
                  <a:pt x="9484" y="10177"/>
                </a:lnTo>
                <a:cubicBezTo>
                  <a:pt x="9925" y="10555"/>
                  <a:pt x="10397" y="10744"/>
                  <a:pt x="10933" y="10744"/>
                </a:cubicBezTo>
                <a:cubicBezTo>
                  <a:pt x="11878" y="10744"/>
                  <a:pt x="12697" y="10145"/>
                  <a:pt x="13327" y="9074"/>
                </a:cubicBezTo>
                <a:cubicBezTo>
                  <a:pt x="13926" y="8098"/>
                  <a:pt x="14241" y="6774"/>
                  <a:pt x="14241" y="5388"/>
                </a:cubicBezTo>
                <a:cubicBezTo>
                  <a:pt x="14178" y="2458"/>
                  <a:pt x="12792" y="1"/>
                  <a:pt x="1087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80" name="Google Shape;13580;p141"/>
          <p:cNvGrpSpPr/>
          <p:nvPr/>
        </p:nvGrpSpPr>
        <p:grpSpPr>
          <a:xfrm>
            <a:off x="5774096" y="2549397"/>
            <a:ext cx="299736" cy="343849"/>
            <a:chOff x="-9570950" y="1622100"/>
            <a:chExt cx="310350" cy="356025"/>
          </a:xfrm>
        </p:grpSpPr>
        <p:sp>
          <p:nvSpPr>
            <p:cNvPr id="13581" name="Google Shape;13581;p141"/>
            <p:cNvSpPr/>
            <p:nvPr/>
          </p:nvSpPr>
          <p:spPr>
            <a:xfrm>
              <a:off x="-9570950" y="1622100"/>
              <a:ext cx="310350" cy="356025"/>
            </a:xfrm>
            <a:custGeom>
              <a:avLst/>
              <a:gdLst/>
              <a:ahLst/>
              <a:cxnLst/>
              <a:rect l="l" t="t" r="r" b="b"/>
              <a:pathLst>
                <a:path w="12414" h="14241" extrusionOk="0">
                  <a:moveTo>
                    <a:pt x="7026" y="851"/>
                  </a:moveTo>
                  <a:cubicBezTo>
                    <a:pt x="7246" y="851"/>
                    <a:pt x="7404" y="1040"/>
                    <a:pt x="7404" y="1229"/>
                  </a:cubicBezTo>
                  <a:lnTo>
                    <a:pt x="7404" y="1670"/>
                  </a:lnTo>
                  <a:lnTo>
                    <a:pt x="4915" y="1670"/>
                  </a:lnTo>
                  <a:lnTo>
                    <a:pt x="4915" y="1229"/>
                  </a:lnTo>
                  <a:lnTo>
                    <a:pt x="4978" y="1229"/>
                  </a:lnTo>
                  <a:cubicBezTo>
                    <a:pt x="4978" y="1009"/>
                    <a:pt x="5167" y="851"/>
                    <a:pt x="5356" y="851"/>
                  </a:cubicBezTo>
                  <a:close/>
                  <a:moveTo>
                    <a:pt x="9987" y="2490"/>
                  </a:moveTo>
                  <a:lnTo>
                    <a:pt x="9987" y="7688"/>
                  </a:lnTo>
                  <a:lnTo>
                    <a:pt x="9924" y="7688"/>
                  </a:lnTo>
                  <a:lnTo>
                    <a:pt x="8160" y="5924"/>
                  </a:lnTo>
                  <a:cubicBezTo>
                    <a:pt x="8081" y="5845"/>
                    <a:pt x="7971" y="5805"/>
                    <a:pt x="7861" y="5805"/>
                  </a:cubicBezTo>
                  <a:cubicBezTo>
                    <a:pt x="7750" y="5805"/>
                    <a:pt x="7640" y="5845"/>
                    <a:pt x="7561" y="5924"/>
                  </a:cubicBezTo>
                  <a:lnTo>
                    <a:pt x="6396" y="7121"/>
                  </a:lnTo>
                  <a:lnTo>
                    <a:pt x="4883" y="5136"/>
                  </a:lnTo>
                  <a:cubicBezTo>
                    <a:pt x="4820" y="5010"/>
                    <a:pt x="4694" y="4978"/>
                    <a:pt x="4568" y="4978"/>
                  </a:cubicBezTo>
                  <a:cubicBezTo>
                    <a:pt x="4474" y="4978"/>
                    <a:pt x="4348" y="5073"/>
                    <a:pt x="4253" y="5136"/>
                  </a:cubicBezTo>
                  <a:lnTo>
                    <a:pt x="2521" y="7467"/>
                  </a:lnTo>
                  <a:lnTo>
                    <a:pt x="2521" y="2490"/>
                  </a:lnTo>
                  <a:close/>
                  <a:moveTo>
                    <a:pt x="4537" y="6081"/>
                  </a:moveTo>
                  <a:lnTo>
                    <a:pt x="6175" y="8286"/>
                  </a:lnTo>
                  <a:lnTo>
                    <a:pt x="2867" y="8286"/>
                  </a:lnTo>
                  <a:lnTo>
                    <a:pt x="4537" y="6081"/>
                  </a:lnTo>
                  <a:close/>
                  <a:moveTo>
                    <a:pt x="7845" y="6806"/>
                  </a:moveTo>
                  <a:lnTo>
                    <a:pt x="9326" y="8286"/>
                  </a:lnTo>
                  <a:lnTo>
                    <a:pt x="7215" y="8286"/>
                  </a:lnTo>
                  <a:lnTo>
                    <a:pt x="6868" y="7782"/>
                  </a:lnTo>
                  <a:lnTo>
                    <a:pt x="7845" y="6806"/>
                  </a:lnTo>
                  <a:close/>
                  <a:moveTo>
                    <a:pt x="1670" y="2458"/>
                  </a:moveTo>
                  <a:lnTo>
                    <a:pt x="1670" y="8696"/>
                  </a:lnTo>
                  <a:cubicBezTo>
                    <a:pt x="1670" y="8917"/>
                    <a:pt x="1859" y="9106"/>
                    <a:pt x="2080" y="9106"/>
                  </a:cubicBezTo>
                  <a:lnTo>
                    <a:pt x="10365" y="9106"/>
                  </a:lnTo>
                  <a:cubicBezTo>
                    <a:pt x="10586" y="9106"/>
                    <a:pt x="10806" y="8917"/>
                    <a:pt x="10743" y="8696"/>
                  </a:cubicBezTo>
                  <a:lnTo>
                    <a:pt x="10743" y="2490"/>
                  </a:lnTo>
                  <a:lnTo>
                    <a:pt x="11153" y="2490"/>
                  </a:lnTo>
                  <a:cubicBezTo>
                    <a:pt x="11374" y="2490"/>
                    <a:pt x="11594" y="2647"/>
                    <a:pt x="11594" y="2899"/>
                  </a:cubicBezTo>
                  <a:lnTo>
                    <a:pt x="11594" y="9515"/>
                  </a:lnTo>
                  <a:cubicBezTo>
                    <a:pt x="11594" y="9736"/>
                    <a:pt x="11374" y="9956"/>
                    <a:pt x="11184" y="9956"/>
                  </a:cubicBezTo>
                  <a:lnTo>
                    <a:pt x="1260" y="9956"/>
                  </a:lnTo>
                  <a:cubicBezTo>
                    <a:pt x="1040" y="9956"/>
                    <a:pt x="882" y="9736"/>
                    <a:pt x="882" y="9515"/>
                  </a:cubicBezTo>
                  <a:lnTo>
                    <a:pt x="882" y="2899"/>
                  </a:lnTo>
                  <a:cubicBezTo>
                    <a:pt x="882" y="2647"/>
                    <a:pt x="1071" y="2458"/>
                    <a:pt x="1260" y="2458"/>
                  </a:cubicBezTo>
                  <a:close/>
                  <a:moveTo>
                    <a:pt x="8286" y="10775"/>
                  </a:moveTo>
                  <a:lnTo>
                    <a:pt x="8286" y="11626"/>
                  </a:lnTo>
                  <a:lnTo>
                    <a:pt x="4127" y="11626"/>
                  </a:lnTo>
                  <a:lnTo>
                    <a:pt x="4127" y="10775"/>
                  </a:lnTo>
                  <a:close/>
                  <a:moveTo>
                    <a:pt x="3340" y="10775"/>
                  </a:moveTo>
                  <a:lnTo>
                    <a:pt x="3340" y="12886"/>
                  </a:lnTo>
                  <a:lnTo>
                    <a:pt x="3308" y="12886"/>
                  </a:lnTo>
                  <a:cubicBezTo>
                    <a:pt x="3308" y="13138"/>
                    <a:pt x="3119" y="13327"/>
                    <a:pt x="2930" y="13327"/>
                  </a:cubicBezTo>
                  <a:cubicBezTo>
                    <a:pt x="2710" y="13327"/>
                    <a:pt x="2521" y="13138"/>
                    <a:pt x="2521" y="12886"/>
                  </a:cubicBezTo>
                  <a:lnTo>
                    <a:pt x="2521" y="10775"/>
                  </a:lnTo>
                  <a:close/>
                  <a:moveTo>
                    <a:pt x="9956" y="10775"/>
                  </a:moveTo>
                  <a:lnTo>
                    <a:pt x="9956" y="12886"/>
                  </a:lnTo>
                  <a:lnTo>
                    <a:pt x="9924" y="12886"/>
                  </a:lnTo>
                  <a:cubicBezTo>
                    <a:pt x="9924" y="13138"/>
                    <a:pt x="9735" y="13327"/>
                    <a:pt x="9546" y="13327"/>
                  </a:cubicBezTo>
                  <a:cubicBezTo>
                    <a:pt x="9326" y="13327"/>
                    <a:pt x="9137" y="13138"/>
                    <a:pt x="9137" y="12886"/>
                  </a:cubicBezTo>
                  <a:lnTo>
                    <a:pt x="9137" y="10775"/>
                  </a:lnTo>
                  <a:close/>
                  <a:moveTo>
                    <a:pt x="5356" y="1"/>
                  </a:moveTo>
                  <a:cubicBezTo>
                    <a:pt x="4694" y="1"/>
                    <a:pt x="4127" y="568"/>
                    <a:pt x="4127" y="1292"/>
                  </a:cubicBezTo>
                  <a:lnTo>
                    <a:pt x="4127" y="1702"/>
                  </a:lnTo>
                  <a:lnTo>
                    <a:pt x="1229" y="1702"/>
                  </a:lnTo>
                  <a:cubicBezTo>
                    <a:pt x="567" y="1702"/>
                    <a:pt x="0" y="2269"/>
                    <a:pt x="0" y="2962"/>
                  </a:cubicBezTo>
                  <a:lnTo>
                    <a:pt x="0" y="9578"/>
                  </a:lnTo>
                  <a:cubicBezTo>
                    <a:pt x="0" y="10271"/>
                    <a:pt x="567" y="10838"/>
                    <a:pt x="1229" y="10838"/>
                  </a:cubicBezTo>
                  <a:lnTo>
                    <a:pt x="1607" y="10838"/>
                  </a:lnTo>
                  <a:lnTo>
                    <a:pt x="1607" y="12981"/>
                  </a:lnTo>
                  <a:cubicBezTo>
                    <a:pt x="1607" y="13642"/>
                    <a:pt x="2174" y="14241"/>
                    <a:pt x="2867" y="14241"/>
                  </a:cubicBezTo>
                  <a:cubicBezTo>
                    <a:pt x="3592" y="14241"/>
                    <a:pt x="4127" y="13674"/>
                    <a:pt x="4127" y="12981"/>
                  </a:cubicBezTo>
                  <a:lnTo>
                    <a:pt x="4127" y="12540"/>
                  </a:lnTo>
                  <a:lnTo>
                    <a:pt x="8286" y="12540"/>
                  </a:lnTo>
                  <a:lnTo>
                    <a:pt x="8286" y="12981"/>
                  </a:lnTo>
                  <a:cubicBezTo>
                    <a:pt x="8286" y="13642"/>
                    <a:pt x="8822" y="14241"/>
                    <a:pt x="9483" y="14241"/>
                  </a:cubicBezTo>
                  <a:cubicBezTo>
                    <a:pt x="10176" y="14241"/>
                    <a:pt x="10775" y="13674"/>
                    <a:pt x="10775" y="12981"/>
                  </a:cubicBezTo>
                  <a:lnTo>
                    <a:pt x="10775" y="10838"/>
                  </a:lnTo>
                  <a:lnTo>
                    <a:pt x="11153" y="10838"/>
                  </a:lnTo>
                  <a:cubicBezTo>
                    <a:pt x="11815" y="10838"/>
                    <a:pt x="12413" y="10303"/>
                    <a:pt x="12413" y="9578"/>
                  </a:cubicBezTo>
                  <a:lnTo>
                    <a:pt x="12413" y="2899"/>
                  </a:lnTo>
                  <a:cubicBezTo>
                    <a:pt x="12413" y="2238"/>
                    <a:pt x="11878" y="1639"/>
                    <a:pt x="11153" y="1639"/>
                  </a:cubicBezTo>
                  <a:lnTo>
                    <a:pt x="8286" y="1639"/>
                  </a:lnTo>
                  <a:lnTo>
                    <a:pt x="8286" y="1198"/>
                  </a:lnTo>
                  <a:cubicBezTo>
                    <a:pt x="8286" y="568"/>
                    <a:pt x="7687" y="1"/>
                    <a:pt x="70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141"/>
            <p:cNvSpPr/>
            <p:nvPr/>
          </p:nvSpPr>
          <p:spPr>
            <a:xfrm>
              <a:off x="-9426025" y="1695350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60" y="820"/>
                  </a:moveTo>
                  <a:cubicBezTo>
                    <a:pt x="1449" y="820"/>
                    <a:pt x="1638" y="977"/>
                    <a:pt x="1638" y="1229"/>
                  </a:cubicBezTo>
                  <a:cubicBezTo>
                    <a:pt x="1638" y="1450"/>
                    <a:pt x="1449" y="1639"/>
                    <a:pt x="1260" y="1639"/>
                  </a:cubicBezTo>
                  <a:cubicBezTo>
                    <a:pt x="1071" y="1639"/>
                    <a:pt x="851" y="1450"/>
                    <a:pt x="851" y="1229"/>
                  </a:cubicBezTo>
                  <a:cubicBezTo>
                    <a:pt x="851" y="977"/>
                    <a:pt x="1071" y="820"/>
                    <a:pt x="1260" y="820"/>
                  </a:cubicBezTo>
                  <a:close/>
                  <a:moveTo>
                    <a:pt x="1260" y="1"/>
                  </a:moveTo>
                  <a:cubicBezTo>
                    <a:pt x="536" y="1"/>
                    <a:pt x="0" y="505"/>
                    <a:pt x="0" y="1229"/>
                  </a:cubicBezTo>
                  <a:cubicBezTo>
                    <a:pt x="0" y="1891"/>
                    <a:pt x="536" y="2490"/>
                    <a:pt x="1260" y="2490"/>
                  </a:cubicBezTo>
                  <a:cubicBezTo>
                    <a:pt x="1985" y="2490"/>
                    <a:pt x="2521" y="1922"/>
                    <a:pt x="2521" y="1229"/>
                  </a:cubicBezTo>
                  <a:cubicBezTo>
                    <a:pt x="2521" y="505"/>
                    <a:pt x="1985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3" name="Google Shape;13583;p141"/>
          <p:cNvGrpSpPr/>
          <p:nvPr/>
        </p:nvGrpSpPr>
        <p:grpSpPr>
          <a:xfrm>
            <a:off x="5752800" y="2958353"/>
            <a:ext cx="342328" cy="341579"/>
            <a:chOff x="-9594575" y="2056875"/>
            <a:chExt cx="354450" cy="353675"/>
          </a:xfrm>
        </p:grpSpPr>
        <p:sp>
          <p:nvSpPr>
            <p:cNvPr id="13584" name="Google Shape;13584;p141"/>
            <p:cNvSpPr/>
            <p:nvPr/>
          </p:nvSpPr>
          <p:spPr>
            <a:xfrm>
              <a:off x="-9594575" y="2056875"/>
              <a:ext cx="354450" cy="353675"/>
            </a:xfrm>
            <a:custGeom>
              <a:avLst/>
              <a:gdLst/>
              <a:ahLst/>
              <a:cxnLst/>
              <a:rect l="l" t="t" r="r" b="b"/>
              <a:pathLst>
                <a:path w="14178" h="14147" extrusionOk="0">
                  <a:moveTo>
                    <a:pt x="3781" y="819"/>
                  </a:moveTo>
                  <a:cubicBezTo>
                    <a:pt x="4442" y="819"/>
                    <a:pt x="5041" y="1387"/>
                    <a:pt x="5041" y="2080"/>
                  </a:cubicBezTo>
                  <a:cubicBezTo>
                    <a:pt x="4694" y="1796"/>
                    <a:pt x="4253" y="1639"/>
                    <a:pt x="3812" y="1639"/>
                  </a:cubicBezTo>
                  <a:cubicBezTo>
                    <a:pt x="3340" y="1639"/>
                    <a:pt x="2930" y="1796"/>
                    <a:pt x="2552" y="2048"/>
                  </a:cubicBezTo>
                  <a:cubicBezTo>
                    <a:pt x="2552" y="1387"/>
                    <a:pt x="3119" y="819"/>
                    <a:pt x="3781" y="819"/>
                  </a:cubicBezTo>
                  <a:close/>
                  <a:moveTo>
                    <a:pt x="10491" y="819"/>
                  </a:moveTo>
                  <a:cubicBezTo>
                    <a:pt x="11153" y="819"/>
                    <a:pt x="11688" y="1387"/>
                    <a:pt x="11751" y="2048"/>
                  </a:cubicBezTo>
                  <a:cubicBezTo>
                    <a:pt x="11373" y="1765"/>
                    <a:pt x="10964" y="1639"/>
                    <a:pt x="10491" y="1639"/>
                  </a:cubicBezTo>
                  <a:cubicBezTo>
                    <a:pt x="10019" y="1639"/>
                    <a:pt x="9578" y="1796"/>
                    <a:pt x="9263" y="2080"/>
                  </a:cubicBezTo>
                  <a:cubicBezTo>
                    <a:pt x="9231" y="1387"/>
                    <a:pt x="9767" y="819"/>
                    <a:pt x="10491" y="819"/>
                  </a:cubicBezTo>
                  <a:close/>
                  <a:moveTo>
                    <a:pt x="6742" y="5797"/>
                  </a:moveTo>
                  <a:lnTo>
                    <a:pt x="6742" y="7467"/>
                  </a:lnTo>
                  <a:lnTo>
                    <a:pt x="5860" y="7467"/>
                  </a:lnTo>
                  <a:lnTo>
                    <a:pt x="5860" y="5797"/>
                  </a:lnTo>
                  <a:close/>
                  <a:moveTo>
                    <a:pt x="8380" y="5766"/>
                  </a:moveTo>
                  <a:lnTo>
                    <a:pt x="8380" y="7467"/>
                  </a:lnTo>
                  <a:lnTo>
                    <a:pt x="7530" y="7467"/>
                  </a:lnTo>
                  <a:lnTo>
                    <a:pt x="7530" y="5766"/>
                  </a:lnTo>
                  <a:close/>
                  <a:moveTo>
                    <a:pt x="8380" y="8318"/>
                  </a:moveTo>
                  <a:lnTo>
                    <a:pt x="8380" y="9137"/>
                  </a:lnTo>
                  <a:lnTo>
                    <a:pt x="5860" y="9137"/>
                  </a:lnTo>
                  <a:lnTo>
                    <a:pt x="5860" y="8318"/>
                  </a:lnTo>
                  <a:close/>
                  <a:moveTo>
                    <a:pt x="3781" y="2489"/>
                  </a:moveTo>
                  <a:cubicBezTo>
                    <a:pt x="4442" y="2489"/>
                    <a:pt x="5041" y="3025"/>
                    <a:pt x="5041" y="3686"/>
                  </a:cubicBezTo>
                  <a:lnTo>
                    <a:pt x="5041" y="9168"/>
                  </a:lnTo>
                  <a:cubicBezTo>
                    <a:pt x="4537" y="8633"/>
                    <a:pt x="3781" y="8318"/>
                    <a:pt x="2962" y="8318"/>
                  </a:cubicBezTo>
                  <a:cubicBezTo>
                    <a:pt x="2363" y="8318"/>
                    <a:pt x="1859" y="8475"/>
                    <a:pt x="1386" y="8790"/>
                  </a:cubicBezTo>
                  <a:lnTo>
                    <a:pt x="2552" y="3497"/>
                  </a:lnTo>
                  <a:cubicBezTo>
                    <a:pt x="2678" y="2899"/>
                    <a:pt x="3182" y="2489"/>
                    <a:pt x="3781" y="2489"/>
                  </a:cubicBezTo>
                  <a:close/>
                  <a:moveTo>
                    <a:pt x="10491" y="2489"/>
                  </a:moveTo>
                  <a:cubicBezTo>
                    <a:pt x="11090" y="2489"/>
                    <a:pt x="11594" y="2899"/>
                    <a:pt x="11720" y="3497"/>
                  </a:cubicBezTo>
                  <a:lnTo>
                    <a:pt x="12886" y="8790"/>
                  </a:lnTo>
                  <a:cubicBezTo>
                    <a:pt x="12413" y="8444"/>
                    <a:pt x="11909" y="8318"/>
                    <a:pt x="11310" y="8318"/>
                  </a:cubicBezTo>
                  <a:cubicBezTo>
                    <a:pt x="10491" y="8318"/>
                    <a:pt x="9767" y="8633"/>
                    <a:pt x="9231" y="9168"/>
                  </a:cubicBezTo>
                  <a:lnTo>
                    <a:pt x="9231" y="3686"/>
                  </a:lnTo>
                  <a:cubicBezTo>
                    <a:pt x="9231" y="3025"/>
                    <a:pt x="9767" y="2489"/>
                    <a:pt x="10491" y="2489"/>
                  </a:cubicBezTo>
                  <a:close/>
                  <a:moveTo>
                    <a:pt x="2962" y="9074"/>
                  </a:moveTo>
                  <a:cubicBezTo>
                    <a:pt x="4096" y="9074"/>
                    <a:pt x="5041" y="10019"/>
                    <a:pt x="5041" y="11185"/>
                  </a:cubicBezTo>
                  <a:cubicBezTo>
                    <a:pt x="5041" y="12350"/>
                    <a:pt x="4096" y="13264"/>
                    <a:pt x="2962" y="13264"/>
                  </a:cubicBezTo>
                  <a:cubicBezTo>
                    <a:pt x="1827" y="13264"/>
                    <a:pt x="882" y="12319"/>
                    <a:pt x="882" y="11185"/>
                  </a:cubicBezTo>
                  <a:cubicBezTo>
                    <a:pt x="882" y="10019"/>
                    <a:pt x="1764" y="9074"/>
                    <a:pt x="2962" y="9074"/>
                  </a:cubicBezTo>
                  <a:close/>
                  <a:moveTo>
                    <a:pt x="11310" y="9074"/>
                  </a:moveTo>
                  <a:cubicBezTo>
                    <a:pt x="12445" y="9074"/>
                    <a:pt x="13390" y="9987"/>
                    <a:pt x="13390" y="11185"/>
                  </a:cubicBezTo>
                  <a:cubicBezTo>
                    <a:pt x="13358" y="12350"/>
                    <a:pt x="12445" y="13264"/>
                    <a:pt x="11310" y="13264"/>
                  </a:cubicBezTo>
                  <a:cubicBezTo>
                    <a:pt x="10176" y="13264"/>
                    <a:pt x="9231" y="12319"/>
                    <a:pt x="9231" y="11185"/>
                  </a:cubicBezTo>
                  <a:cubicBezTo>
                    <a:pt x="9231" y="10019"/>
                    <a:pt x="10176" y="9074"/>
                    <a:pt x="11310" y="9074"/>
                  </a:cubicBezTo>
                  <a:close/>
                  <a:moveTo>
                    <a:pt x="3749" y="0"/>
                  </a:moveTo>
                  <a:cubicBezTo>
                    <a:pt x="2615" y="0"/>
                    <a:pt x="1670" y="946"/>
                    <a:pt x="1670" y="2080"/>
                  </a:cubicBezTo>
                  <a:cubicBezTo>
                    <a:pt x="1670" y="2363"/>
                    <a:pt x="1733" y="2647"/>
                    <a:pt x="1827" y="2899"/>
                  </a:cubicBezTo>
                  <a:cubicBezTo>
                    <a:pt x="1733" y="3056"/>
                    <a:pt x="1701" y="3182"/>
                    <a:pt x="1701" y="3340"/>
                  </a:cubicBezTo>
                  <a:lnTo>
                    <a:pt x="63" y="10680"/>
                  </a:lnTo>
                  <a:cubicBezTo>
                    <a:pt x="0" y="10870"/>
                    <a:pt x="0" y="11027"/>
                    <a:pt x="0" y="11216"/>
                  </a:cubicBezTo>
                  <a:cubicBezTo>
                    <a:pt x="0" y="12823"/>
                    <a:pt x="1323" y="14146"/>
                    <a:pt x="2930" y="14146"/>
                  </a:cubicBezTo>
                  <a:cubicBezTo>
                    <a:pt x="4537" y="14146"/>
                    <a:pt x="5797" y="12823"/>
                    <a:pt x="5797" y="11216"/>
                  </a:cubicBezTo>
                  <a:lnTo>
                    <a:pt x="5797" y="9956"/>
                  </a:lnTo>
                  <a:lnTo>
                    <a:pt x="8317" y="9956"/>
                  </a:lnTo>
                  <a:lnTo>
                    <a:pt x="8317" y="11185"/>
                  </a:lnTo>
                  <a:cubicBezTo>
                    <a:pt x="8317" y="12791"/>
                    <a:pt x="9609" y="14083"/>
                    <a:pt x="11184" y="14083"/>
                  </a:cubicBezTo>
                  <a:cubicBezTo>
                    <a:pt x="12760" y="14083"/>
                    <a:pt x="14114" y="12791"/>
                    <a:pt x="14114" y="11185"/>
                  </a:cubicBezTo>
                  <a:cubicBezTo>
                    <a:pt x="14177" y="11027"/>
                    <a:pt x="14177" y="10870"/>
                    <a:pt x="14146" y="10680"/>
                  </a:cubicBezTo>
                  <a:cubicBezTo>
                    <a:pt x="14146" y="10680"/>
                    <a:pt x="12539" y="3466"/>
                    <a:pt x="12476" y="3340"/>
                  </a:cubicBezTo>
                  <a:cubicBezTo>
                    <a:pt x="12445" y="3182"/>
                    <a:pt x="12413" y="3025"/>
                    <a:pt x="12382" y="2899"/>
                  </a:cubicBezTo>
                  <a:cubicBezTo>
                    <a:pt x="12476" y="2647"/>
                    <a:pt x="12539" y="2363"/>
                    <a:pt x="12539" y="2080"/>
                  </a:cubicBezTo>
                  <a:cubicBezTo>
                    <a:pt x="12539" y="946"/>
                    <a:pt x="11594" y="0"/>
                    <a:pt x="10428" y="0"/>
                  </a:cubicBezTo>
                  <a:cubicBezTo>
                    <a:pt x="9294" y="0"/>
                    <a:pt x="8349" y="946"/>
                    <a:pt x="8349" y="2080"/>
                  </a:cubicBezTo>
                  <a:cubicBezTo>
                    <a:pt x="8349" y="2363"/>
                    <a:pt x="8443" y="2647"/>
                    <a:pt x="8506" y="2899"/>
                  </a:cubicBezTo>
                  <a:cubicBezTo>
                    <a:pt x="8412" y="3151"/>
                    <a:pt x="8349" y="3466"/>
                    <a:pt x="8349" y="3749"/>
                  </a:cubicBezTo>
                  <a:lnTo>
                    <a:pt x="8349" y="5010"/>
                  </a:lnTo>
                  <a:lnTo>
                    <a:pt x="5828" y="5010"/>
                  </a:lnTo>
                  <a:lnTo>
                    <a:pt x="5828" y="3749"/>
                  </a:lnTo>
                  <a:cubicBezTo>
                    <a:pt x="5828" y="3466"/>
                    <a:pt x="5765" y="3151"/>
                    <a:pt x="5671" y="2899"/>
                  </a:cubicBezTo>
                  <a:cubicBezTo>
                    <a:pt x="5797" y="2647"/>
                    <a:pt x="5828" y="2363"/>
                    <a:pt x="5828" y="2080"/>
                  </a:cubicBezTo>
                  <a:cubicBezTo>
                    <a:pt x="5828" y="946"/>
                    <a:pt x="4883" y="0"/>
                    <a:pt x="374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141"/>
            <p:cNvSpPr/>
            <p:nvPr/>
          </p:nvSpPr>
          <p:spPr>
            <a:xfrm>
              <a:off x="-9342550" y="230575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820"/>
                  </a:moveTo>
                  <a:cubicBezTo>
                    <a:pt x="1450" y="820"/>
                    <a:pt x="1670" y="1041"/>
                    <a:pt x="1670" y="1230"/>
                  </a:cubicBezTo>
                  <a:cubicBezTo>
                    <a:pt x="1607" y="1450"/>
                    <a:pt x="1418" y="1639"/>
                    <a:pt x="1229" y="1639"/>
                  </a:cubicBezTo>
                  <a:cubicBezTo>
                    <a:pt x="977" y="1639"/>
                    <a:pt x="820" y="1450"/>
                    <a:pt x="820" y="1230"/>
                  </a:cubicBezTo>
                  <a:cubicBezTo>
                    <a:pt x="820" y="978"/>
                    <a:pt x="1040" y="820"/>
                    <a:pt x="1229" y="820"/>
                  </a:cubicBezTo>
                  <a:close/>
                  <a:moveTo>
                    <a:pt x="1229" y="1"/>
                  </a:moveTo>
                  <a:cubicBezTo>
                    <a:pt x="568" y="1"/>
                    <a:pt x="1" y="568"/>
                    <a:pt x="1" y="1230"/>
                  </a:cubicBezTo>
                  <a:cubicBezTo>
                    <a:pt x="1" y="1891"/>
                    <a:pt x="568" y="2490"/>
                    <a:pt x="1229" y="2490"/>
                  </a:cubicBezTo>
                  <a:cubicBezTo>
                    <a:pt x="1891" y="2490"/>
                    <a:pt x="2490" y="1923"/>
                    <a:pt x="2490" y="1230"/>
                  </a:cubicBezTo>
                  <a:cubicBezTo>
                    <a:pt x="2458" y="568"/>
                    <a:pt x="1891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141"/>
            <p:cNvSpPr/>
            <p:nvPr/>
          </p:nvSpPr>
          <p:spPr>
            <a:xfrm>
              <a:off x="-9552050" y="2305750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61" y="820"/>
                  </a:moveTo>
                  <a:cubicBezTo>
                    <a:pt x="1481" y="820"/>
                    <a:pt x="1639" y="1041"/>
                    <a:pt x="1639" y="1230"/>
                  </a:cubicBezTo>
                  <a:cubicBezTo>
                    <a:pt x="1702" y="1450"/>
                    <a:pt x="1481" y="1639"/>
                    <a:pt x="1261" y="1639"/>
                  </a:cubicBezTo>
                  <a:cubicBezTo>
                    <a:pt x="1009" y="1639"/>
                    <a:pt x="819" y="1450"/>
                    <a:pt x="819" y="1230"/>
                  </a:cubicBezTo>
                  <a:cubicBezTo>
                    <a:pt x="819" y="978"/>
                    <a:pt x="1009" y="820"/>
                    <a:pt x="1261" y="820"/>
                  </a:cubicBezTo>
                  <a:close/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cubicBezTo>
                    <a:pt x="0" y="1891"/>
                    <a:pt x="536" y="2490"/>
                    <a:pt x="1261" y="2490"/>
                  </a:cubicBezTo>
                  <a:cubicBezTo>
                    <a:pt x="1922" y="2490"/>
                    <a:pt x="2489" y="1923"/>
                    <a:pt x="2489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87" name="Google Shape;13587;p141"/>
          <p:cNvSpPr/>
          <p:nvPr/>
        </p:nvSpPr>
        <p:spPr>
          <a:xfrm>
            <a:off x="7123002" y="2988791"/>
            <a:ext cx="342352" cy="280710"/>
          </a:xfrm>
          <a:custGeom>
            <a:avLst/>
            <a:gdLst/>
            <a:ahLst/>
            <a:cxnLst/>
            <a:rect l="l" t="t" r="r" b="b"/>
            <a:pathLst>
              <a:path w="14179" h="11626" extrusionOk="0">
                <a:moveTo>
                  <a:pt x="1009" y="4159"/>
                </a:moveTo>
                <a:lnTo>
                  <a:pt x="1009" y="4159"/>
                </a:lnTo>
                <a:cubicBezTo>
                  <a:pt x="1671" y="4317"/>
                  <a:pt x="2301" y="4695"/>
                  <a:pt x="2742" y="5230"/>
                </a:cubicBezTo>
                <a:lnTo>
                  <a:pt x="3214" y="6616"/>
                </a:lnTo>
                <a:lnTo>
                  <a:pt x="1608" y="6616"/>
                </a:lnTo>
                <a:lnTo>
                  <a:pt x="1009" y="4159"/>
                </a:lnTo>
                <a:close/>
                <a:moveTo>
                  <a:pt x="2710" y="2521"/>
                </a:moveTo>
                <a:lnTo>
                  <a:pt x="2710" y="2521"/>
                </a:lnTo>
                <a:cubicBezTo>
                  <a:pt x="3782" y="2678"/>
                  <a:pt x="4758" y="3182"/>
                  <a:pt x="5514" y="3970"/>
                </a:cubicBezTo>
                <a:lnTo>
                  <a:pt x="6491" y="6616"/>
                </a:lnTo>
                <a:lnTo>
                  <a:pt x="4097" y="6616"/>
                </a:lnTo>
                <a:cubicBezTo>
                  <a:pt x="4002" y="6396"/>
                  <a:pt x="2773" y="2678"/>
                  <a:pt x="2710" y="2521"/>
                </a:cubicBezTo>
                <a:close/>
                <a:moveTo>
                  <a:pt x="5199" y="851"/>
                </a:moveTo>
                <a:cubicBezTo>
                  <a:pt x="8224" y="1135"/>
                  <a:pt x="10618" y="3592"/>
                  <a:pt x="10807" y="6616"/>
                </a:cubicBezTo>
                <a:lnTo>
                  <a:pt x="7342" y="6616"/>
                </a:lnTo>
                <a:lnTo>
                  <a:pt x="5199" y="851"/>
                </a:lnTo>
                <a:close/>
                <a:moveTo>
                  <a:pt x="13170" y="4159"/>
                </a:moveTo>
                <a:lnTo>
                  <a:pt x="12603" y="6616"/>
                </a:lnTo>
                <a:lnTo>
                  <a:pt x="11658" y="6616"/>
                </a:lnTo>
                <a:cubicBezTo>
                  <a:pt x="11595" y="6144"/>
                  <a:pt x="11532" y="5703"/>
                  <a:pt x="11437" y="5262"/>
                </a:cubicBezTo>
                <a:cubicBezTo>
                  <a:pt x="11847" y="4695"/>
                  <a:pt x="12477" y="4317"/>
                  <a:pt x="13170" y="4159"/>
                </a:cubicBezTo>
                <a:close/>
                <a:moveTo>
                  <a:pt x="12477" y="7436"/>
                </a:moveTo>
                <a:lnTo>
                  <a:pt x="12477" y="9105"/>
                </a:lnTo>
                <a:lnTo>
                  <a:pt x="9957" y="9105"/>
                </a:lnTo>
                <a:lnTo>
                  <a:pt x="9957" y="8664"/>
                </a:lnTo>
                <a:cubicBezTo>
                  <a:pt x="9957" y="8475"/>
                  <a:pt x="9799" y="8255"/>
                  <a:pt x="9547" y="8255"/>
                </a:cubicBezTo>
                <a:cubicBezTo>
                  <a:pt x="9326" y="8255"/>
                  <a:pt x="9169" y="8475"/>
                  <a:pt x="9169" y="8664"/>
                </a:cubicBezTo>
                <a:lnTo>
                  <a:pt x="9169" y="9105"/>
                </a:lnTo>
                <a:lnTo>
                  <a:pt x="7499" y="9105"/>
                </a:lnTo>
                <a:lnTo>
                  <a:pt x="7499" y="8664"/>
                </a:lnTo>
                <a:cubicBezTo>
                  <a:pt x="7499" y="8412"/>
                  <a:pt x="7310" y="8255"/>
                  <a:pt x="7121" y="8255"/>
                </a:cubicBezTo>
                <a:cubicBezTo>
                  <a:pt x="6869" y="8255"/>
                  <a:pt x="6680" y="8475"/>
                  <a:pt x="6680" y="8664"/>
                </a:cubicBezTo>
                <a:lnTo>
                  <a:pt x="6680" y="9105"/>
                </a:lnTo>
                <a:lnTo>
                  <a:pt x="5042" y="9105"/>
                </a:lnTo>
                <a:lnTo>
                  <a:pt x="5042" y="8664"/>
                </a:lnTo>
                <a:cubicBezTo>
                  <a:pt x="5042" y="8412"/>
                  <a:pt x="4821" y="8255"/>
                  <a:pt x="4601" y="8255"/>
                </a:cubicBezTo>
                <a:cubicBezTo>
                  <a:pt x="4349" y="8255"/>
                  <a:pt x="4191" y="8475"/>
                  <a:pt x="4191" y="8664"/>
                </a:cubicBezTo>
                <a:lnTo>
                  <a:pt x="4191" y="9105"/>
                </a:lnTo>
                <a:lnTo>
                  <a:pt x="1671" y="9105"/>
                </a:lnTo>
                <a:lnTo>
                  <a:pt x="1671" y="7436"/>
                </a:lnTo>
                <a:close/>
                <a:moveTo>
                  <a:pt x="12855" y="9924"/>
                </a:moveTo>
                <a:cubicBezTo>
                  <a:pt x="13107" y="9924"/>
                  <a:pt x="13265" y="10113"/>
                  <a:pt x="13265" y="10365"/>
                </a:cubicBezTo>
                <a:lnTo>
                  <a:pt x="13265" y="10744"/>
                </a:lnTo>
                <a:lnTo>
                  <a:pt x="852" y="10744"/>
                </a:lnTo>
                <a:lnTo>
                  <a:pt x="852" y="10365"/>
                </a:lnTo>
                <a:cubicBezTo>
                  <a:pt x="852" y="10113"/>
                  <a:pt x="1041" y="9924"/>
                  <a:pt x="1261" y="9924"/>
                </a:cubicBezTo>
                <a:close/>
                <a:moveTo>
                  <a:pt x="4601" y="0"/>
                </a:moveTo>
                <a:cubicBezTo>
                  <a:pt x="4475" y="0"/>
                  <a:pt x="4317" y="63"/>
                  <a:pt x="4254" y="189"/>
                </a:cubicBezTo>
                <a:cubicBezTo>
                  <a:pt x="4160" y="315"/>
                  <a:pt x="4160" y="410"/>
                  <a:pt x="4191" y="568"/>
                </a:cubicBezTo>
                <a:lnTo>
                  <a:pt x="4916" y="2458"/>
                </a:lnTo>
                <a:cubicBezTo>
                  <a:pt x="4097" y="1954"/>
                  <a:pt x="3088" y="1670"/>
                  <a:pt x="2112" y="1670"/>
                </a:cubicBezTo>
                <a:cubicBezTo>
                  <a:pt x="1986" y="1670"/>
                  <a:pt x="1828" y="1765"/>
                  <a:pt x="1765" y="1828"/>
                </a:cubicBezTo>
                <a:cubicBezTo>
                  <a:pt x="1671" y="1954"/>
                  <a:pt x="1639" y="2080"/>
                  <a:pt x="1734" y="2206"/>
                </a:cubicBezTo>
                <a:lnTo>
                  <a:pt x="2238" y="3781"/>
                </a:lnTo>
                <a:cubicBezTo>
                  <a:pt x="1671" y="3466"/>
                  <a:pt x="1041" y="3308"/>
                  <a:pt x="411" y="3308"/>
                </a:cubicBezTo>
                <a:cubicBezTo>
                  <a:pt x="316" y="3308"/>
                  <a:pt x="190" y="3340"/>
                  <a:pt x="95" y="3466"/>
                </a:cubicBezTo>
                <a:cubicBezTo>
                  <a:pt x="32" y="3592"/>
                  <a:pt x="1" y="3686"/>
                  <a:pt x="32" y="3813"/>
                </a:cubicBezTo>
                <a:lnTo>
                  <a:pt x="852" y="7089"/>
                </a:lnTo>
                <a:lnTo>
                  <a:pt x="852" y="9168"/>
                </a:lnTo>
                <a:cubicBezTo>
                  <a:pt x="379" y="9326"/>
                  <a:pt x="32" y="9798"/>
                  <a:pt x="32" y="10365"/>
                </a:cubicBezTo>
                <a:lnTo>
                  <a:pt x="32" y="11185"/>
                </a:lnTo>
                <a:cubicBezTo>
                  <a:pt x="32" y="11405"/>
                  <a:pt x="221" y="11626"/>
                  <a:pt x="411" y="11626"/>
                </a:cubicBezTo>
                <a:lnTo>
                  <a:pt x="13706" y="11626"/>
                </a:lnTo>
                <a:cubicBezTo>
                  <a:pt x="13926" y="11626"/>
                  <a:pt x="14084" y="11405"/>
                  <a:pt x="14084" y="11185"/>
                </a:cubicBezTo>
                <a:lnTo>
                  <a:pt x="14084" y="10365"/>
                </a:lnTo>
                <a:cubicBezTo>
                  <a:pt x="14115" y="9798"/>
                  <a:pt x="13769" y="9326"/>
                  <a:pt x="13296" y="9168"/>
                </a:cubicBezTo>
                <a:lnTo>
                  <a:pt x="13296" y="7089"/>
                </a:lnTo>
                <a:lnTo>
                  <a:pt x="14115" y="3813"/>
                </a:lnTo>
                <a:cubicBezTo>
                  <a:pt x="14178" y="3686"/>
                  <a:pt x="14115" y="3592"/>
                  <a:pt x="14052" y="3466"/>
                </a:cubicBezTo>
                <a:cubicBezTo>
                  <a:pt x="13958" y="3340"/>
                  <a:pt x="13863" y="3308"/>
                  <a:pt x="13737" y="3308"/>
                </a:cubicBezTo>
                <a:cubicBezTo>
                  <a:pt x="12760" y="3308"/>
                  <a:pt x="11847" y="3686"/>
                  <a:pt x="11122" y="4348"/>
                </a:cubicBezTo>
                <a:cubicBezTo>
                  <a:pt x="10083" y="1796"/>
                  <a:pt x="7562" y="0"/>
                  <a:pt x="460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88" name="Google Shape;13588;p141"/>
          <p:cNvGrpSpPr/>
          <p:nvPr/>
        </p:nvGrpSpPr>
        <p:grpSpPr>
          <a:xfrm>
            <a:off x="6208482" y="1303693"/>
            <a:ext cx="342328" cy="340807"/>
            <a:chOff x="-12661600" y="1640225"/>
            <a:chExt cx="354450" cy="352875"/>
          </a:xfrm>
        </p:grpSpPr>
        <p:sp>
          <p:nvSpPr>
            <p:cNvPr id="13589" name="Google Shape;13589;p141"/>
            <p:cNvSpPr/>
            <p:nvPr/>
          </p:nvSpPr>
          <p:spPr>
            <a:xfrm>
              <a:off x="-12661600" y="1764675"/>
              <a:ext cx="188275" cy="228425"/>
            </a:xfrm>
            <a:custGeom>
              <a:avLst/>
              <a:gdLst/>
              <a:ahLst/>
              <a:cxnLst/>
              <a:rect l="l" t="t" r="r" b="b"/>
              <a:pathLst>
                <a:path w="7531" h="9137" extrusionOk="0">
                  <a:moveTo>
                    <a:pt x="5451" y="819"/>
                  </a:moveTo>
                  <a:cubicBezTo>
                    <a:pt x="5672" y="819"/>
                    <a:pt x="5829" y="1008"/>
                    <a:pt x="5829" y="1229"/>
                  </a:cubicBezTo>
                  <a:cubicBezTo>
                    <a:pt x="5829" y="1481"/>
                    <a:pt x="5640" y="1670"/>
                    <a:pt x="5451" y="1670"/>
                  </a:cubicBezTo>
                  <a:lnTo>
                    <a:pt x="2112" y="1670"/>
                  </a:lnTo>
                  <a:cubicBezTo>
                    <a:pt x="1860" y="1670"/>
                    <a:pt x="1671" y="1481"/>
                    <a:pt x="1671" y="1229"/>
                  </a:cubicBezTo>
                  <a:cubicBezTo>
                    <a:pt x="1671" y="1008"/>
                    <a:pt x="1860" y="819"/>
                    <a:pt x="2112" y="819"/>
                  </a:cubicBezTo>
                  <a:close/>
                  <a:moveTo>
                    <a:pt x="5010" y="2457"/>
                  </a:moveTo>
                  <a:lnTo>
                    <a:pt x="5010" y="3308"/>
                  </a:lnTo>
                  <a:lnTo>
                    <a:pt x="2490" y="3308"/>
                  </a:lnTo>
                  <a:lnTo>
                    <a:pt x="2490" y="2457"/>
                  </a:lnTo>
                  <a:close/>
                  <a:moveTo>
                    <a:pt x="5325" y="4159"/>
                  </a:moveTo>
                  <a:lnTo>
                    <a:pt x="6428" y="4726"/>
                  </a:lnTo>
                  <a:cubicBezTo>
                    <a:pt x="6585" y="4789"/>
                    <a:pt x="6680" y="4915"/>
                    <a:pt x="6680" y="5072"/>
                  </a:cubicBezTo>
                  <a:lnTo>
                    <a:pt x="6680" y="7876"/>
                  </a:lnTo>
                  <a:cubicBezTo>
                    <a:pt x="6680" y="8097"/>
                    <a:pt x="6459" y="8286"/>
                    <a:pt x="6239" y="8286"/>
                  </a:cubicBezTo>
                  <a:lnTo>
                    <a:pt x="1229" y="8286"/>
                  </a:lnTo>
                  <a:cubicBezTo>
                    <a:pt x="1009" y="8286"/>
                    <a:pt x="788" y="8097"/>
                    <a:pt x="788" y="7876"/>
                  </a:cubicBezTo>
                  <a:lnTo>
                    <a:pt x="788" y="5072"/>
                  </a:lnTo>
                  <a:lnTo>
                    <a:pt x="851" y="5072"/>
                  </a:lnTo>
                  <a:cubicBezTo>
                    <a:pt x="851" y="4915"/>
                    <a:pt x="914" y="4757"/>
                    <a:pt x="1072" y="4726"/>
                  </a:cubicBezTo>
                  <a:lnTo>
                    <a:pt x="2175" y="4159"/>
                  </a:lnTo>
                  <a:close/>
                  <a:moveTo>
                    <a:pt x="2112" y="0"/>
                  </a:moveTo>
                  <a:cubicBezTo>
                    <a:pt x="1418" y="0"/>
                    <a:pt x="851" y="536"/>
                    <a:pt x="851" y="1260"/>
                  </a:cubicBezTo>
                  <a:cubicBezTo>
                    <a:pt x="851" y="1796"/>
                    <a:pt x="1198" y="2237"/>
                    <a:pt x="1671" y="2426"/>
                  </a:cubicBezTo>
                  <a:lnTo>
                    <a:pt x="1671" y="3497"/>
                  </a:lnTo>
                  <a:lnTo>
                    <a:pt x="694" y="3970"/>
                  </a:lnTo>
                  <a:cubicBezTo>
                    <a:pt x="253" y="4159"/>
                    <a:pt x="1" y="4600"/>
                    <a:pt x="1" y="5072"/>
                  </a:cubicBezTo>
                  <a:lnTo>
                    <a:pt x="1" y="7876"/>
                  </a:lnTo>
                  <a:cubicBezTo>
                    <a:pt x="1" y="8538"/>
                    <a:pt x="568" y="9136"/>
                    <a:pt x="1261" y="9136"/>
                  </a:cubicBezTo>
                  <a:lnTo>
                    <a:pt x="6270" y="9136"/>
                  </a:lnTo>
                  <a:cubicBezTo>
                    <a:pt x="6963" y="9136"/>
                    <a:pt x="7530" y="8538"/>
                    <a:pt x="7530" y="7876"/>
                  </a:cubicBezTo>
                  <a:lnTo>
                    <a:pt x="7530" y="5072"/>
                  </a:lnTo>
                  <a:cubicBezTo>
                    <a:pt x="7530" y="4600"/>
                    <a:pt x="7247" y="4159"/>
                    <a:pt x="6869" y="3970"/>
                  </a:cubicBezTo>
                  <a:lnTo>
                    <a:pt x="5892" y="3497"/>
                  </a:lnTo>
                  <a:lnTo>
                    <a:pt x="5892" y="2426"/>
                  </a:lnTo>
                  <a:cubicBezTo>
                    <a:pt x="6365" y="2268"/>
                    <a:pt x="6711" y="1796"/>
                    <a:pt x="6711" y="1260"/>
                  </a:cubicBezTo>
                  <a:cubicBezTo>
                    <a:pt x="6711" y="567"/>
                    <a:pt x="6144" y="0"/>
                    <a:pt x="54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141"/>
            <p:cNvSpPr/>
            <p:nvPr/>
          </p:nvSpPr>
          <p:spPr>
            <a:xfrm>
              <a:off x="-12451300" y="1640225"/>
              <a:ext cx="144150" cy="350500"/>
            </a:xfrm>
            <a:custGeom>
              <a:avLst/>
              <a:gdLst/>
              <a:ahLst/>
              <a:cxnLst/>
              <a:rect l="l" t="t" r="r" b="b"/>
              <a:pathLst>
                <a:path w="5766" h="14020" extrusionOk="0">
                  <a:moveTo>
                    <a:pt x="2836" y="788"/>
                  </a:moveTo>
                  <a:cubicBezTo>
                    <a:pt x="3970" y="788"/>
                    <a:pt x="4915" y="1733"/>
                    <a:pt x="4915" y="2867"/>
                  </a:cubicBezTo>
                  <a:lnTo>
                    <a:pt x="4915" y="4285"/>
                  </a:lnTo>
                  <a:lnTo>
                    <a:pt x="3246" y="5388"/>
                  </a:lnTo>
                  <a:lnTo>
                    <a:pt x="3246" y="4569"/>
                  </a:lnTo>
                  <a:lnTo>
                    <a:pt x="3246" y="2048"/>
                  </a:lnTo>
                  <a:cubicBezTo>
                    <a:pt x="3246" y="1828"/>
                    <a:pt x="3057" y="1607"/>
                    <a:pt x="2836" y="1607"/>
                  </a:cubicBezTo>
                  <a:cubicBezTo>
                    <a:pt x="2584" y="1607"/>
                    <a:pt x="2426" y="1828"/>
                    <a:pt x="2426" y="2048"/>
                  </a:cubicBezTo>
                  <a:lnTo>
                    <a:pt x="2426" y="3781"/>
                  </a:lnTo>
                  <a:lnTo>
                    <a:pt x="788" y="2678"/>
                  </a:lnTo>
                  <a:cubicBezTo>
                    <a:pt x="914" y="1607"/>
                    <a:pt x="1765" y="788"/>
                    <a:pt x="2836" y="788"/>
                  </a:cubicBezTo>
                  <a:close/>
                  <a:moveTo>
                    <a:pt x="788" y="3655"/>
                  </a:moveTo>
                  <a:lnTo>
                    <a:pt x="2426" y="4758"/>
                  </a:lnTo>
                  <a:lnTo>
                    <a:pt x="2426" y="7089"/>
                  </a:lnTo>
                  <a:lnTo>
                    <a:pt x="788" y="5986"/>
                  </a:lnTo>
                  <a:lnTo>
                    <a:pt x="788" y="3655"/>
                  </a:lnTo>
                  <a:close/>
                  <a:moveTo>
                    <a:pt x="4915" y="5325"/>
                  </a:moveTo>
                  <a:lnTo>
                    <a:pt x="4915" y="7656"/>
                  </a:lnTo>
                  <a:lnTo>
                    <a:pt x="3277" y="8759"/>
                  </a:lnTo>
                  <a:lnTo>
                    <a:pt x="3277" y="6427"/>
                  </a:lnTo>
                  <a:lnTo>
                    <a:pt x="4915" y="5325"/>
                  </a:lnTo>
                  <a:close/>
                  <a:moveTo>
                    <a:pt x="788" y="7026"/>
                  </a:moveTo>
                  <a:lnTo>
                    <a:pt x="2426" y="8129"/>
                  </a:lnTo>
                  <a:lnTo>
                    <a:pt x="2426" y="11027"/>
                  </a:lnTo>
                  <a:lnTo>
                    <a:pt x="1355" y="9956"/>
                  </a:lnTo>
                  <a:cubicBezTo>
                    <a:pt x="977" y="9578"/>
                    <a:pt x="788" y="9074"/>
                    <a:pt x="788" y="8507"/>
                  </a:cubicBezTo>
                  <a:lnTo>
                    <a:pt x="788" y="7026"/>
                  </a:lnTo>
                  <a:close/>
                  <a:moveTo>
                    <a:pt x="4884" y="8664"/>
                  </a:moveTo>
                  <a:cubicBezTo>
                    <a:pt x="4884" y="9137"/>
                    <a:pt x="4632" y="9609"/>
                    <a:pt x="4285" y="9956"/>
                  </a:cubicBezTo>
                  <a:lnTo>
                    <a:pt x="3214" y="11027"/>
                  </a:lnTo>
                  <a:lnTo>
                    <a:pt x="3214" y="9767"/>
                  </a:lnTo>
                  <a:lnTo>
                    <a:pt x="4884" y="8664"/>
                  </a:lnTo>
                  <a:close/>
                  <a:moveTo>
                    <a:pt x="2868" y="0"/>
                  </a:moveTo>
                  <a:cubicBezTo>
                    <a:pt x="1292" y="0"/>
                    <a:pt x="1" y="1292"/>
                    <a:pt x="1" y="2930"/>
                  </a:cubicBezTo>
                  <a:lnTo>
                    <a:pt x="1" y="2962"/>
                  </a:lnTo>
                  <a:lnTo>
                    <a:pt x="1" y="8475"/>
                  </a:lnTo>
                  <a:cubicBezTo>
                    <a:pt x="1" y="9263"/>
                    <a:pt x="316" y="9956"/>
                    <a:pt x="851" y="10523"/>
                  </a:cubicBezTo>
                  <a:lnTo>
                    <a:pt x="2489" y="12130"/>
                  </a:lnTo>
                  <a:lnTo>
                    <a:pt x="2489" y="13642"/>
                  </a:lnTo>
                  <a:cubicBezTo>
                    <a:pt x="2489" y="13862"/>
                    <a:pt x="2679" y="14020"/>
                    <a:pt x="2868" y="14020"/>
                  </a:cubicBezTo>
                  <a:cubicBezTo>
                    <a:pt x="3057" y="14020"/>
                    <a:pt x="3309" y="13831"/>
                    <a:pt x="3309" y="13642"/>
                  </a:cubicBezTo>
                  <a:lnTo>
                    <a:pt x="3309" y="12130"/>
                  </a:lnTo>
                  <a:lnTo>
                    <a:pt x="4915" y="10523"/>
                  </a:lnTo>
                  <a:cubicBezTo>
                    <a:pt x="5451" y="9956"/>
                    <a:pt x="5766" y="9263"/>
                    <a:pt x="5766" y="8475"/>
                  </a:cubicBezTo>
                  <a:cubicBezTo>
                    <a:pt x="5734" y="8223"/>
                    <a:pt x="5734" y="3119"/>
                    <a:pt x="5734" y="2930"/>
                  </a:cubicBezTo>
                  <a:cubicBezTo>
                    <a:pt x="5734" y="1292"/>
                    <a:pt x="4443" y="0"/>
                    <a:pt x="2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141"/>
            <p:cNvSpPr/>
            <p:nvPr/>
          </p:nvSpPr>
          <p:spPr>
            <a:xfrm>
              <a:off x="-12619850" y="1887525"/>
              <a:ext cx="104000" cy="63050"/>
            </a:xfrm>
            <a:custGeom>
              <a:avLst/>
              <a:gdLst/>
              <a:ahLst/>
              <a:cxnLst/>
              <a:rect l="l" t="t" r="r" b="b"/>
              <a:pathLst>
                <a:path w="4160" h="2522" extrusionOk="0">
                  <a:moveTo>
                    <a:pt x="3340" y="851"/>
                  </a:moveTo>
                  <a:lnTo>
                    <a:pt x="3340" y="1702"/>
                  </a:lnTo>
                  <a:lnTo>
                    <a:pt x="820" y="1702"/>
                  </a:lnTo>
                  <a:lnTo>
                    <a:pt x="820" y="851"/>
                  </a:ln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2080"/>
                  </a:lnTo>
                  <a:cubicBezTo>
                    <a:pt x="1" y="2332"/>
                    <a:pt x="190" y="2521"/>
                    <a:pt x="442" y="2521"/>
                  </a:cubicBezTo>
                  <a:lnTo>
                    <a:pt x="3781" y="2521"/>
                  </a:lnTo>
                  <a:cubicBezTo>
                    <a:pt x="4002" y="2521"/>
                    <a:pt x="4159" y="2332"/>
                    <a:pt x="4159" y="2080"/>
                  </a:cubicBezTo>
                  <a:lnTo>
                    <a:pt x="4159" y="442"/>
                  </a:lnTo>
                  <a:cubicBezTo>
                    <a:pt x="4159" y="190"/>
                    <a:pt x="3970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141"/>
          <p:cNvGrpSpPr/>
          <p:nvPr/>
        </p:nvGrpSpPr>
        <p:grpSpPr>
          <a:xfrm>
            <a:off x="6208857" y="1732231"/>
            <a:ext cx="341579" cy="299374"/>
            <a:chOff x="-12660025" y="2096250"/>
            <a:chExt cx="353675" cy="309975"/>
          </a:xfrm>
        </p:grpSpPr>
        <p:sp>
          <p:nvSpPr>
            <p:cNvPr id="13593" name="Google Shape;13593;p141"/>
            <p:cNvSpPr/>
            <p:nvPr/>
          </p:nvSpPr>
          <p:spPr>
            <a:xfrm>
              <a:off x="-12619850" y="213642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61" y="819"/>
                  </a:moveTo>
                  <a:cubicBezTo>
                    <a:pt x="1481" y="819"/>
                    <a:pt x="1702" y="1040"/>
                    <a:pt x="1702" y="1261"/>
                  </a:cubicBezTo>
                  <a:cubicBezTo>
                    <a:pt x="1702" y="1513"/>
                    <a:pt x="1481" y="1702"/>
                    <a:pt x="1261" y="1702"/>
                  </a:cubicBezTo>
                  <a:cubicBezTo>
                    <a:pt x="1040" y="1702"/>
                    <a:pt x="851" y="1513"/>
                    <a:pt x="851" y="1261"/>
                  </a:cubicBezTo>
                  <a:cubicBezTo>
                    <a:pt x="820" y="1040"/>
                    <a:pt x="1009" y="819"/>
                    <a:pt x="1261" y="819"/>
                  </a:cubicBezTo>
                  <a:close/>
                  <a:moveTo>
                    <a:pt x="1261" y="0"/>
                  </a:moveTo>
                  <a:cubicBezTo>
                    <a:pt x="568" y="0"/>
                    <a:pt x="1" y="567"/>
                    <a:pt x="1" y="1229"/>
                  </a:cubicBezTo>
                  <a:cubicBezTo>
                    <a:pt x="1" y="1922"/>
                    <a:pt x="568" y="2489"/>
                    <a:pt x="1261" y="2489"/>
                  </a:cubicBezTo>
                  <a:cubicBezTo>
                    <a:pt x="1922" y="2489"/>
                    <a:pt x="2521" y="1922"/>
                    <a:pt x="2521" y="1229"/>
                  </a:cubicBezTo>
                  <a:cubicBezTo>
                    <a:pt x="2521" y="567"/>
                    <a:pt x="1954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141"/>
            <p:cNvSpPr/>
            <p:nvPr/>
          </p:nvSpPr>
          <p:spPr>
            <a:xfrm>
              <a:off x="-12496200" y="2136425"/>
              <a:ext cx="63050" cy="62250"/>
            </a:xfrm>
            <a:custGeom>
              <a:avLst/>
              <a:gdLst/>
              <a:ahLst/>
              <a:cxnLst/>
              <a:rect l="l" t="t" r="r" b="b"/>
              <a:pathLst>
                <a:path w="2522" h="2490" extrusionOk="0">
                  <a:moveTo>
                    <a:pt x="1261" y="819"/>
                  </a:moveTo>
                  <a:cubicBezTo>
                    <a:pt x="1513" y="819"/>
                    <a:pt x="1702" y="1040"/>
                    <a:pt x="1702" y="1261"/>
                  </a:cubicBezTo>
                  <a:cubicBezTo>
                    <a:pt x="1702" y="1513"/>
                    <a:pt x="1513" y="1702"/>
                    <a:pt x="1261" y="1702"/>
                  </a:cubicBezTo>
                  <a:cubicBezTo>
                    <a:pt x="1040" y="1702"/>
                    <a:pt x="883" y="1513"/>
                    <a:pt x="883" y="1261"/>
                  </a:cubicBezTo>
                  <a:cubicBezTo>
                    <a:pt x="851" y="1040"/>
                    <a:pt x="1040" y="819"/>
                    <a:pt x="1261" y="819"/>
                  </a:cubicBezTo>
                  <a:close/>
                  <a:moveTo>
                    <a:pt x="1261" y="0"/>
                  </a:moveTo>
                  <a:cubicBezTo>
                    <a:pt x="568" y="0"/>
                    <a:pt x="64" y="567"/>
                    <a:pt x="64" y="1229"/>
                  </a:cubicBezTo>
                  <a:cubicBezTo>
                    <a:pt x="1" y="1922"/>
                    <a:pt x="568" y="2489"/>
                    <a:pt x="1261" y="2489"/>
                  </a:cubicBezTo>
                  <a:cubicBezTo>
                    <a:pt x="1954" y="2489"/>
                    <a:pt x="2521" y="1922"/>
                    <a:pt x="2521" y="1229"/>
                  </a:cubicBezTo>
                  <a:cubicBezTo>
                    <a:pt x="2521" y="567"/>
                    <a:pt x="1986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141"/>
            <p:cNvSpPr/>
            <p:nvPr/>
          </p:nvSpPr>
          <p:spPr>
            <a:xfrm>
              <a:off x="-12453650" y="22616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410" y="1"/>
                  </a:moveTo>
                  <a:cubicBezTo>
                    <a:pt x="189" y="1"/>
                    <a:pt x="0" y="158"/>
                    <a:pt x="0" y="379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379"/>
                  </a:cubicBezTo>
                  <a:cubicBezTo>
                    <a:pt x="788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141"/>
            <p:cNvSpPr/>
            <p:nvPr/>
          </p:nvSpPr>
          <p:spPr>
            <a:xfrm>
              <a:off x="-12494625" y="22616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141"/>
            <p:cNvSpPr/>
            <p:nvPr/>
          </p:nvSpPr>
          <p:spPr>
            <a:xfrm>
              <a:off x="-12619850" y="2301825"/>
              <a:ext cx="103200" cy="60675"/>
            </a:xfrm>
            <a:custGeom>
              <a:avLst/>
              <a:gdLst/>
              <a:ahLst/>
              <a:cxnLst/>
              <a:rect l="l" t="t" r="r" b="b"/>
              <a:pathLst>
                <a:path w="4128" h="2427" extrusionOk="0">
                  <a:moveTo>
                    <a:pt x="3309" y="819"/>
                  </a:moveTo>
                  <a:lnTo>
                    <a:pt x="3309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269"/>
                    <a:pt x="190" y="2426"/>
                    <a:pt x="442" y="2426"/>
                  </a:cubicBezTo>
                  <a:lnTo>
                    <a:pt x="3750" y="2426"/>
                  </a:lnTo>
                  <a:cubicBezTo>
                    <a:pt x="3970" y="2426"/>
                    <a:pt x="4128" y="2237"/>
                    <a:pt x="4128" y="2048"/>
                  </a:cubicBezTo>
                  <a:lnTo>
                    <a:pt x="4128" y="410"/>
                  </a:lnTo>
                  <a:cubicBezTo>
                    <a:pt x="4128" y="189"/>
                    <a:pt x="3970" y="0"/>
                    <a:pt x="37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141"/>
            <p:cNvSpPr/>
            <p:nvPr/>
          </p:nvSpPr>
          <p:spPr>
            <a:xfrm>
              <a:off x="-12660025" y="2096250"/>
              <a:ext cx="353675" cy="309975"/>
            </a:xfrm>
            <a:custGeom>
              <a:avLst/>
              <a:gdLst/>
              <a:ahLst/>
              <a:cxnLst/>
              <a:rect l="l" t="t" r="r" b="b"/>
              <a:pathLst>
                <a:path w="14147" h="12399" extrusionOk="0">
                  <a:moveTo>
                    <a:pt x="5357" y="4317"/>
                  </a:moveTo>
                  <a:cubicBezTo>
                    <a:pt x="5451" y="4569"/>
                    <a:pt x="5609" y="4758"/>
                    <a:pt x="5766" y="4915"/>
                  </a:cubicBezTo>
                  <a:lnTo>
                    <a:pt x="4884" y="4915"/>
                  </a:lnTo>
                  <a:cubicBezTo>
                    <a:pt x="5042" y="4758"/>
                    <a:pt x="5199" y="4569"/>
                    <a:pt x="5357" y="4317"/>
                  </a:cubicBezTo>
                  <a:close/>
                  <a:moveTo>
                    <a:pt x="2868" y="788"/>
                  </a:moveTo>
                  <a:cubicBezTo>
                    <a:pt x="4002" y="788"/>
                    <a:pt x="4947" y="1733"/>
                    <a:pt x="4947" y="2868"/>
                  </a:cubicBezTo>
                  <a:cubicBezTo>
                    <a:pt x="4947" y="4002"/>
                    <a:pt x="4002" y="4947"/>
                    <a:pt x="2868" y="4947"/>
                  </a:cubicBezTo>
                  <a:cubicBezTo>
                    <a:pt x="1734" y="4915"/>
                    <a:pt x="788" y="4002"/>
                    <a:pt x="788" y="2868"/>
                  </a:cubicBezTo>
                  <a:cubicBezTo>
                    <a:pt x="788" y="1733"/>
                    <a:pt x="1734" y="788"/>
                    <a:pt x="2868" y="788"/>
                  </a:cubicBezTo>
                  <a:close/>
                  <a:moveTo>
                    <a:pt x="7814" y="788"/>
                  </a:moveTo>
                  <a:cubicBezTo>
                    <a:pt x="8980" y="788"/>
                    <a:pt x="9925" y="1733"/>
                    <a:pt x="9925" y="2868"/>
                  </a:cubicBezTo>
                  <a:cubicBezTo>
                    <a:pt x="9925" y="4002"/>
                    <a:pt x="8980" y="4947"/>
                    <a:pt x="7814" y="4947"/>
                  </a:cubicBezTo>
                  <a:cubicBezTo>
                    <a:pt x="6680" y="4947"/>
                    <a:pt x="5735" y="4002"/>
                    <a:pt x="5735" y="2868"/>
                  </a:cubicBezTo>
                  <a:cubicBezTo>
                    <a:pt x="5735" y="1733"/>
                    <a:pt x="6680" y="788"/>
                    <a:pt x="7814" y="788"/>
                  </a:cubicBezTo>
                  <a:close/>
                  <a:moveTo>
                    <a:pt x="13264" y="5987"/>
                  </a:moveTo>
                  <a:lnTo>
                    <a:pt x="13264" y="11311"/>
                  </a:lnTo>
                  <a:lnTo>
                    <a:pt x="10744" y="10051"/>
                  </a:lnTo>
                  <a:lnTo>
                    <a:pt x="10744" y="7247"/>
                  </a:lnTo>
                  <a:lnTo>
                    <a:pt x="13264" y="5987"/>
                  </a:lnTo>
                  <a:close/>
                  <a:moveTo>
                    <a:pt x="9484" y="5734"/>
                  </a:moveTo>
                  <a:cubicBezTo>
                    <a:pt x="9704" y="5734"/>
                    <a:pt x="9862" y="5955"/>
                    <a:pt x="9862" y="6176"/>
                  </a:cubicBezTo>
                  <a:lnTo>
                    <a:pt x="9862" y="11153"/>
                  </a:lnTo>
                  <a:cubicBezTo>
                    <a:pt x="9862" y="11374"/>
                    <a:pt x="9673" y="11563"/>
                    <a:pt x="9484" y="11563"/>
                  </a:cubicBezTo>
                  <a:lnTo>
                    <a:pt x="1198" y="11563"/>
                  </a:lnTo>
                  <a:cubicBezTo>
                    <a:pt x="977" y="11563"/>
                    <a:pt x="788" y="11374"/>
                    <a:pt x="788" y="11153"/>
                  </a:cubicBezTo>
                  <a:lnTo>
                    <a:pt x="788" y="6176"/>
                  </a:lnTo>
                  <a:cubicBezTo>
                    <a:pt x="788" y="5955"/>
                    <a:pt x="977" y="5734"/>
                    <a:pt x="1198" y="5734"/>
                  </a:cubicBezTo>
                  <a:close/>
                  <a:moveTo>
                    <a:pt x="2868" y="1"/>
                  </a:moveTo>
                  <a:cubicBezTo>
                    <a:pt x="1261" y="1"/>
                    <a:pt x="1" y="1292"/>
                    <a:pt x="1" y="2868"/>
                  </a:cubicBezTo>
                  <a:cubicBezTo>
                    <a:pt x="1" y="3687"/>
                    <a:pt x="347" y="4443"/>
                    <a:pt x="883" y="5010"/>
                  </a:cubicBezTo>
                  <a:cubicBezTo>
                    <a:pt x="379" y="5167"/>
                    <a:pt x="1" y="5640"/>
                    <a:pt x="1" y="6176"/>
                  </a:cubicBezTo>
                  <a:lnTo>
                    <a:pt x="1" y="11153"/>
                  </a:lnTo>
                  <a:cubicBezTo>
                    <a:pt x="1" y="11815"/>
                    <a:pt x="536" y="12382"/>
                    <a:pt x="1261" y="12382"/>
                  </a:cubicBezTo>
                  <a:lnTo>
                    <a:pt x="9515" y="12382"/>
                  </a:lnTo>
                  <a:cubicBezTo>
                    <a:pt x="10208" y="12382"/>
                    <a:pt x="10775" y="11846"/>
                    <a:pt x="10775" y="11153"/>
                  </a:cubicBezTo>
                  <a:lnTo>
                    <a:pt x="10775" y="10996"/>
                  </a:lnTo>
                  <a:lnTo>
                    <a:pt x="13548" y="12350"/>
                  </a:lnTo>
                  <a:cubicBezTo>
                    <a:pt x="13594" y="12385"/>
                    <a:pt x="13645" y="12399"/>
                    <a:pt x="13695" y="12399"/>
                  </a:cubicBezTo>
                  <a:cubicBezTo>
                    <a:pt x="13781" y="12399"/>
                    <a:pt x="13866" y="12359"/>
                    <a:pt x="13926" y="12319"/>
                  </a:cubicBezTo>
                  <a:cubicBezTo>
                    <a:pt x="14052" y="12256"/>
                    <a:pt x="14146" y="12130"/>
                    <a:pt x="14146" y="11972"/>
                  </a:cubicBezTo>
                  <a:lnTo>
                    <a:pt x="14146" y="5356"/>
                  </a:lnTo>
                  <a:cubicBezTo>
                    <a:pt x="14083" y="5199"/>
                    <a:pt x="14020" y="5073"/>
                    <a:pt x="13894" y="5010"/>
                  </a:cubicBezTo>
                  <a:cubicBezTo>
                    <a:pt x="13815" y="4950"/>
                    <a:pt x="13722" y="4928"/>
                    <a:pt x="13633" y="4928"/>
                  </a:cubicBezTo>
                  <a:cubicBezTo>
                    <a:pt x="13581" y="4928"/>
                    <a:pt x="13531" y="4935"/>
                    <a:pt x="13485" y="4947"/>
                  </a:cubicBezTo>
                  <a:lnTo>
                    <a:pt x="10744" y="6333"/>
                  </a:lnTo>
                  <a:lnTo>
                    <a:pt x="10744" y="6176"/>
                  </a:lnTo>
                  <a:cubicBezTo>
                    <a:pt x="10744" y="5577"/>
                    <a:pt x="10334" y="5104"/>
                    <a:pt x="9830" y="5010"/>
                  </a:cubicBezTo>
                  <a:cubicBezTo>
                    <a:pt x="10397" y="4474"/>
                    <a:pt x="10744" y="3750"/>
                    <a:pt x="10744" y="2868"/>
                  </a:cubicBezTo>
                  <a:cubicBezTo>
                    <a:pt x="10744" y="1261"/>
                    <a:pt x="9452" y="1"/>
                    <a:pt x="7814" y="1"/>
                  </a:cubicBezTo>
                  <a:cubicBezTo>
                    <a:pt x="6774" y="1"/>
                    <a:pt x="5861" y="536"/>
                    <a:pt x="5357" y="1418"/>
                  </a:cubicBezTo>
                  <a:cubicBezTo>
                    <a:pt x="4821" y="599"/>
                    <a:pt x="3939" y="1"/>
                    <a:pt x="2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9" name="Google Shape;13599;p141"/>
          <p:cNvGrpSpPr/>
          <p:nvPr/>
        </p:nvGrpSpPr>
        <p:grpSpPr>
          <a:xfrm>
            <a:off x="6207335" y="2119527"/>
            <a:ext cx="344622" cy="341941"/>
            <a:chOff x="-12663175" y="2506800"/>
            <a:chExt cx="356825" cy="354050"/>
          </a:xfrm>
        </p:grpSpPr>
        <p:sp>
          <p:nvSpPr>
            <p:cNvPr id="13600" name="Google Shape;13600;p141"/>
            <p:cNvSpPr/>
            <p:nvPr/>
          </p:nvSpPr>
          <p:spPr>
            <a:xfrm>
              <a:off x="-12663175" y="2506800"/>
              <a:ext cx="356825" cy="354050"/>
            </a:xfrm>
            <a:custGeom>
              <a:avLst/>
              <a:gdLst/>
              <a:ahLst/>
              <a:cxnLst/>
              <a:rect l="l" t="t" r="r" b="b"/>
              <a:pathLst>
                <a:path w="14273" h="14162" extrusionOk="0">
                  <a:moveTo>
                    <a:pt x="9074" y="969"/>
                  </a:moveTo>
                  <a:lnTo>
                    <a:pt x="9169" y="1095"/>
                  </a:lnTo>
                  <a:cubicBezTo>
                    <a:pt x="8980" y="1536"/>
                    <a:pt x="9011" y="2135"/>
                    <a:pt x="9421" y="2513"/>
                  </a:cubicBezTo>
                  <a:cubicBezTo>
                    <a:pt x="9658" y="2770"/>
                    <a:pt x="9969" y="2890"/>
                    <a:pt x="10284" y="2890"/>
                  </a:cubicBezTo>
                  <a:cubicBezTo>
                    <a:pt x="10472" y="2890"/>
                    <a:pt x="10662" y="2847"/>
                    <a:pt x="10838" y="2765"/>
                  </a:cubicBezTo>
                  <a:lnTo>
                    <a:pt x="11500" y="3427"/>
                  </a:lnTo>
                  <a:cubicBezTo>
                    <a:pt x="11280" y="3899"/>
                    <a:pt x="11343" y="4435"/>
                    <a:pt x="11752" y="4844"/>
                  </a:cubicBezTo>
                  <a:cubicBezTo>
                    <a:pt x="11988" y="5080"/>
                    <a:pt x="12297" y="5206"/>
                    <a:pt x="12603" y="5206"/>
                  </a:cubicBezTo>
                  <a:cubicBezTo>
                    <a:pt x="12788" y="5206"/>
                    <a:pt x="12972" y="5160"/>
                    <a:pt x="13138" y="5065"/>
                  </a:cubicBezTo>
                  <a:lnTo>
                    <a:pt x="13264" y="5191"/>
                  </a:lnTo>
                  <a:cubicBezTo>
                    <a:pt x="13107" y="5537"/>
                    <a:pt x="13107" y="5947"/>
                    <a:pt x="13264" y="6262"/>
                  </a:cubicBezTo>
                  <a:lnTo>
                    <a:pt x="12445" y="7081"/>
                  </a:lnTo>
                  <a:lnTo>
                    <a:pt x="12162" y="6798"/>
                  </a:lnTo>
                  <a:cubicBezTo>
                    <a:pt x="12083" y="6719"/>
                    <a:pt x="11981" y="6680"/>
                    <a:pt x="11874" y="6680"/>
                  </a:cubicBezTo>
                  <a:cubicBezTo>
                    <a:pt x="11768" y="6680"/>
                    <a:pt x="11658" y="6719"/>
                    <a:pt x="11563" y="6798"/>
                  </a:cubicBezTo>
                  <a:cubicBezTo>
                    <a:pt x="11406" y="6955"/>
                    <a:pt x="11406" y="7239"/>
                    <a:pt x="11563" y="7396"/>
                  </a:cubicBezTo>
                  <a:lnTo>
                    <a:pt x="11847" y="7680"/>
                  </a:lnTo>
                  <a:lnTo>
                    <a:pt x="6333" y="13193"/>
                  </a:lnTo>
                  <a:cubicBezTo>
                    <a:pt x="6160" y="13114"/>
                    <a:pt x="5971" y="13075"/>
                    <a:pt x="5786" y="13075"/>
                  </a:cubicBezTo>
                  <a:cubicBezTo>
                    <a:pt x="5601" y="13075"/>
                    <a:pt x="5420" y="13114"/>
                    <a:pt x="5262" y="13193"/>
                  </a:cubicBezTo>
                  <a:lnTo>
                    <a:pt x="5168" y="13067"/>
                  </a:lnTo>
                  <a:cubicBezTo>
                    <a:pt x="5357" y="12626"/>
                    <a:pt x="5325" y="12059"/>
                    <a:pt x="4916" y="11649"/>
                  </a:cubicBezTo>
                  <a:cubicBezTo>
                    <a:pt x="4680" y="11414"/>
                    <a:pt x="4371" y="11288"/>
                    <a:pt x="4057" y="11288"/>
                  </a:cubicBezTo>
                  <a:cubicBezTo>
                    <a:pt x="3867" y="11288"/>
                    <a:pt x="3676" y="11334"/>
                    <a:pt x="3498" y="11429"/>
                  </a:cubicBezTo>
                  <a:lnTo>
                    <a:pt x="2836" y="10736"/>
                  </a:lnTo>
                  <a:cubicBezTo>
                    <a:pt x="3088" y="10263"/>
                    <a:pt x="2994" y="9728"/>
                    <a:pt x="2616" y="9318"/>
                  </a:cubicBezTo>
                  <a:cubicBezTo>
                    <a:pt x="2360" y="9082"/>
                    <a:pt x="2056" y="8957"/>
                    <a:pt x="1748" y="8957"/>
                  </a:cubicBezTo>
                  <a:cubicBezTo>
                    <a:pt x="1563" y="8957"/>
                    <a:pt x="1376" y="9003"/>
                    <a:pt x="1198" y="9098"/>
                  </a:cubicBezTo>
                  <a:lnTo>
                    <a:pt x="1072" y="8971"/>
                  </a:lnTo>
                  <a:cubicBezTo>
                    <a:pt x="1229" y="8625"/>
                    <a:pt x="1229" y="8215"/>
                    <a:pt x="1072" y="7900"/>
                  </a:cubicBezTo>
                  <a:lnTo>
                    <a:pt x="6585" y="2387"/>
                  </a:lnTo>
                  <a:lnTo>
                    <a:pt x="6869" y="2671"/>
                  </a:lnTo>
                  <a:cubicBezTo>
                    <a:pt x="6948" y="2749"/>
                    <a:pt x="7050" y="2789"/>
                    <a:pt x="7152" y="2789"/>
                  </a:cubicBezTo>
                  <a:cubicBezTo>
                    <a:pt x="7255" y="2789"/>
                    <a:pt x="7357" y="2749"/>
                    <a:pt x="7436" y="2671"/>
                  </a:cubicBezTo>
                  <a:cubicBezTo>
                    <a:pt x="7593" y="2513"/>
                    <a:pt x="7593" y="2229"/>
                    <a:pt x="7436" y="2072"/>
                  </a:cubicBezTo>
                  <a:lnTo>
                    <a:pt x="7184" y="1820"/>
                  </a:lnTo>
                  <a:lnTo>
                    <a:pt x="8003" y="969"/>
                  </a:lnTo>
                  <a:cubicBezTo>
                    <a:pt x="8176" y="1048"/>
                    <a:pt x="8365" y="1087"/>
                    <a:pt x="8550" y="1087"/>
                  </a:cubicBezTo>
                  <a:cubicBezTo>
                    <a:pt x="8735" y="1087"/>
                    <a:pt x="8917" y="1048"/>
                    <a:pt x="9074" y="969"/>
                  </a:cubicBezTo>
                  <a:close/>
                  <a:moveTo>
                    <a:pt x="7893" y="0"/>
                  </a:moveTo>
                  <a:cubicBezTo>
                    <a:pt x="7782" y="0"/>
                    <a:pt x="7672" y="40"/>
                    <a:pt x="7593" y="119"/>
                  </a:cubicBezTo>
                  <a:lnTo>
                    <a:pt x="158" y="7554"/>
                  </a:lnTo>
                  <a:cubicBezTo>
                    <a:pt x="1" y="7711"/>
                    <a:pt x="1" y="7995"/>
                    <a:pt x="158" y="8152"/>
                  </a:cubicBezTo>
                  <a:cubicBezTo>
                    <a:pt x="316" y="8310"/>
                    <a:pt x="316" y="8593"/>
                    <a:pt x="158" y="8751"/>
                  </a:cubicBezTo>
                  <a:cubicBezTo>
                    <a:pt x="1" y="8908"/>
                    <a:pt x="1" y="9161"/>
                    <a:pt x="158" y="9318"/>
                  </a:cubicBezTo>
                  <a:lnTo>
                    <a:pt x="757" y="9917"/>
                  </a:lnTo>
                  <a:cubicBezTo>
                    <a:pt x="836" y="9995"/>
                    <a:pt x="938" y="10035"/>
                    <a:pt x="1040" y="10035"/>
                  </a:cubicBezTo>
                  <a:cubicBezTo>
                    <a:pt x="1143" y="10035"/>
                    <a:pt x="1245" y="9995"/>
                    <a:pt x="1324" y="9917"/>
                  </a:cubicBezTo>
                  <a:cubicBezTo>
                    <a:pt x="1418" y="9838"/>
                    <a:pt x="1529" y="9798"/>
                    <a:pt x="1635" y="9798"/>
                  </a:cubicBezTo>
                  <a:cubicBezTo>
                    <a:pt x="1741" y="9798"/>
                    <a:pt x="1844" y="9838"/>
                    <a:pt x="1923" y="9917"/>
                  </a:cubicBezTo>
                  <a:cubicBezTo>
                    <a:pt x="2080" y="10074"/>
                    <a:pt x="2080" y="10358"/>
                    <a:pt x="1923" y="10515"/>
                  </a:cubicBezTo>
                  <a:cubicBezTo>
                    <a:pt x="1765" y="10673"/>
                    <a:pt x="1765" y="10956"/>
                    <a:pt x="1923" y="11114"/>
                  </a:cubicBezTo>
                  <a:lnTo>
                    <a:pt x="3120" y="12279"/>
                  </a:lnTo>
                  <a:cubicBezTo>
                    <a:pt x="3199" y="12358"/>
                    <a:pt x="3301" y="12398"/>
                    <a:pt x="3403" y="12398"/>
                  </a:cubicBezTo>
                  <a:cubicBezTo>
                    <a:pt x="3506" y="12398"/>
                    <a:pt x="3608" y="12358"/>
                    <a:pt x="3687" y="12279"/>
                  </a:cubicBezTo>
                  <a:cubicBezTo>
                    <a:pt x="3781" y="12201"/>
                    <a:pt x="3892" y="12161"/>
                    <a:pt x="3998" y="12161"/>
                  </a:cubicBezTo>
                  <a:cubicBezTo>
                    <a:pt x="4104" y="12161"/>
                    <a:pt x="4207" y="12201"/>
                    <a:pt x="4285" y="12279"/>
                  </a:cubicBezTo>
                  <a:cubicBezTo>
                    <a:pt x="4443" y="12437"/>
                    <a:pt x="4443" y="12721"/>
                    <a:pt x="4285" y="12878"/>
                  </a:cubicBezTo>
                  <a:cubicBezTo>
                    <a:pt x="4128" y="13036"/>
                    <a:pt x="4128" y="13319"/>
                    <a:pt x="4285" y="13477"/>
                  </a:cubicBezTo>
                  <a:lnTo>
                    <a:pt x="4884" y="14044"/>
                  </a:lnTo>
                  <a:cubicBezTo>
                    <a:pt x="4963" y="14123"/>
                    <a:pt x="5073" y="14162"/>
                    <a:pt x="5183" y="14162"/>
                  </a:cubicBezTo>
                  <a:cubicBezTo>
                    <a:pt x="5294" y="14162"/>
                    <a:pt x="5404" y="14123"/>
                    <a:pt x="5483" y="14044"/>
                  </a:cubicBezTo>
                  <a:cubicBezTo>
                    <a:pt x="5561" y="13965"/>
                    <a:pt x="5664" y="13926"/>
                    <a:pt x="5766" y="13926"/>
                  </a:cubicBezTo>
                  <a:cubicBezTo>
                    <a:pt x="5869" y="13926"/>
                    <a:pt x="5971" y="13965"/>
                    <a:pt x="6050" y="14044"/>
                  </a:cubicBezTo>
                  <a:cubicBezTo>
                    <a:pt x="6144" y="14123"/>
                    <a:pt x="6254" y="14162"/>
                    <a:pt x="6361" y="14162"/>
                  </a:cubicBezTo>
                  <a:cubicBezTo>
                    <a:pt x="6467" y="14162"/>
                    <a:pt x="6570" y="14123"/>
                    <a:pt x="6648" y="14044"/>
                  </a:cubicBezTo>
                  <a:lnTo>
                    <a:pt x="14115" y="6609"/>
                  </a:lnTo>
                  <a:cubicBezTo>
                    <a:pt x="14272" y="6451"/>
                    <a:pt x="14272" y="6168"/>
                    <a:pt x="14115" y="6010"/>
                  </a:cubicBezTo>
                  <a:cubicBezTo>
                    <a:pt x="13926" y="5853"/>
                    <a:pt x="13926" y="5600"/>
                    <a:pt x="14115" y="5443"/>
                  </a:cubicBezTo>
                  <a:cubicBezTo>
                    <a:pt x="14241" y="5285"/>
                    <a:pt x="14241" y="5002"/>
                    <a:pt x="14115" y="4844"/>
                  </a:cubicBezTo>
                  <a:lnTo>
                    <a:pt x="13516" y="4246"/>
                  </a:lnTo>
                  <a:cubicBezTo>
                    <a:pt x="13438" y="4167"/>
                    <a:pt x="13327" y="4128"/>
                    <a:pt x="13217" y="4128"/>
                  </a:cubicBezTo>
                  <a:cubicBezTo>
                    <a:pt x="13107" y="4128"/>
                    <a:pt x="12997" y="4167"/>
                    <a:pt x="12918" y="4246"/>
                  </a:cubicBezTo>
                  <a:cubicBezTo>
                    <a:pt x="12839" y="4325"/>
                    <a:pt x="12729" y="4364"/>
                    <a:pt x="12618" y="4364"/>
                  </a:cubicBezTo>
                  <a:cubicBezTo>
                    <a:pt x="12508" y="4364"/>
                    <a:pt x="12398" y="4325"/>
                    <a:pt x="12319" y="4246"/>
                  </a:cubicBezTo>
                  <a:cubicBezTo>
                    <a:pt x="12162" y="4088"/>
                    <a:pt x="12162" y="3805"/>
                    <a:pt x="12319" y="3647"/>
                  </a:cubicBezTo>
                  <a:cubicBezTo>
                    <a:pt x="12477" y="3490"/>
                    <a:pt x="12477" y="3238"/>
                    <a:pt x="12319" y="3080"/>
                  </a:cubicBezTo>
                  <a:lnTo>
                    <a:pt x="11154" y="1883"/>
                  </a:lnTo>
                  <a:cubicBezTo>
                    <a:pt x="11075" y="1804"/>
                    <a:pt x="10964" y="1765"/>
                    <a:pt x="10854" y="1765"/>
                  </a:cubicBezTo>
                  <a:cubicBezTo>
                    <a:pt x="10744" y="1765"/>
                    <a:pt x="10634" y="1804"/>
                    <a:pt x="10555" y="1883"/>
                  </a:cubicBezTo>
                  <a:cubicBezTo>
                    <a:pt x="10476" y="1962"/>
                    <a:pt x="10366" y="2001"/>
                    <a:pt x="10256" y="2001"/>
                  </a:cubicBezTo>
                  <a:cubicBezTo>
                    <a:pt x="10145" y="2001"/>
                    <a:pt x="10035" y="1962"/>
                    <a:pt x="9956" y="1883"/>
                  </a:cubicBezTo>
                  <a:cubicBezTo>
                    <a:pt x="9799" y="1725"/>
                    <a:pt x="9799" y="1442"/>
                    <a:pt x="9956" y="1284"/>
                  </a:cubicBezTo>
                  <a:cubicBezTo>
                    <a:pt x="10114" y="1127"/>
                    <a:pt x="10114" y="875"/>
                    <a:pt x="9956" y="717"/>
                  </a:cubicBezTo>
                  <a:lnTo>
                    <a:pt x="9389" y="119"/>
                  </a:lnTo>
                  <a:cubicBezTo>
                    <a:pt x="9295" y="40"/>
                    <a:pt x="9184" y="0"/>
                    <a:pt x="9078" y="0"/>
                  </a:cubicBezTo>
                  <a:cubicBezTo>
                    <a:pt x="8972" y="0"/>
                    <a:pt x="8869" y="40"/>
                    <a:pt x="8791" y="119"/>
                  </a:cubicBezTo>
                  <a:cubicBezTo>
                    <a:pt x="8712" y="197"/>
                    <a:pt x="8602" y="237"/>
                    <a:pt x="8491" y="237"/>
                  </a:cubicBezTo>
                  <a:cubicBezTo>
                    <a:pt x="8381" y="237"/>
                    <a:pt x="8271" y="197"/>
                    <a:pt x="8192" y="119"/>
                  </a:cubicBezTo>
                  <a:cubicBezTo>
                    <a:pt x="8113" y="40"/>
                    <a:pt x="8003" y="0"/>
                    <a:pt x="78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141"/>
            <p:cNvSpPr/>
            <p:nvPr/>
          </p:nvSpPr>
          <p:spPr>
            <a:xfrm>
              <a:off x="-12466275" y="2586350"/>
              <a:ext cx="37850" cy="35850"/>
            </a:xfrm>
            <a:custGeom>
              <a:avLst/>
              <a:gdLst/>
              <a:ahLst/>
              <a:cxnLst/>
              <a:rect l="l" t="t" r="r" b="b"/>
              <a:pathLst>
                <a:path w="1514" h="1434" extrusionOk="0">
                  <a:moveTo>
                    <a:pt x="458" y="0"/>
                  </a:moveTo>
                  <a:cubicBezTo>
                    <a:pt x="348" y="0"/>
                    <a:pt x="237" y="40"/>
                    <a:pt x="159" y="119"/>
                  </a:cubicBezTo>
                  <a:cubicBezTo>
                    <a:pt x="1" y="276"/>
                    <a:pt x="1" y="560"/>
                    <a:pt x="159" y="717"/>
                  </a:cubicBezTo>
                  <a:lnTo>
                    <a:pt x="757" y="1316"/>
                  </a:lnTo>
                  <a:cubicBezTo>
                    <a:pt x="836" y="1395"/>
                    <a:pt x="938" y="1434"/>
                    <a:pt x="1041" y="1434"/>
                  </a:cubicBezTo>
                  <a:cubicBezTo>
                    <a:pt x="1143" y="1434"/>
                    <a:pt x="1245" y="1395"/>
                    <a:pt x="1324" y="1316"/>
                  </a:cubicBezTo>
                  <a:cubicBezTo>
                    <a:pt x="1513" y="1158"/>
                    <a:pt x="1513" y="875"/>
                    <a:pt x="1324" y="71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141"/>
            <p:cNvSpPr/>
            <p:nvPr/>
          </p:nvSpPr>
          <p:spPr>
            <a:xfrm>
              <a:off x="-12422950" y="2630450"/>
              <a:ext cx="37825" cy="35875"/>
            </a:xfrm>
            <a:custGeom>
              <a:avLst/>
              <a:gdLst/>
              <a:ahLst/>
              <a:cxnLst/>
              <a:rect l="l" t="t" r="r" b="b"/>
              <a:pathLst>
                <a:path w="1513" h="1435" extrusionOk="0">
                  <a:moveTo>
                    <a:pt x="458" y="1"/>
                  </a:moveTo>
                  <a:cubicBezTo>
                    <a:pt x="347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lnTo>
                    <a:pt x="757" y="1316"/>
                  </a:lnTo>
                  <a:cubicBezTo>
                    <a:pt x="836" y="1395"/>
                    <a:pt x="938" y="1434"/>
                    <a:pt x="1044" y="1434"/>
                  </a:cubicBezTo>
                  <a:cubicBezTo>
                    <a:pt x="1151" y="1434"/>
                    <a:pt x="1261" y="1395"/>
                    <a:pt x="1355" y="1316"/>
                  </a:cubicBezTo>
                  <a:cubicBezTo>
                    <a:pt x="1513" y="1159"/>
                    <a:pt x="1513" y="875"/>
                    <a:pt x="1355" y="717"/>
                  </a:cubicBezTo>
                  <a:lnTo>
                    <a:pt x="757" y="119"/>
                  </a:ln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141"/>
            <p:cNvSpPr/>
            <p:nvPr/>
          </p:nvSpPr>
          <p:spPr>
            <a:xfrm>
              <a:off x="-12591500" y="2644250"/>
              <a:ext cx="192200" cy="142975"/>
            </a:xfrm>
            <a:custGeom>
              <a:avLst/>
              <a:gdLst/>
              <a:ahLst/>
              <a:cxnLst/>
              <a:rect l="l" t="t" r="r" b="b"/>
              <a:pathLst>
                <a:path w="7688" h="5719" extrusionOk="0">
                  <a:moveTo>
                    <a:pt x="1371" y="1780"/>
                  </a:moveTo>
                  <a:cubicBezTo>
                    <a:pt x="1481" y="1780"/>
                    <a:pt x="1592" y="1819"/>
                    <a:pt x="1670" y="1898"/>
                  </a:cubicBezTo>
                  <a:cubicBezTo>
                    <a:pt x="1828" y="2056"/>
                    <a:pt x="1828" y="2339"/>
                    <a:pt x="1670" y="2497"/>
                  </a:cubicBezTo>
                  <a:cubicBezTo>
                    <a:pt x="1592" y="2576"/>
                    <a:pt x="1481" y="2615"/>
                    <a:pt x="1371" y="2615"/>
                  </a:cubicBezTo>
                  <a:cubicBezTo>
                    <a:pt x="1261" y="2615"/>
                    <a:pt x="1151" y="2576"/>
                    <a:pt x="1072" y="2497"/>
                  </a:cubicBezTo>
                  <a:cubicBezTo>
                    <a:pt x="914" y="2339"/>
                    <a:pt x="914" y="2056"/>
                    <a:pt x="1072" y="1898"/>
                  </a:cubicBezTo>
                  <a:cubicBezTo>
                    <a:pt x="1151" y="1819"/>
                    <a:pt x="1261" y="1780"/>
                    <a:pt x="1371" y="1780"/>
                  </a:cubicBezTo>
                  <a:close/>
                  <a:moveTo>
                    <a:pt x="4317" y="985"/>
                  </a:moveTo>
                  <a:lnTo>
                    <a:pt x="6522" y="2308"/>
                  </a:lnTo>
                  <a:lnTo>
                    <a:pt x="5955" y="2843"/>
                  </a:lnTo>
                  <a:lnTo>
                    <a:pt x="3750" y="1552"/>
                  </a:lnTo>
                  <a:lnTo>
                    <a:pt x="4317" y="985"/>
                  </a:lnTo>
                  <a:close/>
                  <a:moveTo>
                    <a:pt x="3687" y="4111"/>
                  </a:moveTo>
                  <a:cubicBezTo>
                    <a:pt x="3789" y="4111"/>
                    <a:pt x="3892" y="4151"/>
                    <a:pt x="3970" y="4230"/>
                  </a:cubicBezTo>
                  <a:cubicBezTo>
                    <a:pt x="4159" y="4387"/>
                    <a:pt x="4159" y="4671"/>
                    <a:pt x="3970" y="4828"/>
                  </a:cubicBezTo>
                  <a:cubicBezTo>
                    <a:pt x="3892" y="4907"/>
                    <a:pt x="3789" y="4946"/>
                    <a:pt x="3687" y="4946"/>
                  </a:cubicBezTo>
                  <a:cubicBezTo>
                    <a:pt x="3584" y="4946"/>
                    <a:pt x="3482" y="4907"/>
                    <a:pt x="3403" y="4828"/>
                  </a:cubicBezTo>
                  <a:cubicBezTo>
                    <a:pt x="3246" y="4671"/>
                    <a:pt x="3246" y="4387"/>
                    <a:pt x="3403" y="4230"/>
                  </a:cubicBezTo>
                  <a:cubicBezTo>
                    <a:pt x="3482" y="4151"/>
                    <a:pt x="3584" y="4111"/>
                    <a:pt x="3687" y="4111"/>
                  </a:cubicBezTo>
                  <a:close/>
                  <a:moveTo>
                    <a:pt x="4302" y="0"/>
                  </a:moveTo>
                  <a:cubicBezTo>
                    <a:pt x="4187" y="0"/>
                    <a:pt x="4067" y="37"/>
                    <a:pt x="3970" y="134"/>
                  </a:cubicBezTo>
                  <a:lnTo>
                    <a:pt x="2490" y="1615"/>
                  </a:lnTo>
                  <a:lnTo>
                    <a:pt x="2269" y="1268"/>
                  </a:lnTo>
                  <a:cubicBezTo>
                    <a:pt x="2033" y="1032"/>
                    <a:pt x="1718" y="914"/>
                    <a:pt x="1395" y="914"/>
                  </a:cubicBezTo>
                  <a:cubicBezTo>
                    <a:pt x="1072" y="914"/>
                    <a:pt x="741" y="1032"/>
                    <a:pt x="473" y="1268"/>
                  </a:cubicBezTo>
                  <a:cubicBezTo>
                    <a:pt x="1" y="1741"/>
                    <a:pt x="1" y="2528"/>
                    <a:pt x="473" y="3032"/>
                  </a:cubicBezTo>
                  <a:cubicBezTo>
                    <a:pt x="710" y="3269"/>
                    <a:pt x="1025" y="3387"/>
                    <a:pt x="1348" y="3387"/>
                  </a:cubicBezTo>
                  <a:cubicBezTo>
                    <a:pt x="1670" y="3387"/>
                    <a:pt x="2001" y="3269"/>
                    <a:pt x="2269" y="3032"/>
                  </a:cubicBezTo>
                  <a:lnTo>
                    <a:pt x="3214" y="2087"/>
                  </a:lnTo>
                  <a:lnTo>
                    <a:pt x="5420" y="3410"/>
                  </a:lnTo>
                  <a:lnTo>
                    <a:pt x="4852" y="3946"/>
                  </a:lnTo>
                  <a:lnTo>
                    <a:pt x="4632" y="3600"/>
                  </a:lnTo>
                  <a:cubicBezTo>
                    <a:pt x="4396" y="3363"/>
                    <a:pt x="4081" y="3245"/>
                    <a:pt x="3758" y="3245"/>
                  </a:cubicBezTo>
                  <a:cubicBezTo>
                    <a:pt x="3435" y="3245"/>
                    <a:pt x="3104" y="3363"/>
                    <a:pt x="2836" y="3600"/>
                  </a:cubicBezTo>
                  <a:cubicBezTo>
                    <a:pt x="2364" y="4072"/>
                    <a:pt x="2364" y="4860"/>
                    <a:pt x="2836" y="5364"/>
                  </a:cubicBezTo>
                  <a:cubicBezTo>
                    <a:pt x="3072" y="5600"/>
                    <a:pt x="3387" y="5718"/>
                    <a:pt x="3710" y="5718"/>
                  </a:cubicBezTo>
                  <a:cubicBezTo>
                    <a:pt x="4033" y="5718"/>
                    <a:pt x="4364" y="5600"/>
                    <a:pt x="4632" y="5364"/>
                  </a:cubicBezTo>
                  <a:lnTo>
                    <a:pt x="7530" y="2465"/>
                  </a:lnTo>
                  <a:cubicBezTo>
                    <a:pt x="7688" y="2308"/>
                    <a:pt x="7656" y="1993"/>
                    <a:pt x="7404" y="1835"/>
                  </a:cubicBezTo>
                  <a:lnTo>
                    <a:pt x="4506" y="39"/>
                  </a:lnTo>
                  <a:cubicBezTo>
                    <a:pt x="4445" y="15"/>
                    <a:pt x="4374" y="0"/>
                    <a:pt x="43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04" name="Google Shape;13604;p141"/>
          <p:cNvGrpSpPr/>
          <p:nvPr/>
        </p:nvGrpSpPr>
        <p:grpSpPr>
          <a:xfrm>
            <a:off x="8022468" y="1303307"/>
            <a:ext cx="340807" cy="341579"/>
            <a:chOff x="-10896525" y="1663050"/>
            <a:chExt cx="352875" cy="353675"/>
          </a:xfrm>
        </p:grpSpPr>
        <p:sp>
          <p:nvSpPr>
            <p:cNvPr id="13605" name="Google Shape;13605;p141"/>
            <p:cNvSpPr/>
            <p:nvPr/>
          </p:nvSpPr>
          <p:spPr>
            <a:xfrm>
              <a:off x="-10896525" y="1663050"/>
              <a:ext cx="166200" cy="311925"/>
            </a:xfrm>
            <a:custGeom>
              <a:avLst/>
              <a:gdLst/>
              <a:ahLst/>
              <a:cxnLst/>
              <a:rect l="l" t="t" r="r" b="b"/>
              <a:pathLst>
                <a:path w="6648" h="12477" extrusionOk="0">
                  <a:moveTo>
                    <a:pt x="3308" y="820"/>
                  </a:moveTo>
                  <a:cubicBezTo>
                    <a:pt x="3781" y="820"/>
                    <a:pt x="4285" y="1230"/>
                    <a:pt x="4663" y="1923"/>
                  </a:cubicBezTo>
                  <a:lnTo>
                    <a:pt x="3308" y="2931"/>
                  </a:lnTo>
                  <a:lnTo>
                    <a:pt x="1922" y="1923"/>
                  </a:lnTo>
                  <a:cubicBezTo>
                    <a:pt x="2300" y="1230"/>
                    <a:pt x="2804" y="820"/>
                    <a:pt x="3308" y="820"/>
                  </a:cubicBezTo>
                  <a:close/>
                  <a:moveTo>
                    <a:pt x="1513" y="2679"/>
                  </a:moveTo>
                  <a:lnTo>
                    <a:pt x="2584" y="3466"/>
                  </a:lnTo>
                  <a:lnTo>
                    <a:pt x="977" y="4695"/>
                  </a:lnTo>
                  <a:cubicBezTo>
                    <a:pt x="1072" y="3939"/>
                    <a:pt x="1292" y="3277"/>
                    <a:pt x="1513" y="2679"/>
                  </a:cubicBezTo>
                  <a:close/>
                  <a:moveTo>
                    <a:pt x="5010" y="2679"/>
                  </a:moveTo>
                  <a:cubicBezTo>
                    <a:pt x="5262" y="3277"/>
                    <a:pt x="5451" y="3939"/>
                    <a:pt x="5577" y="4695"/>
                  </a:cubicBezTo>
                  <a:lnTo>
                    <a:pt x="3970" y="3466"/>
                  </a:lnTo>
                  <a:lnTo>
                    <a:pt x="5010" y="2679"/>
                  </a:lnTo>
                  <a:close/>
                  <a:moveTo>
                    <a:pt x="3308" y="4002"/>
                  </a:moveTo>
                  <a:lnTo>
                    <a:pt x="5734" y="5829"/>
                  </a:lnTo>
                  <a:lnTo>
                    <a:pt x="5734" y="5861"/>
                  </a:lnTo>
                  <a:cubicBezTo>
                    <a:pt x="5608" y="6302"/>
                    <a:pt x="5230" y="6617"/>
                    <a:pt x="4758" y="6617"/>
                  </a:cubicBezTo>
                  <a:lnTo>
                    <a:pt x="1891" y="6617"/>
                  </a:lnTo>
                  <a:cubicBezTo>
                    <a:pt x="1355" y="6617"/>
                    <a:pt x="977" y="6302"/>
                    <a:pt x="851" y="5829"/>
                  </a:cubicBezTo>
                  <a:lnTo>
                    <a:pt x="3308" y="4002"/>
                  </a:lnTo>
                  <a:close/>
                  <a:moveTo>
                    <a:pt x="756" y="7121"/>
                  </a:moveTo>
                  <a:lnTo>
                    <a:pt x="756" y="7121"/>
                  </a:lnTo>
                  <a:cubicBezTo>
                    <a:pt x="1072" y="7310"/>
                    <a:pt x="1450" y="7436"/>
                    <a:pt x="1796" y="7436"/>
                  </a:cubicBezTo>
                  <a:lnTo>
                    <a:pt x="4663" y="7436"/>
                  </a:lnTo>
                  <a:cubicBezTo>
                    <a:pt x="5073" y="7436"/>
                    <a:pt x="5419" y="7310"/>
                    <a:pt x="5703" y="7121"/>
                  </a:cubicBezTo>
                  <a:lnTo>
                    <a:pt x="5703" y="7121"/>
                  </a:lnTo>
                  <a:cubicBezTo>
                    <a:pt x="5734" y="8507"/>
                    <a:pt x="5545" y="9830"/>
                    <a:pt x="5136" y="10902"/>
                  </a:cubicBezTo>
                  <a:cubicBezTo>
                    <a:pt x="4978" y="11374"/>
                    <a:pt x="4537" y="11626"/>
                    <a:pt x="3970" y="11626"/>
                  </a:cubicBezTo>
                  <a:lnTo>
                    <a:pt x="2395" y="11626"/>
                  </a:lnTo>
                  <a:cubicBezTo>
                    <a:pt x="1954" y="11626"/>
                    <a:pt x="1544" y="11343"/>
                    <a:pt x="1387" y="10902"/>
                  </a:cubicBezTo>
                  <a:cubicBezTo>
                    <a:pt x="1009" y="9830"/>
                    <a:pt x="820" y="8507"/>
                    <a:pt x="756" y="7121"/>
                  </a:cubicBezTo>
                  <a:close/>
                  <a:moveTo>
                    <a:pt x="3308" y="1"/>
                  </a:moveTo>
                  <a:cubicBezTo>
                    <a:pt x="2269" y="1"/>
                    <a:pt x="1450" y="946"/>
                    <a:pt x="1009" y="1891"/>
                  </a:cubicBezTo>
                  <a:cubicBezTo>
                    <a:pt x="252" y="3372"/>
                    <a:pt x="0" y="5262"/>
                    <a:pt x="0" y="6932"/>
                  </a:cubicBezTo>
                  <a:cubicBezTo>
                    <a:pt x="0" y="8507"/>
                    <a:pt x="221" y="9988"/>
                    <a:pt x="662" y="11217"/>
                  </a:cubicBezTo>
                  <a:cubicBezTo>
                    <a:pt x="946" y="11973"/>
                    <a:pt x="1639" y="12477"/>
                    <a:pt x="2426" y="12477"/>
                  </a:cubicBezTo>
                  <a:lnTo>
                    <a:pt x="4002" y="12477"/>
                  </a:lnTo>
                  <a:cubicBezTo>
                    <a:pt x="4947" y="12477"/>
                    <a:pt x="5703" y="12004"/>
                    <a:pt x="5986" y="11217"/>
                  </a:cubicBezTo>
                  <a:cubicBezTo>
                    <a:pt x="6396" y="10051"/>
                    <a:pt x="6648" y="8507"/>
                    <a:pt x="6648" y="6932"/>
                  </a:cubicBezTo>
                  <a:cubicBezTo>
                    <a:pt x="6585" y="3183"/>
                    <a:pt x="5230" y="1"/>
                    <a:pt x="33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141"/>
            <p:cNvSpPr/>
            <p:nvPr/>
          </p:nvSpPr>
          <p:spPr>
            <a:xfrm>
              <a:off x="-10709850" y="1704025"/>
              <a:ext cx="166200" cy="312700"/>
            </a:xfrm>
            <a:custGeom>
              <a:avLst/>
              <a:gdLst/>
              <a:ahLst/>
              <a:cxnLst/>
              <a:rect l="l" t="t" r="r" b="b"/>
              <a:pathLst>
                <a:path w="6648" h="12508" extrusionOk="0">
                  <a:moveTo>
                    <a:pt x="3308" y="851"/>
                  </a:moveTo>
                  <a:cubicBezTo>
                    <a:pt x="3781" y="851"/>
                    <a:pt x="4285" y="1229"/>
                    <a:pt x="4694" y="1954"/>
                  </a:cubicBezTo>
                  <a:lnTo>
                    <a:pt x="3308" y="2962"/>
                  </a:lnTo>
                  <a:lnTo>
                    <a:pt x="1922" y="1954"/>
                  </a:lnTo>
                  <a:cubicBezTo>
                    <a:pt x="2363" y="1229"/>
                    <a:pt x="2835" y="851"/>
                    <a:pt x="3308" y="851"/>
                  </a:cubicBezTo>
                  <a:close/>
                  <a:moveTo>
                    <a:pt x="1575" y="2678"/>
                  </a:moveTo>
                  <a:lnTo>
                    <a:pt x="2646" y="3466"/>
                  </a:lnTo>
                  <a:lnTo>
                    <a:pt x="1040" y="4694"/>
                  </a:lnTo>
                  <a:cubicBezTo>
                    <a:pt x="1134" y="3938"/>
                    <a:pt x="1355" y="3277"/>
                    <a:pt x="1575" y="2678"/>
                  </a:cubicBezTo>
                  <a:close/>
                  <a:moveTo>
                    <a:pt x="5072" y="2678"/>
                  </a:moveTo>
                  <a:cubicBezTo>
                    <a:pt x="5324" y="3277"/>
                    <a:pt x="5513" y="3938"/>
                    <a:pt x="5639" y="4694"/>
                  </a:cubicBezTo>
                  <a:lnTo>
                    <a:pt x="4001" y="3466"/>
                  </a:lnTo>
                  <a:lnTo>
                    <a:pt x="5072" y="2678"/>
                  </a:lnTo>
                  <a:close/>
                  <a:moveTo>
                    <a:pt x="3308" y="4033"/>
                  </a:moveTo>
                  <a:lnTo>
                    <a:pt x="5765" y="5829"/>
                  </a:lnTo>
                  <a:lnTo>
                    <a:pt x="5765" y="5892"/>
                  </a:lnTo>
                  <a:cubicBezTo>
                    <a:pt x="5639" y="6301"/>
                    <a:pt x="5230" y="6616"/>
                    <a:pt x="4757" y="6616"/>
                  </a:cubicBezTo>
                  <a:lnTo>
                    <a:pt x="1859" y="6616"/>
                  </a:lnTo>
                  <a:cubicBezTo>
                    <a:pt x="1418" y="6616"/>
                    <a:pt x="977" y="6301"/>
                    <a:pt x="851" y="5829"/>
                  </a:cubicBezTo>
                  <a:lnTo>
                    <a:pt x="3308" y="4033"/>
                  </a:lnTo>
                  <a:close/>
                  <a:moveTo>
                    <a:pt x="819" y="7152"/>
                  </a:moveTo>
                  <a:lnTo>
                    <a:pt x="819" y="7152"/>
                  </a:lnTo>
                  <a:cubicBezTo>
                    <a:pt x="1134" y="7341"/>
                    <a:pt x="1512" y="7467"/>
                    <a:pt x="1859" y="7467"/>
                  </a:cubicBezTo>
                  <a:lnTo>
                    <a:pt x="4757" y="7467"/>
                  </a:lnTo>
                  <a:cubicBezTo>
                    <a:pt x="5167" y="7467"/>
                    <a:pt x="5513" y="7341"/>
                    <a:pt x="5797" y="7152"/>
                  </a:cubicBezTo>
                  <a:lnTo>
                    <a:pt x="5797" y="7152"/>
                  </a:lnTo>
                  <a:cubicBezTo>
                    <a:pt x="5797" y="8507"/>
                    <a:pt x="5545" y="9861"/>
                    <a:pt x="5198" y="10932"/>
                  </a:cubicBezTo>
                  <a:cubicBezTo>
                    <a:pt x="5041" y="11405"/>
                    <a:pt x="4600" y="11625"/>
                    <a:pt x="4001" y="11625"/>
                  </a:cubicBezTo>
                  <a:lnTo>
                    <a:pt x="2426" y="11625"/>
                  </a:lnTo>
                  <a:cubicBezTo>
                    <a:pt x="2016" y="11625"/>
                    <a:pt x="1607" y="11342"/>
                    <a:pt x="1449" y="10932"/>
                  </a:cubicBezTo>
                  <a:cubicBezTo>
                    <a:pt x="1071" y="9861"/>
                    <a:pt x="851" y="8507"/>
                    <a:pt x="819" y="7152"/>
                  </a:cubicBezTo>
                  <a:close/>
                  <a:moveTo>
                    <a:pt x="3308" y="0"/>
                  </a:moveTo>
                  <a:cubicBezTo>
                    <a:pt x="2174" y="0"/>
                    <a:pt x="1355" y="1103"/>
                    <a:pt x="851" y="2174"/>
                  </a:cubicBezTo>
                  <a:cubicBezTo>
                    <a:pt x="315" y="3466"/>
                    <a:pt x="0" y="5167"/>
                    <a:pt x="0" y="6931"/>
                  </a:cubicBezTo>
                  <a:cubicBezTo>
                    <a:pt x="0" y="8507"/>
                    <a:pt x="221" y="10019"/>
                    <a:pt x="662" y="11247"/>
                  </a:cubicBezTo>
                  <a:cubicBezTo>
                    <a:pt x="945" y="11972"/>
                    <a:pt x="1638" y="12508"/>
                    <a:pt x="2426" y="12508"/>
                  </a:cubicBezTo>
                  <a:lnTo>
                    <a:pt x="4001" y="12508"/>
                  </a:lnTo>
                  <a:cubicBezTo>
                    <a:pt x="4978" y="12508"/>
                    <a:pt x="5702" y="12035"/>
                    <a:pt x="5986" y="11247"/>
                  </a:cubicBezTo>
                  <a:cubicBezTo>
                    <a:pt x="6427" y="10050"/>
                    <a:pt x="6648" y="8507"/>
                    <a:pt x="6648" y="6931"/>
                  </a:cubicBezTo>
                  <a:cubicBezTo>
                    <a:pt x="6616" y="3214"/>
                    <a:pt x="5293" y="0"/>
                    <a:pt x="3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7" name="Google Shape;13607;p141"/>
          <p:cNvSpPr/>
          <p:nvPr/>
        </p:nvSpPr>
        <p:spPr>
          <a:xfrm>
            <a:off x="8061643" y="1711059"/>
            <a:ext cx="262456" cy="341724"/>
          </a:xfrm>
          <a:custGeom>
            <a:avLst/>
            <a:gdLst/>
            <a:ahLst/>
            <a:cxnLst/>
            <a:rect l="l" t="t" r="r" b="b"/>
            <a:pathLst>
              <a:path w="10870" h="14153" extrusionOk="0">
                <a:moveTo>
                  <a:pt x="8286" y="1702"/>
                </a:moveTo>
                <a:lnTo>
                  <a:pt x="8286" y="4222"/>
                </a:lnTo>
                <a:lnTo>
                  <a:pt x="2521" y="4222"/>
                </a:lnTo>
                <a:lnTo>
                  <a:pt x="2521" y="1702"/>
                </a:lnTo>
                <a:close/>
                <a:moveTo>
                  <a:pt x="8286" y="5041"/>
                </a:moveTo>
                <a:lnTo>
                  <a:pt x="8286" y="6680"/>
                </a:lnTo>
                <a:lnTo>
                  <a:pt x="2521" y="6680"/>
                </a:lnTo>
                <a:lnTo>
                  <a:pt x="2521" y="5041"/>
                </a:lnTo>
                <a:close/>
                <a:moveTo>
                  <a:pt x="1733" y="5262"/>
                </a:moveTo>
                <a:lnTo>
                  <a:pt x="1733" y="6680"/>
                </a:lnTo>
                <a:lnTo>
                  <a:pt x="1292" y="6680"/>
                </a:lnTo>
                <a:cubicBezTo>
                  <a:pt x="1134" y="6680"/>
                  <a:pt x="1008" y="6711"/>
                  <a:pt x="914" y="6774"/>
                </a:cubicBezTo>
                <a:lnTo>
                  <a:pt x="914" y="5703"/>
                </a:lnTo>
                <a:lnTo>
                  <a:pt x="1733" y="5262"/>
                </a:lnTo>
                <a:close/>
                <a:moveTo>
                  <a:pt x="9137" y="5262"/>
                </a:moveTo>
                <a:lnTo>
                  <a:pt x="9956" y="5703"/>
                </a:lnTo>
                <a:lnTo>
                  <a:pt x="9956" y="6774"/>
                </a:lnTo>
                <a:cubicBezTo>
                  <a:pt x="9830" y="6743"/>
                  <a:pt x="9672" y="6680"/>
                  <a:pt x="9515" y="6680"/>
                </a:cubicBezTo>
                <a:lnTo>
                  <a:pt x="9137" y="6680"/>
                </a:lnTo>
                <a:lnTo>
                  <a:pt x="9137" y="5262"/>
                </a:lnTo>
                <a:close/>
                <a:moveTo>
                  <a:pt x="9578" y="7467"/>
                </a:moveTo>
                <a:cubicBezTo>
                  <a:pt x="9798" y="7467"/>
                  <a:pt x="9987" y="7688"/>
                  <a:pt x="9987" y="7908"/>
                </a:cubicBezTo>
                <a:cubicBezTo>
                  <a:pt x="9956" y="8160"/>
                  <a:pt x="9798" y="8349"/>
                  <a:pt x="9578" y="8349"/>
                </a:cubicBezTo>
                <a:lnTo>
                  <a:pt x="1292" y="8349"/>
                </a:lnTo>
                <a:cubicBezTo>
                  <a:pt x="1071" y="8349"/>
                  <a:pt x="914" y="8160"/>
                  <a:pt x="914" y="7908"/>
                </a:cubicBezTo>
                <a:cubicBezTo>
                  <a:pt x="914" y="7688"/>
                  <a:pt x="1103" y="7467"/>
                  <a:pt x="1292" y="7467"/>
                </a:cubicBezTo>
                <a:close/>
                <a:moveTo>
                  <a:pt x="7467" y="9169"/>
                </a:moveTo>
                <a:lnTo>
                  <a:pt x="5419" y="10712"/>
                </a:lnTo>
                <a:lnTo>
                  <a:pt x="3340" y="9169"/>
                </a:lnTo>
                <a:close/>
                <a:moveTo>
                  <a:pt x="2048" y="1"/>
                </a:moveTo>
                <a:cubicBezTo>
                  <a:pt x="1796" y="1"/>
                  <a:pt x="1638" y="190"/>
                  <a:pt x="1638" y="442"/>
                </a:cubicBezTo>
                <a:lnTo>
                  <a:pt x="1638" y="4380"/>
                </a:lnTo>
                <a:lnTo>
                  <a:pt x="221" y="5073"/>
                </a:lnTo>
                <a:cubicBezTo>
                  <a:pt x="63" y="5167"/>
                  <a:pt x="0" y="5325"/>
                  <a:pt x="0" y="5419"/>
                </a:cubicBezTo>
                <a:lnTo>
                  <a:pt x="0" y="7908"/>
                </a:lnTo>
                <a:cubicBezTo>
                  <a:pt x="0" y="8570"/>
                  <a:pt x="536" y="9137"/>
                  <a:pt x="1260" y="9137"/>
                </a:cubicBezTo>
                <a:lnTo>
                  <a:pt x="1953" y="9137"/>
                </a:lnTo>
                <a:lnTo>
                  <a:pt x="4726" y="11216"/>
                </a:lnTo>
                <a:lnTo>
                  <a:pt x="1859" y="13390"/>
                </a:lnTo>
                <a:cubicBezTo>
                  <a:pt x="1638" y="13516"/>
                  <a:pt x="1607" y="13768"/>
                  <a:pt x="1764" y="13989"/>
                </a:cubicBezTo>
                <a:cubicBezTo>
                  <a:pt x="1836" y="14096"/>
                  <a:pt x="1958" y="14153"/>
                  <a:pt x="2085" y="14153"/>
                </a:cubicBezTo>
                <a:cubicBezTo>
                  <a:pt x="2182" y="14153"/>
                  <a:pt x="2281" y="14120"/>
                  <a:pt x="2363" y="14052"/>
                </a:cubicBezTo>
                <a:lnTo>
                  <a:pt x="5419" y="11783"/>
                </a:lnTo>
                <a:lnTo>
                  <a:pt x="8506" y="14052"/>
                </a:lnTo>
                <a:cubicBezTo>
                  <a:pt x="8591" y="14108"/>
                  <a:pt x="8689" y="14140"/>
                  <a:pt x="8785" y="14140"/>
                </a:cubicBezTo>
                <a:cubicBezTo>
                  <a:pt x="8903" y="14140"/>
                  <a:pt x="9018" y="14093"/>
                  <a:pt x="9105" y="13989"/>
                </a:cubicBezTo>
                <a:cubicBezTo>
                  <a:pt x="9200" y="13768"/>
                  <a:pt x="9200" y="13548"/>
                  <a:pt x="9011" y="13390"/>
                </a:cubicBezTo>
                <a:lnTo>
                  <a:pt x="6144" y="11216"/>
                </a:lnTo>
                <a:lnTo>
                  <a:pt x="8885" y="9137"/>
                </a:lnTo>
                <a:lnTo>
                  <a:pt x="9609" y="9137"/>
                </a:lnTo>
                <a:cubicBezTo>
                  <a:pt x="10271" y="9137"/>
                  <a:pt x="10869" y="8570"/>
                  <a:pt x="10869" y="7908"/>
                </a:cubicBezTo>
                <a:lnTo>
                  <a:pt x="10869" y="5419"/>
                </a:lnTo>
                <a:cubicBezTo>
                  <a:pt x="10869" y="5262"/>
                  <a:pt x="10775" y="5104"/>
                  <a:pt x="10617" y="5073"/>
                </a:cubicBezTo>
                <a:lnTo>
                  <a:pt x="9200" y="4380"/>
                </a:lnTo>
                <a:lnTo>
                  <a:pt x="9200" y="442"/>
                </a:lnTo>
                <a:lnTo>
                  <a:pt x="9137" y="442"/>
                </a:lnTo>
                <a:cubicBezTo>
                  <a:pt x="9137" y="190"/>
                  <a:pt x="8916" y="1"/>
                  <a:pt x="8695" y="1"/>
                </a:cubicBezTo>
                <a:cubicBezTo>
                  <a:pt x="8475" y="1"/>
                  <a:pt x="8254" y="190"/>
                  <a:pt x="8254" y="442"/>
                </a:cubicBezTo>
                <a:lnTo>
                  <a:pt x="8254" y="820"/>
                </a:lnTo>
                <a:lnTo>
                  <a:pt x="2489" y="820"/>
                </a:lnTo>
                <a:lnTo>
                  <a:pt x="2489" y="442"/>
                </a:lnTo>
                <a:cubicBezTo>
                  <a:pt x="2489" y="190"/>
                  <a:pt x="2268" y="1"/>
                  <a:pt x="204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08" name="Google Shape;13608;p141"/>
          <p:cNvGrpSpPr/>
          <p:nvPr/>
        </p:nvGrpSpPr>
        <p:grpSpPr>
          <a:xfrm>
            <a:off x="8022082" y="2130742"/>
            <a:ext cx="341579" cy="319511"/>
            <a:chOff x="-10898100" y="2542050"/>
            <a:chExt cx="353675" cy="330825"/>
          </a:xfrm>
        </p:grpSpPr>
        <p:sp>
          <p:nvSpPr>
            <p:cNvPr id="13609" name="Google Shape;13609;p141"/>
            <p:cNvSpPr/>
            <p:nvPr/>
          </p:nvSpPr>
          <p:spPr>
            <a:xfrm>
              <a:off x="-10772875" y="25838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141"/>
            <p:cNvSpPr/>
            <p:nvPr/>
          </p:nvSpPr>
          <p:spPr>
            <a:xfrm>
              <a:off x="-10772875" y="2749200"/>
              <a:ext cx="82725" cy="81950"/>
            </a:xfrm>
            <a:custGeom>
              <a:avLst/>
              <a:gdLst/>
              <a:ahLst/>
              <a:cxnLst/>
              <a:rect l="l" t="t" r="r" b="b"/>
              <a:pathLst>
                <a:path w="3309" h="3278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229" y="2457"/>
                    <a:pt x="820" y="2079"/>
                    <a:pt x="820" y="1638"/>
                  </a:cubicBezTo>
                  <a:cubicBezTo>
                    <a:pt x="820" y="1166"/>
                    <a:pt x="1198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39" y="3277"/>
                  </a:cubicBezTo>
                  <a:cubicBezTo>
                    <a:pt x="1658" y="3277"/>
                    <a:pt x="1677" y="3278"/>
                    <a:pt x="1696" y="3278"/>
                  </a:cubicBezTo>
                  <a:cubicBezTo>
                    <a:pt x="2613" y="3278"/>
                    <a:pt x="3309" y="2534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141"/>
            <p:cNvSpPr/>
            <p:nvPr/>
          </p:nvSpPr>
          <p:spPr>
            <a:xfrm>
              <a:off x="-10855575" y="2666500"/>
              <a:ext cx="82725" cy="81925"/>
            </a:xfrm>
            <a:custGeom>
              <a:avLst/>
              <a:gdLst/>
              <a:ahLst/>
              <a:cxnLst/>
              <a:rect l="l" t="t" r="r" b="b"/>
              <a:pathLst>
                <a:path w="3309" h="3277" extrusionOk="0">
                  <a:moveTo>
                    <a:pt x="1670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079"/>
                    <a:pt x="2111" y="2457"/>
                    <a:pt x="1670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198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70" y="3277"/>
                  </a:cubicBezTo>
                  <a:cubicBezTo>
                    <a:pt x="2553" y="3277"/>
                    <a:pt x="3309" y="2552"/>
                    <a:pt x="3309" y="1638"/>
                  </a:cubicBezTo>
                  <a:cubicBezTo>
                    <a:pt x="3309" y="725"/>
                    <a:pt x="2584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141"/>
            <p:cNvSpPr/>
            <p:nvPr/>
          </p:nvSpPr>
          <p:spPr>
            <a:xfrm>
              <a:off x="-10690175" y="26665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111"/>
                    <a:pt x="2112" y="2457"/>
                    <a:pt x="1639" y="2457"/>
                  </a:cubicBezTo>
                  <a:cubicBezTo>
                    <a:pt x="1198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3" name="Google Shape;13613;p141"/>
            <p:cNvSpPr/>
            <p:nvPr/>
          </p:nvSpPr>
          <p:spPr>
            <a:xfrm>
              <a:off x="-10752400" y="268697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60"/>
                    <a:pt x="379" y="1638"/>
                    <a:pt x="851" y="1638"/>
                  </a:cubicBezTo>
                  <a:cubicBezTo>
                    <a:pt x="1292" y="1638"/>
                    <a:pt x="1671" y="1260"/>
                    <a:pt x="1671" y="819"/>
                  </a:cubicBezTo>
                  <a:cubicBezTo>
                    <a:pt x="1671" y="378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4" name="Google Shape;13614;p141"/>
            <p:cNvSpPr/>
            <p:nvPr/>
          </p:nvSpPr>
          <p:spPr>
            <a:xfrm>
              <a:off x="-10898100" y="2542050"/>
              <a:ext cx="353675" cy="330825"/>
            </a:xfrm>
            <a:custGeom>
              <a:avLst/>
              <a:gdLst/>
              <a:ahLst/>
              <a:cxnLst/>
              <a:rect l="l" t="t" r="r" b="b"/>
              <a:pathLst>
                <a:path w="14147" h="13233" extrusionOk="0">
                  <a:moveTo>
                    <a:pt x="6711" y="819"/>
                  </a:moveTo>
                  <a:cubicBezTo>
                    <a:pt x="9893" y="819"/>
                    <a:pt x="12476" y="3434"/>
                    <a:pt x="12476" y="6616"/>
                  </a:cubicBezTo>
                  <a:cubicBezTo>
                    <a:pt x="12476" y="9798"/>
                    <a:pt x="9893" y="12413"/>
                    <a:pt x="6711" y="12413"/>
                  </a:cubicBezTo>
                  <a:cubicBezTo>
                    <a:pt x="3466" y="12413"/>
                    <a:pt x="883" y="9798"/>
                    <a:pt x="883" y="6616"/>
                  </a:cubicBezTo>
                  <a:cubicBezTo>
                    <a:pt x="883" y="3434"/>
                    <a:pt x="3466" y="819"/>
                    <a:pt x="6711" y="819"/>
                  </a:cubicBezTo>
                  <a:close/>
                  <a:moveTo>
                    <a:pt x="13358" y="10743"/>
                  </a:moveTo>
                  <a:lnTo>
                    <a:pt x="13358" y="12413"/>
                  </a:lnTo>
                  <a:lnTo>
                    <a:pt x="9893" y="12413"/>
                  </a:lnTo>
                  <a:cubicBezTo>
                    <a:pt x="10649" y="12004"/>
                    <a:pt x="11311" y="11468"/>
                    <a:pt x="11846" y="10743"/>
                  </a:cubicBezTo>
                  <a:close/>
                  <a:moveTo>
                    <a:pt x="6648" y="0"/>
                  </a:moveTo>
                  <a:cubicBezTo>
                    <a:pt x="2993" y="0"/>
                    <a:pt x="0" y="2962"/>
                    <a:pt x="0" y="6616"/>
                  </a:cubicBezTo>
                  <a:cubicBezTo>
                    <a:pt x="0" y="10082"/>
                    <a:pt x="2678" y="12917"/>
                    <a:pt x="6112" y="13201"/>
                  </a:cubicBezTo>
                  <a:cubicBezTo>
                    <a:pt x="6144" y="13201"/>
                    <a:pt x="6175" y="13232"/>
                    <a:pt x="6238" y="13232"/>
                  </a:cubicBezTo>
                  <a:lnTo>
                    <a:pt x="13705" y="13232"/>
                  </a:lnTo>
                  <a:cubicBezTo>
                    <a:pt x="13957" y="13232"/>
                    <a:pt x="14146" y="13043"/>
                    <a:pt x="14146" y="12791"/>
                  </a:cubicBezTo>
                  <a:lnTo>
                    <a:pt x="14146" y="10302"/>
                  </a:lnTo>
                  <a:cubicBezTo>
                    <a:pt x="14146" y="10082"/>
                    <a:pt x="13957" y="9924"/>
                    <a:pt x="13737" y="9924"/>
                  </a:cubicBezTo>
                  <a:lnTo>
                    <a:pt x="12413" y="9924"/>
                  </a:lnTo>
                  <a:cubicBezTo>
                    <a:pt x="13012" y="8948"/>
                    <a:pt x="13264" y="7814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5" name="Google Shape;13615;p141"/>
          <p:cNvGrpSpPr/>
          <p:nvPr/>
        </p:nvGrpSpPr>
        <p:grpSpPr>
          <a:xfrm>
            <a:off x="6209617" y="2551607"/>
            <a:ext cx="340058" cy="339430"/>
            <a:chOff x="-9157450" y="1622750"/>
            <a:chExt cx="352100" cy="351450"/>
          </a:xfrm>
        </p:grpSpPr>
        <p:sp>
          <p:nvSpPr>
            <p:cNvPr id="13616" name="Google Shape;13616;p141"/>
            <p:cNvSpPr/>
            <p:nvPr/>
          </p:nvSpPr>
          <p:spPr>
            <a:xfrm>
              <a:off x="-9034575" y="1706075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8317" y="989"/>
                  </a:moveTo>
                  <a:lnTo>
                    <a:pt x="8317" y="1777"/>
                  </a:lnTo>
                  <a:lnTo>
                    <a:pt x="3308" y="3195"/>
                  </a:lnTo>
                  <a:lnTo>
                    <a:pt x="3308" y="2407"/>
                  </a:lnTo>
                  <a:lnTo>
                    <a:pt x="8317" y="989"/>
                  </a:lnTo>
                  <a:close/>
                  <a:moveTo>
                    <a:pt x="7498" y="6629"/>
                  </a:moveTo>
                  <a:cubicBezTo>
                    <a:pt x="7971" y="6629"/>
                    <a:pt x="8317" y="6975"/>
                    <a:pt x="8317" y="7448"/>
                  </a:cubicBezTo>
                  <a:cubicBezTo>
                    <a:pt x="8317" y="7920"/>
                    <a:pt x="7971" y="8267"/>
                    <a:pt x="7498" y="8267"/>
                  </a:cubicBezTo>
                  <a:cubicBezTo>
                    <a:pt x="7026" y="8267"/>
                    <a:pt x="6679" y="7920"/>
                    <a:pt x="6679" y="7448"/>
                  </a:cubicBezTo>
                  <a:cubicBezTo>
                    <a:pt x="6679" y="6975"/>
                    <a:pt x="7026" y="6629"/>
                    <a:pt x="7498" y="6629"/>
                  </a:cubicBezTo>
                  <a:close/>
                  <a:moveTo>
                    <a:pt x="1670" y="8267"/>
                  </a:moveTo>
                  <a:cubicBezTo>
                    <a:pt x="2142" y="8267"/>
                    <a:pt x="2489" y="8645"/>
                    <a:pt x="2489" y="9118"/>
                  </a:cubicBezTo>
                  <a:cubicBezTo>
                    <a:pt x="2489" y="9590"/>
                    <a:pt x="2111" y="9937"/>
                    <a:pt x="1670" y="9937"/>
                  </a:cubicBezTo>
                  <a:cubicBezTo>
                    <a:pt x="1197" y="9937"/>
                    <a:pt x="851" y="9590"/>
                    <a:pt x="851" y="9118"/>
                  </a:cubicBezTo>
                  <a:cubicBezTo>
                    <a:pt x="851" y="8645"/>
                    <a:pt x="1197" y="8267"/>
                    <a:pt x="1670" y="8267"/>
                  </a:cubicBezTo>
                  <a:close/>
                  <a:moveTo>
                    <a:pt x="8733" y="0"/>
                  </a:moveTo>
                  <a:cubicBezTo>
                    <a:pt x="8700" y="0"/>
                    <a:pt x="8666" y="4"/>
                    <a:pt x="8632" y="13"/>
                  </a:cubicBezTo>
                  <a:lnTo>
                    <a:pt x="2804" y="1651"/>
                  </a:lnTo>
                  <a:cubicBezTo>
                    <a:pt x="2615" y="1714"/>
                    <a:pt x="2489" y="1872"/>
                    <a:pt x="2489" y="2061"/>
                  </a:cubicBezTo>
                  <a:lnTo>
                    <a:pt x="2489" y="7637"/>
                  </a:lnTo>
                  <a:cubicBezTo>
                    <a:pt x="2268" y="7479"/>
                    <a:pt x="1985" y="7416"/>
                    <a:pt x="1670" y="7416"/>
                  </a:cubicBezTo>
                  <a:cubicBezTo>
                    <a:pt x="756" y="7416"/>
                    <a:pt x="0" y="8172"/>
                    <a:pt x="0" y="9055"/>
                  </a:cubicBezTo>
                  <a:cubicBezTo>
                    <a:pt x="0" y="9968"/>
                    <a:pt x="756" y="10724"/>
                    <a:pt x="1670" y="10724"/>
                  </a:cubicBezTo>
                  <a:cubicBezTo>
                    <a:pt x="2584" y="10724"/>
                    <a:pt x="3340" y="9968"/>
                    <a:pt x="3340" y="9055"/>
                  </a:cubicBezTo>
                  <a:lnTo>
                    <a:pt x="3340" y="3982"/>
                  </a:lnTo>
                  <a:lnTo>
                    <a:pt x="8317" y="2565"/>
                  </a:lnTo>
                  <a:lnTo>
                    <a:pt x="8317" y="5967"/>
                  </a:lnTo>
                  <a:cubicBezTo>
                    <a:pt x="8097" y="5810"/>
                    <a:pt x="7813" y="5715"/>
                    <a:pt x="7498" y="5715"/>
                  </a:cubicBezTo>
                  <a:cubicBezTo>
                    <a:pt x="6585" y="5715"/>
                    <a:pt x="5860" y="6471"/>
                    <a:pt x="5860" y="7385"/>
                  </a:cubicBezTo>
                  <a:cubicBezTo>
                    <a:pt x="5860" y="8267"/>
                    <a:pt x="6585" y="9023"/>
                    <a:pt x="7498" y="9023"/>
                  </a:cubicBezTo>
                  <a:cubicBezTo>
                    <a:pt x="8412" y="9023"/>
                    <a:pt x="9168" y="8267"/>
                    <a:pt x="9168" y="7385"/>
                  </a:cubicBezTo>
                  <a:lnTo>
                    <a:pt x="9168" y="359"/>
                  </a:lnTo>
                  <a:cubicBezTo>
                    <a:pt x="9137" y="296"/>
                    <a:pt x="9105" y="170"/>
                    <a:pt x="8979" y="76"/>
                  </a:cubicBezTo>
                  <a:cubicBezTo>
                    <a:pt x="8910" y="30"/>
                    <a:pt x="8824" y="0"/>
                    <a:pt x="8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141"/>
            <p:cNvSpPr/>
            <p:nvPr/>
          </p:nvSpPr>
          <p:spPr>
            <a:xfrm>
              <a:off x="-9157450" y="1622750"/>
              <a:ext cx="164625" cy="249850"/>
            </a:xfrm>
            <a:custGeom>
              <a:avLst/>
              <a:gdLst/>
              <a:ahLst/>
              <a:cxnLst/>
              <a:rect l="l" t="t" r="r" b="b"/>
              <a:pathLst>
                <a:path w="6585" h="9994" extrusionOk="0">
                  <a:moveTo>
                    <a:pt x="1607" y="7473"/>
                  </a:moveTo>
                  <a:cubicBezTo>
                    <a:pt x="2080" y="7473"/>
                    <a:pt x="2458" y="7819"/>
                    <a:pt x="2458" y="8292"/>
                  </a:cubicBezTo>
                  <a:cubicBezTo>
                    <a:pt x="2458" y="8765"/>
                    <a:pt x="2048" y="9143"/>
                    <a:pt x="1607" y="9143"/>
                  </a:cubicBezTo>
                  <a:cubicBezTo>
                    <a:pt x="1135" y="9143"/>
                    <a:pt x="788" y="8765"/>
                    <a:pt x="788" y="8292"/>
                  </a:cubicBezTo>
                  <a:cubicBezTo>
                    <a:pt x="788" y="7819"/>
                    <a:pt x="1135" y="7473"/>
                    <a:pt x="1607" y="7473"/>
                  </a:cubicBezTo>
                  <a:close/>
                  <a:moveTo>
                    <a:pt x="2922" y="0"/>
                  </a:moveTo>
                  <a:cubicBezTo>
                    <a:pt x="2874" y="0"/>
                    <a:pt x="2825" y="12"/>
                    <a:pt x="2773" y="38"/>
                  </a:cubicBezTo>
                  <a:cubicBezTo>
                    <a:pt x="2615" y="69"/>
                    <a:pt x="2489" y="227"/>
                    <a:pt x="2489" y="416"/>
                  </a:cubicBezTo>
                  <a:lnTo>
                    <a:pt x="2489" y="6906"/>
                  </a:lnTo>
                  <a:cubicBezTo>
                    <a:pt x="2237" y="6748"/>
                    <a:pt x="1985" y="6685"/>
                    <a:pt x="1670" y="6685"/>
                  </a:cubicBezTo>
                  <a:cubicBezTo>
                    <a:pt x="756" y="6685"/>
                    <a:pt x="0" y="7441"/>
                    <a:pt x="0" y="8355"/>
                  </a:cubicBezTo>
                  <a:cubicBezTo>
                    <a:pt x="0" y="9237"/>
                    <a:pt x="756" y="9993"/>
                    <a:pt x="1670" y="9993"/>
                  </a:cubicBezTo>
                  <a:cubicBezTo>
                    <a:pt x="2552" y="9993"/>
                    <a:pt x="3308" y="9237"/>
                    <a:pt x="3308" y="8355"/>
                  </a:cubicBezTo>
                  <a:lnTo>
                    <a:pt x="3308" y="1739"/>
                  </a:lnTo>
                  <a:cubicBezTo>
                    <a:pt x="3812" y="2369"/>
                    <a:pt x="4443" y="2999"/>
                    <a:pt x="5293" y="3566"/>
                  </a:cubicBezTo>
                  <a:cubicBezTo>
                    <a:pt x="5608" y="3818"/>
                    <a:pt x="5797" y="4165"/>
                    <a:pt x="5797" y="4574"/>
                  </a:cubicBezTo>
                  <a:cubicBezTo>
                    <a:pt x="5797" y="5236"/>
                    <a:pt x="5230" y="5835"/>
                    <a:pt x="4569" y="5835"/>
                  </a:cubicBezTo>
                  <a:cubicBezTo>
                    <a:pt x="4348" y="5835"/>
                    <a:pt x="4190" y="6024"/>
                    <a:pt x="4190" y="6244"/>
                  </a:cubicBezTo>
                  <a:cubicBezTo>
                    <a:pt x="4190" y="6496"/>
                    <a:pt x="4380" y="6654"/>
                    <a:pt x="4569" y="6654"/>
                  </a:cubicBezTo>
                  <a:cubicBezTo>
                    <a:pt x="5640" y="6654"/>
                    <a:pt x="6585" y="5740"/>
                    <a:pt x="6585" y="4606"/>
                  </a:cubicBezTo>
                  <a:cubicBezTo>
                    <a:pt x="6585" y="3944"/>
                    <a:pt x="6270" y="3314"/>
                    <a:pt x="5766" y="2936"/>
                  </a:cubicBezTo>
                  <a:cubicBezTo>
                    <a:pt x="4852" y="2275"/>
                    <a:pt x="4190" y="1613"/>
                    <a:pt x="3718" y="888"/>
                  </a:cubicBezTo>
                  <a:lnTo>
                    <a:pt x="3245" y="195"/>
                  </a:lnTo>
                  <a:cubicBezTo>
                    <a:pt x="3154" y="81"/>
                    <a:pt x="3046" y="0"/>
                    <a:pt x="29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8" name="Google Shape;13618;p141"/>
          <p:cNvGrpSpPr/>
          <p:nvPr/>
        </p:nvGrpSpPr>
        <p:grpSpPr>
          <a:xfrm>
            <a:off x="6247658" y="2959874"/>
            <a:ext cx="263977" cy="338537"/>
            <a:chOff x="-9119650" y="2056875"/>
            <a:chExt cx="273325" cy="350525"/>
          </a:xfrm>
        </p:grpSpPr>
        <p:sp>
          <p:nvSpPr>
            <p:cNvPr id="13619" name="Google Shape;13619;p141"/>
            <p:cNvSpPr/>
            <p:nvPr/>
          </p:nvSpPr>
          <p:spPr>
            <a:xfrm>
              <a:off x="-9023550" y="2056875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819"/>
                  </a:moveTo>
                  <a:cubicBezTo>
                    <a:pt x="2143" y="819"/>
                    <a:pt x="2489" y="1166"/>
                    <a:pt x="2489" y="1639"/>
                  </a:cubicBezTo>
                  <a:cubicBezTo>
                    <a:pt x="2489" y="2080"/>
                    <a:pt x="2143" y="2489"/>
                    <a:pt x="1670" y="2489"/>
                  </a:cubicBezTo>
                  <a:cubicBezTo>
                    <a:pt x="1197" y="2489"/>
                    <a:pt x="819" y="2111"/>
                    <a:pt x="819" y="1639"/>
                  </a:cubicBezTo>
                  <a:cubicBezTo>
                    <a:pt x="819" y="1166"/>
                    <a:pt x="1197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6" y="0"/>
                    <a:pt x="0" y="756"/>
                    <a:pt x="0" y="1639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9"/>
                  </a:cubicBezTo>
                  <a:cubicBezTo>
                    <a:pt x="3308" y="756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141"/>
            <p:cNvSpPr/>
            <p:nvPr/>
          </p:nvSpPr>
          <p:spPr>
            <a:xfrm>
              <a:off x="-9119650" y="2137200"/>
              <a:ext cx="273325" cy="270200"/>
            </a:xfrm>
            <a:custGeom>
              <a:avLst/>
              <a:gdLst/>
              <a:ahLst/>
              <a:cxnLst/>
              <a:rect l="l" t="t" r="r" b="b"/>
              <a:pathLst>
                <a:path w="10933" h="10808" extrusionOk="0">
                  <a:moveTo>
                    <a:pt x="9641" y="915"/>
                  </a:moveTo>
                  <a:cubicBezTo>
                    <a:pt x="9862" y="915"/>
                    <a:pt x="10082" y="1104"/>
                    <a:pt x="10082" y="1356"/>
                  </a:cubicBezTo>
                  <a:cubicBezTo>
                    <a:pt x="10082" y="1576"/>
                    <a:pt x="9862" y="1734"/>
                    <a:pt x="9641" y="1734"/>
                  </a:cubicBezTo>
                  <a:lnTo>
                    <a:pt x="6333" y="1734"/>
                  </a:lnTo>
                  <a:cubicBezTo>
                    <a:pt x="6081" y="1734"/>
                    <a:pt x="5924" y="1923"/>
                    <a:pt x="5924" y="2175"/>
                  </a:cubicBezTo>
                  <a:lnTo>
                    <a:pt x="5924" y="9641"/>
                  </a:lnTo>
                  <a:cubicBezTo>
                    <a:pt x="5924" y="9893"/>
                    <a:pt x="5734" y="10051"/>
                    <a:pt x="5514" y="10051"/>
                  </a:cubicBezTo>
                  <a:cubicBezTo>
                    <a:pt x="5262" y="10051"/>
                    <a:pt x="5104" y="9862"/>
                    <a:pt x="5104" y="9641"/>
                  </a:cubicBezTo>
                  <a:lnTo>
                    <a:pt x="5104" y="5703"/>
                  </a:lnTo>
                  <a:cubicBezTo>
                    <a:pt x="5104" y="5459"/>
                    <a:pt x="4917" y="5293"/>
                    <a:pt x="4707" y="5293"/>
                  </a:cubicBezTo>
                  <a:cubicBezTo>
                    <a:pt x="4619" y="5293"/>
                    <a:pt x="4527" y="5323"/>
                    <a:pt x="4443" y="5388"/>
                  </a:cubicBezTo>
                  <a:lnTo>
                    <a:pt x="1639" y="7531"/>
                  </a:lnTo>
                  <a:cubicBezTo>
                    <a:pt x="1557" y="7585"/>
                    <a:pt x="1464" y="7616"/>
                    <a:pt x="1372" y="7616"/>
                  </a:cubicBezTo>
                  <a:cubicBezTo>
                    <a:pt x="1250" y="7616"/>
                    <a:pt x="1130" y="7562"/>
                    <a:pt x="1040" y="7436"/>
                  </a:cubicBezTo>
                  <a:cubicBezTo>
                    <a:pt x="946" y="7247"/>
                    <a:pt x="946" y="7026"/>
                    <a:pt x="1135" y="6869"/>
                  </a:cubicBezTo>
                  <a:lnTo>
                    <a:pt x="4947" y="4033"/>
                  </a:lnTo>
                  <a:cubicBezTo>
                    <a:pt x="5073" y="3939"/>
                    <a:pt x="5104" y="3844"/>
                    <a:pt x="5104" y="3718"/>
                  </a:cubicBezTo>
                  <a:lnTo>
                    <a:pt x="5104" y="2206"/>
                  </a:lnTo>
                  <a:cubicBezTo>
                    <a:pt x="5104" y="1986"/>
                    <a:pt x="4915" y="1765"/>
                    <a:pt x="4726" y="1765"/>
                  </a:cubicBezTo>
                  <a:lnTo>
                    <a:pt x="1418" y="1765"/>
                  </a:lnTo>
                  <a:cubicBezTo>
                    <a:pt x="1166" y="1765"/>
                    <a:pt x="1009" y="1576"/>
                    <a:pt x="1009" y="1387"/>
                  </a:cubicBezTo>
                  <a:cubicBezTo>
                    <a:pt x="1009" y="1135"/>
                    <a:pt x="1198" y="946"/>
                    <a:pt x="1418" y="946"/>
                  </a:cubicBezTo>
                  <a:lnTo>
                    <a:pt x="9641" y="946"/>
                  </a:lnTo>
                  <a:lnTo>
                    <a:pt x="9641" y="915"/>
                  </a:lnTo>
                  <a:close/>
                  <a:moveTo>
                    <a:pt x="1355" y="1"/>
                  </a:moveTo>
                  <a:cubicBezTo>
                    <a:pt x="694" y="95"/>
                    <a:pt x="158" y="631"/>
                    <a:pt x="158" y="1293"/>
                  </a:cubicBezTo>
                  <a:cubicBezTo>
                    <a:pt x="158" y="1986"/>
                    <a:pt x="694" y="2521"/>
                    <a:pt x="1355" y="2521"/>
                  </a:cubicBezTo>
                  <a:lnTo>
                    <a:pt x="4285" y="2521"/>
                  </a:lnTo>
                  <a:lnTo>
                    <a:pt x="4285" y="3403"/>
                  </a:lnTo>
                  <a:lnTo>
                    <a:pt x="662" y="6113"/>
                  </a:lnTo>
                  <a:cubicBezTo>
                    <a:pt x="95" y="6491"/>
                    <a:pt x="1" y="7278"/>
                    <a:pt x="410" y="7846"/>
                  </a:cubicBezTo>
                  <a:cubicBezTo>
                    <a:pt x="651" y="8160"/>
                    <a:pt x="1022" y="8333"/>
                    <a:pt x="1396" y="8333"/>
                  </a:cubicBezTo>
                  <a:cubicBezTo>
                    <a:pt x="1658" y="8333"/>
                    <a:pt x="1922" y="8248"/>
                    <a:pt x="2143" y="8066"/>
                  </a:cubicBezTo>
                  <a:lnTo>
                    <a:pt x="4317" y="6459"/>
                  </a:lnTo>
                  <a:lnTo>
                    <a:pt x="4317" y="9578"/>
                  </a:lnTo>
                  <a:cubicBezTo>
                    <a:pt x="4317" y="10240"/>
                    <a:pt x="4884" y="10807"/>
                    <a:pt x="5545" y="10807"/>
                  </a:cubicBezTo>
                  <a:cubicBezTo>
                    <a:pt x="6207" y="10807"/>
                    <a:pt x="6806" y="10240"/>
                    <a:pt x="6806" y="9578"/>
                  </a:cubicBezTo>
                  <a:lnTo>
                    <a:pt x="6806" y="2490"/>
                  </a:lnTo>
                  <a:lnTo>
                    <a:pt x="9673" y="2490"/>
                  </a:lnTo>
                  <a:cubicBezTo>
                    <a:pt x="10334" y="2490"/>
                    <a:pt x="10933" y="1923"/>
                    <a:pt x="10933" y="1261"/>
                  </a:cubicBezTo>
                  <a:cubicBezTo>
                    <a:pt x="10933" y="599"/>
                    <a:pt x="10397" y="1"/>
                    <a:pt x="96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21" name="Google Shape;13621;p141"/>
          <p:cNvSpPr/>
          <p:nvPr/>
        </p:nvSpPr>
        <p:spPr>
          <a:xfrm>
            <a:off x="8022842" y="2988799"/>
            <a:ext cx="340058" cy="341555"/>
          </a:xfrm>
          <a:custGeom>
            <a:avLst/>
            <a:gdLst/>
            <a:ahLst/>
            <a:cxnLst/>
            <a:rect l="l" t="t" r="r" b="b"/>
            <a:pathLst>
              <a:path w="14084" h="14146" extrusionOk="0">
                <a:moveTo>
                  <a:pt x="5829" y="5261"/>
                </a:moveTo>
                <a:lnTo>
                  <a:pt x="6963" y="6585"/>
                </a:lnTo>
                <a:lnTo>
                  <a:pt x="5829" y="6585"/>
                </a:lnTo>
                <a:lnTo>
                  <a:pt x="5829" y="5261"/>
                </a:lnTo>
                <a:close/>
                <a:moveTo>
                  <a:pt x="6333" y="788"/>
                </a:moveTo>
                <a:cubicBezTo>
                  <a:pt x="6648" y="788"/>
                  <a:pt x="6963" y="914"/>
                  <a:pt x="7215" y="1166"/>
                </a:cubicBezTo>
                <a:lnTo>
                  <a:pt x="7877" y="1827"/>
                </a:lnTo>
                <a:cubicBezTo>
                  <a:pt x="8287" y="2205"/>
                  <a:pt x="8791" y="2426"/>
                  <a:pt x="9326" y="2426"/>
                </a:cubicBezTo>
                <a:lnTo>
                  <a:pt x="10334" y="2426"/>
                </a:lnTo>
                <a:cubicBezTo>
                  <a:pt x="11469" y="2426"/>
                  <a:pt x="12414" y="3371"/>
                  <a:pt x="12414" y="4505"/>
                </a:cubicBezTo>
                <a:cubicBezTo>
                  <a:pt x="12414" y="5639"/>
                  <a:pt x="11469" y="6585"/>
                  <a:pt x="10334" y="6585"/>
                </a:cubicBezTo>
                <a:lnTo>
                  <a:pt x="8003" y="6585"/>
                </a:lnTo>
                <a:lnTo>
                  <a:pt x="5766" y="4033"/>
                </a:lnTo>
                <a:lnTo>
                  <a:pt x="5766" y="2048"/>
                </a:lnTo>
                <a:cubicBezTo>
                  <a:pt x="5766" y="1827"/>
                  <a:pt x="5546" y="1670"/>
                  <a:pt x="5357" y="1670"/>
                </a:cubicBezTo>
                <a:cubicBezTo>
                  <a:pt x="5168" y="1670"/>
                  <a:pt x="4979" y="1859"/>
                  <a:pt x="4979" y="2048"/>
                </a:cubicBezTo>
                <a:lnTo>
                  <a:pt x="4979" y="3087"/>
                </a:lnTo>
                <a:lnTo>
                  <a:pt x="2994" y="788"/>
                </a:lnTo>
                <a:close/>
                <a:moveTo>
                  <a:pt x="13233" y="7341"/>
                </a:moveTo>
                <a:lnTo>
                  <a:pt x="13233" y="9451"/>
                </a:lnTo>
                <a:lnTo>
                  <a:pt x="13264" y="9451"/>
                </a:lnTo>
                <a:cubicBezTo>
                  <a:pt x="13264" y="9704"/>
                  <a:pt x="13075" y="9893"/>
                  <a:pt x="12886" y="9893"/>
                </a:cubicBezTo>
                <a:lnTo>
                  <a:pt x="820" y="9893"/>
                </a:lnTo>
                <a:lnTo>
                  <a:pt x="820" y="9451"/>
                </a:lnTo>
                <a:cubicBezTo>
                  <a:pt x="820" y="9231"/>
                  <a:pt x="1009" y="9042"/>
                  <a:pt x="1230" y="9042"/>
                </a:cubicBezTo>
                <a:lnTo>
                  <a:pt x="2049" y="9042"/>
                </a:lnTo>
                <a:cubicBezTo>
                  <a:pt x="2269" y="9042"/>
                  <a:pt x="2427" y="8821"/>
                  <a:pt x="2427" y="8601"/>
                </a:cubicBezTo>
                <a:lnTo>
                  <a:pt x="2427" y="7782"/>
                </a:lnTo>
                <a:cubicBezTo>
                  <a:pt x="2427" y="7530"/>
                  <a:pt x="2647" y="7341"/>
                  <a:pt x="2836" y="7341"/>
                </a:cubicBezTo>
                <a:close/>
                <a:moveTo>
                  <a:pt x="2427" y="10712"/>
                </a:moveTo>
                <a:lnTo>
                  <a:pt x="2112" y="13232"/>
                </a:lnTo>
                <a:lnTo>
                  <a:pt x="2049" y="13232"/>
                </a:lnTo>
                <a:lnTo>
                  <a:pt x="1734" y="10712"/>
                </a:lnTo>
                <a:close/>
                <a:moveTo>
                  <a:pt x="9043" y="10712"/>
                </a:moveTo>
                <a:lnTo>
                  <a:pt x="8728" y="13232"/>
                </a:lnTo>
                <a:lnTo>
                  <a:pt x="8665" y="13232"/>
                </a:lnTo>
                <a:lnTo>
                  <a:pt x="8350" y="10712"/>
                </a:lnTo>
                <a:close/>
                <a:moveTo>
                  <a:pt x="12414" y="10712"/>
                </a:moveTo>
                <a:lnTo>
                  <a:pt x="12099" y="13232"/>
                </a:lnTo>
                <a:lnTo>
                  <a:pt x="12004" y="13232"/>
                </a:lnTo>
                <a:lnTo>
                  <a:pt x="11689" y="10712"/>
                </a:lnTo>
                <a:close/>
                <a:moveTo>
                  <a:pt x="2080" y="0"/>
                </a:moveTo>
                <a:cubicBezTo>
                  <a:pt x="1923" y="0"/>
                  <a:pt x="1765" y="95"/>
                  <a:pt x="1702" y="252"/>
                </a:cubicBezTo>
                <a:cubicBezTo>
                  <a:pt x="1608" y="410"/>
                  <a:pt x="1639" y="567"/>
                  <a:pt x="1765" y="662"/>
                </a:cubicBezTo>
                <a:lnTo>
                  <a:pt x="4947" y="4348"/>
                </a:lnTo>
                <a:lnTo>
                  <a:pt x="4947" y="6616"/>
                </a:lnTo>
                <a:lnTo>
                  <a:pt x="2868" y="6616"/>
                </a:lnTo>
                <a:cubicBezTo>
                  <a:pt x="2206" y="6616"/>
                  <a:pt x="1608" y="7183"/>
                  <a:pt x="1608" y="7876"/>
                </a:cubicBezTo>
                <a:lnTo>
                  <a:pt x="1608" y="8286"/>
                </a:lnTo>
                <a:lnTo>
                  <a:pt x="1230" y="8286"/>
                </a:lnTo>
                <a:cubicBezTo>
                  <a:pt x="536" y="8286"/>
                  <a:pt x="1" y="8821"/>
                  <a:pt x="1" y="9546"/>
                </a:cubicBezTo>
                <a:lnTo>
                  <a:pt x="1" y="10365"/>
                </a:lnTo>
                <a:cubicBezTo>
                  <a:pt x="1" y="10586"/>
                  <a:pt x="190" y="10806"/>
                  <a:pt x="379" y="10806"/>
                </a:cubicBezTo>
                <a:lnTo>
                  <a:pt x="851" y="10806"/>
                </a:lnTo>
                <a:lnTo>
                  <a:pt x="1230" y="13799"/>
                </a:lnTo>
                <a:cubicBezTo>
                  <a:pt x="1261" y="13988"/>
                  <a:pt x="1419" y="14146"/>
                  <a:pt x="1608" y="14146"/>
                </a:cubicBezTo>
                <a:lnTo>
                  <a:pt x="2427" y="14146"/>
                </a:lnTo>
                <a:cubicBezTo>
                  <a:pt x="2647" y="14146"/>
                  <a:pt x="2836" y="13988"/>
                  <a:pt x="2836" y="13799"/>
                </a:cubicBezTo>
                <a:lnTo>
                  <a:pt x="3183" y="10806"/>
                </a:lnTo>
                <a:lnTo>
                  <a:pt x="7436" y="10806"/>
                </a:lnTo>
                <a:lnTo>
                  <a:pt x="7783" y="13799"/>
                </a:lnTo>
                <a:cubicBezTo>
                  <a:pt x="7846" y="13988"/>
                  <a:pt x="8003" y="14146"/>
                  <a:pt x="8192" y="14146"/>
                </a:cubicBezTo>
                <a:lnTo>
                  <a:pt x="9011" y="14146"/>
                </a:lnTo>
                <a:cubicBezTo>
                  <a:pt x="9200" y="14146"/>
                  <a:pt x="9421" y="13988"/>
                  <a:pt x="9421" y="13799"/>
                </a:cubicBezTo>
                <a:lnTo>
                  <a:pt x="9767" y="10806"/>
                </a:lnTo>
                <a:lnTo>
                  <a:pt x="10713" y="10806"/>
                </a:lnTo>
                <a:lnTo>
                  <a:pt x="11059" y="13799"/>
                </a:lnTo>
                <a:cubicBezTo>
                  <a:pt x="11091" y="13988"/>
                  <a:pt x="11248" y="14146"/>
                  <a:pt x="11469" y="14146"/>
                </a:cubicBezTo>
                <a:lnTo>
                  <a:pt x="12288" y="14146"/>
                </a:lnTo>
                <a:cubicBezTo>
                  <a:pt x="12477" y="14146"/>
                  <a:pt x="12666" y="13988"/>
                  <a:pt x="12666" y="13799"/>
                </a:cubicBezTo>
                <a:lnTo>
                  <a:pt x="13075" y="10712"/>
                </a:lnTo>
                <a:cubicBezTo>
                  <a:pt x="13579" y="10554"/>
                  <a:pt x="13926" y="10082"/>
                  <a:pt x="13926" y="9546"/>
                </a:cubicBezTo>
                <a:lnTo>
                  <a:pt x="13926" y="7057"/>
                </a:lnTo>
                <a:cubicBezTo>
                  <a:pt x="14084" y="6742"/>
                  <a:pt x="13926" y="6585"/>
                  <a:pt x="13705" y="6585"/>
                </a:cubicBezTo>
                <a:lnTo>
                  <a:pt x="12414" y="6585"/>
                </a:lnTo>
                <a:cubicBezTo>
                  <a:pt x="12949" y="6080"/>
                  <a:pt x="13264" y="5324"/>
                  <a:pt x="13264" y="4505"/>
                </a:cubicBezTo>
                <a:cubicBezTo>
                  <a:pt x="13264" y="2898"/>
                  <a:pt x="11973" y="1607"/>
                  <a:pt x="10366" y="1607"/>
                </a:cubicBezTo>
                <a:lnTo>
                  <a:pt x="9389" y="1607"/>
                </a:lnTo>
                <a:cubicBezTo>
                  <a:pt x="9074" y="1607"/>
                  <a:pt x="8728" y="1512"/>
                  <a:pt x="8507" y="1260"/>
                </a:cubicBezTo>
                <a:lnTo>
                  <a:pt x="7846" y="599"/>
                </a:lnTo>
                <a:cubicBezTo>
                  <a:pt x="7436" y="189"/>
                  <a:pt x="6932" y="0"/>
                  <a:pt x="63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2" name="Google Shape;13622;p141"/>
          <p:cNvSpPr/>
          <p:nvPr/>
        </p:nvSpPr>
        <p:spPr>
          <a:xfrm>
            <a:off x="7143562" y="2550547"/>
            <a:ext cx="301233" cy="341555"/>
          </a:xfrm>
          <a:custGeom>
            <a:avLst/>
            <a:gdLst/>
            <a:ahLst/>
            <a:cxnLst/>
            <a:rect l="l" t="t" r="r" b="b"/>
            <a:pathLst>
              <a:path w="12476" h="14146" extrusionOk="0">
                <a:moveTo>
                  <a:pt x="2552" y="819"/>
                </a:moveTo>
                <a:cubicBezTo>
                  <a:pt x="3056" y="819"/>
                  <a:pt x="3403" y="1198"/>
                  <a:pt x="3403" y="1670"/>
                </a:cubicBezTo>
                <a:lnTo>
                  <a:pt x="1733" y="1670"/>
                </a:lnTo>
                <a:cubicBezTo>
                  <a:pt x="1733" y="1198"/>
                  <a:pt x="2079" y="819"/>
                  <a:pt x="2552" y="819"/>
                </a:cubicBezTo>
                <a:close/>
                <a:moveTo>
                  <a:pt x="10019" y="819"/>
                </a:moveTo>
                <a:cubicBezTo>
                  <a:pt x="10491" y="819"/>
                  <a:pt x="10838" y="1198"/>
                  <a:pt x="10838" y="1670"/>
                </a:cubicBezTo>
                <a:lnTo>
                  <a:pt x="9168" y="1670"/>
                </a:lnTo>
                <a:cubicBezTo>
                  <a:pt x="9168" y="1198"/>
                  <a:pt x="9578" y="819"/>
                  <a:pt x="10019" y="819"/>
                </a:cubicBezTo>
                <a:close/>
                <a:moveTo>
                  <a:pt x="8286" y="2489"/>
                </a:moveTo>
                <a:lnTo>
                  <a:pt x="7593" y="5829"/>
                </a:lnTo>
                <a:lnTo>
                  <a:pt x="4978" y="5829"/>
                </a:lnTo>
                <a:lnTo>
                  <a:pt x="4285" y="2489"/>
                </a:lnTo>
                <a:cubicBezTo>
                  <a:pt x="4978" y="2489"/>
                  <a:pt x="5545" y="2710"/>
                  <a:pt x="5986" y="3182"/>
                </a:cubicBezTo>
                <a:cubicBezTo>
                  <a:pt x="6065" y="3261"/>
                  <a:pt x="6175" y="3300"/>
                  <a:pt x="6285" y="3300"/>
                </a:cubicBezTo>
                <a:cubicBezTo>
                  <a:pt x="6396" y="3300"/>
                  <a:pt x="6506" y="3261"/>
                  <a:pt x="6585" y="3182"/>
                </a:cubicBezTo>
                <a:cubicBezTo>
                  <a:pt x="7026" y="2773"/>
                  <a:pt x="7656" y="2489"/>
                  <a:pt x="8286" y="2489"/>
                </a:cubicBezTo>
                <a:close/>
                <a:moveTo>
                  <a:pt x="7120" y="6648"/>
                </a:moveTo>
                <a:cubicBezTo>
                  <a:pt x="7341" y="6648"/>
                  <a:pt x="7530" y="6648"/>
                  <a:pt x="7719" y="6711"/>
                </a:cubicBezTo>
                <a:lnTo>
                  <a:pt x="8443" y="8066"/>
                </a:lnTo>
                <a:cubicBezTo>
                  <a:pt x="8506" y="8223"/>
                  <a:pt x="8664" y="8318"/>
                  <a:pt x="8790" y="8318"/>
                </a:cubicBezTo>
                <a:cubicBezTo>
                  <a:pt x="8853" y="8318"/>
                  <a:pt x="8916" y="8318"/>
                  <a:pt x="8979" y="8286"/>
                </a:cubicBezTo>
                <a:cubicBezTo>
                  <a:pt x="9168" y="8160"/>
                  <a:pt x="9262" y="7908"/>
                  <a:pt x="9168" y="7719"/>
                </a:cubicBezTo>
                <a:lnTo>
                  <a:pt x="8821" y="6963"/>
                </a:lnTo>
                <a:lnTo>
                  <a:pt x="8821" y="6963"/>
                </a:lnTo>
                <a:cubicBezTo>
                  <a:pt x="10523" y="7656"/>
                  <a:pt x="11751" y="9294"/>
                  <a:pt x="11751" y="11216"/>
                </a:cubicBezTo>
                <a:lnTo>
                  <a:pt x="11751" y="11626"/>
                </a:lnTo>
                <a:lnTo>
                  <a:pt x="977" y="11626"/>
                </a:lnTo>
                <a:lnTo>
                  <a:pt x="977" y="11216"/>
                </a:lnTo>
                <a:cubicBezTo>
                  <a:pt x="914" y="9294"/>
                  <a:pt x="2142" y="7593"/>
                  <a:pt x="3812" y="6963"/>
                </a:cubicBezTo>
                <a:lnTo>
                  <a:pt x="3812" y="6963"/>
                </a:lnTo>
                <a:lnTo>
                  <a:pt x="3466" y="7719"/>
                </a:lnTo>
                <a:cubicBezTo>
                  <a:pt x="3340" y="7908"/>
                  <a:pt x="3466" y="8160"/>
                  <a:pt x="3655" y="8286"/>
                </a:cubicBezTo>
                <a:cubicBezTo>
                  <a:pt x="3749" y="8318"/>
                  <a:pt x="3781" y="8318"/>
                  <a:pt x="3875" y="8318"/>
                </a:cubicBezTo>
                <a:cubicBezTo>
                  <a:pt x="4033" y="8318"/>
                  <a:pt x="4190" y="8223"/>
                  <a:pt x="4222" y="8066"/>
                </a:cubicBezTo>
                <a:lnTo>
                  <a:pt x="4915" y="6711"/>
                </a:lnTo>
                <a:cubicBezTo>
                  <a:pt x="5135" y="6648"/>
                  <a:pt x="5324" y="6648"/>
                  <a:pt x="5513" y="6648"/>
                </a:cubicBezTo>
                <a:lnTo>
                  <a:pt x="5923" y="6648"/>
                </a:lnTo>
                <a:lnTo>
                  <a:pt x="5923" y="8759"/>
                </a:lnTo>
                <a:cubicBezTo>
                  <a:pt x="5923" y="8979"/>
                  <a:pt x="6112" y="9168"/>
                  <a:pt x="6333" y="9168"/>
                </a:cubicBezTo>
                <a:cubicBezTo>
                  <a:pt x="6585" y="9168"/>
                  <a:pt x="6742" y="8979"/>
                  <a:pt x="6742" y="8759"/>
                </a:cubicBezTo>
                <a:lnTo>
                  <a:pt x="6742" y="6648"/>
                </a:lnTo>
                <a:close/>
                <a:moveTo>
                  <a:pt x="11657" y="12445"/>
                </a:moveTo>
                <a:lnTo>
                  <a:pt x="11657" y="13264"/>
                </a:lnTo>
                <a:lnTo>
                  <a:pt x="914" y="13264"/>
                </a:lnTo>
                <a:lnTo>
                  <a:pt x="914" y="12445"/>
                </a:lnTo>
                <a:close/>
                <a:moveTo>
                  <a:pt x="2520" y="0"/>
                </a:moveTo>
                <a:cubicBezTo>
                  <a:pt x="1607" y="0"/>
                  <a:pt x="882" y="756"/>
                  <a:pt x="882" y="1670"/>
                </a:cubicBezTo>
                <a:lnTo>
                  <a:pt x="882" y="2048"/>
                </a:lnTo>
                <a:cubicBezTo>
                  <a:pt x="882" y="2269"/>
                  <a:pt x="1071" y="2489"/>
                  <a:pt x="1260" y="2489"/>
                </a:cubicBezTo>
                <a:lnTo>
                  <a:pt x="3403" y="2489"/>
                </a:lnTo>
                <a:lnTo>
                  <a:pt x="4096" y="5986"/>
                </a:lnTo>
                <a:cubicBezTo>
                  <a:pt x="1764" y="6585"/>
                  <a:pt x="0" y="8696"/>
                  <a:pt x="0" y="11216"/>
                </a:cubicBezTo>
                <a:lnTo>
                  <a:pt x="0" y="13705"/>
                </a:lnTo>
                <a:cubicBezTo>
                  <a:pt x="0" y="13925"/>
                  <a:pt x="189" y="14146"/>
                  <a:pt x="410" y="14146"/>
                </a:cubicBezTo>
                <a:lnTo>
                  <a:pt x="11972" y="14146"/>
                </a:lnTo>
                <a:cubicBezTo>
                  <a:pt x="12224" y="14146"/>
                  <a:pt x="12413" y="13925"/>
                  <a:pt x="12413" y="13705"/>
                </a:cubicBezTo>
                <a:lnTo>
                  <a:pt x="12413" y="11216"/>
                </a:lnTo>
                <a:cubicBezTo>
                  <a:pt x="12476" y="8696"/>
                  <a:pt x="10743" y="6585"/>
                  <a:pt x="8443" y="5986"/>
                </a:cubicBezTo>
                <a:lnTo>
                  <a:pt x="9136" y="2489"/>
                </a:lnTo>
                <a:lnTo>
                  <a:pt x="11279" y="2489"/>
                </a:lnTo>
                <a:cubicBezTo>
                  <a:pt x="11499" y="2489"/>
                  <a:pt x="11657" y="2269"/>
                  <a:pt x="11657" y="2048"/>
                </a:cubicBezTo>
                <a:lnTo>
                  <a:pt x="11657" y="1670"/>
                </a:lnTo>
                <a:cubicBezTo>
                  <a:pt x="11657" y="756"/>
                  <a:pt x="10901" y="0"/>
                  <a:pt x="10019" y="0"/>
                </a:cubicBezTo>
                <a:cubicBezTo>
                  <a:pt x="9105" y="0"/>
                  <a:pt x="8349" y="756"/>
                  <a:pt x="8349" y="1670"/>
                </a:cubicBezTo>
                <a:lnTo>
                  <a:pt x="8286" y="1670"/>
                </a:lnTo>
                <a:cubicBezTo>
                  <a:pt x="7530" y="1670"/>
                  <a:pt x="6868" y="1891"/>
                  <a:pt x="6269" y="2332"/>
                </a:cubicBezTo>
                <a:cubicBezTo>
                  <a:pt x="5702" y="1891"/>
                  <a:pt x="5009" y="1670"/>
                  <a:pt x="4253" y="1670"/>
                </a:cubicBezTo>
                <a:lnTo>
                  <a:pt x="4190" y="1670"/>
                </a:lnTo>
                <a:cubicBezTo>
                  <a:pt x="4190" y="756"/>
                  <a:pt x="3434" y="0"/>
                  <a:pt x="252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23" name="Google Shape;13623;p141"/>
          <p:cNvGrpSpPr/>
          <p:nvPr/>
        </p:nvGrpSpPr>
        <p:grpSpPr>
          <a:xfrm>
            <a:off x="7576790" y="2989279"/>
            <a:ext cx="343094" cy="341569"/>
            <a:chOff x="6001575" y="3119050"/>
            <a:chExt cx="315025" cy="313625"/>
          </a:xfrm>
        </p:grpSpPr>
        <p:sp>
          <p:nvSpPr>
            <p:cNvPr id="13624" name="Google Shape;13624;p141"/>
            <p:cNvSpPr/>
            <p:nvPr/>
          </p:nvSpPr>
          <p:spPr>
            <a:xfrm>
              <a:off x="6001575" y="3119050"/>
              <a:ext cx="315025" cy="313625"/>
            </a:xfrm>
            <a:custGeom>
              <a:avLst/>
              <a:gdLst/>
              <a:ahLst/>
              <a:cxnLst/>
              <a:rect l="l" t="t" r="r" b="b"/>
              <a:pathLst>
                <a:path w="12601" h="12545" extrusionOk="0">
                  <a:moveTo>
                    <a:pt x="1952" y="726"/>
                  </a:moveTo>
                  <a:cubicBezTo>
                    <a:pt x="2565" y="726"/>
                    <a:pt x="3039" y="1227"/>
                    <a:pt x="3039" y="1841"/>
                  </a:cubicBezTo>
                  <a:cubicBezTo>
                    <a:pt x="3039" y="2454"/>
                    <a:pt x="2565" y="2928"/>
                    <a:pt x="1952" y="2928"/>
                  </a:cubicBezTo>
                  <a:cubicBezTo>
                    <a:pt x="1366" y="2928"/>
                    <a:pt x="837" y="2454"/>
                    <a:pt x="837" y="1841"/>
                  </a:cubicBezTo>
                  <a:cubicBezTo>
                    <a:pt x="837" y="1227"/>
                    <a:pt x="1339" y="726"/>
                    <a:pt x="1952" y="726"/>
                  </a:cubicBezTo>
                  <a:close/>
                  <a:moveTo>
                    <a:pt x="10788" y="726"/>
                  </a:moveTo>
                  <a:cubicBezTo>
                    <a:pt x="11374" y="726"/>
                    <a:pt x="11903" y="1227"/>
                    <a:pt x="11903" y="1841"/>
                  </a:cubicBezTo>
                  <a:cubicBezTo>
                    <a:pt x="11903" y="2454"/>
                    <a:pt x="11402" y="2928"/>
                    <a:pt x="10788" y="2928"/>
                  </a:cubicBezTo>
                  <a:cubicBezTo>
                    <a:pt x="10175" y="2928"/>
                    <a:pt x="9701" y="2454"/>
                    <a:pt x="9701" y="1841"/>
                  </a:cubicBezTo>
                  <a:cubicBezTo>
                    <a:pt x="9673" y="1227"/>
                    <a:pt x="10175" y="726"/>
                    <a:pt x="10788" y="726"/>
                  </a:cubicBezTo>
                  <a:close/>
                  <a:moveTo>
                    <a:pt x="9673" y="4015"/>
                  </a:moveTo>
                  <a:lnTo>
                    <a:pt x="9673" y="7639"/>
                  </a:lnTo>
                  <a:lnTo>
                    <a:pt x="8893" y="6078"/>
                  </a:lnTo>
                  <a:cubicBezTo>
                    <a:pt x="8837" y="5938"/>
                    <a:pt x="8726" y="5855"/>
                    <a:pt x="8586" y="5855"/>
                  </a:cubicBezTo>
                  <a:lnTo>
                    <a:pt x="4126" y="5855"/>
                  </a:lnTo>
                  <a:cubicBezTo>
                    <a:pt x="3987" y="5855"/>
                    <a:pt x="3847" y="5938"/>
                    <a:pt x="3819" y="6078"/>
                  </a:cubicBezTo>
                  <a:lnTo>
                    <a:pt x="3039" y="7639"/>
                  </a:lnTo>
                  <a:lnTo>
                    <a:pt x="3039" y="4015"/>
                  </a:lnTo>
                  <a:cubicBezTo>
                    <a:pt x="4126" y="4266"/>
                    <a:pt x="5241" y="4405"/>
                    <a:pt x="6356" y="4405"/>
                  </a:cubicBezTo>
                  <a:cubicBezTo>
                    <a:pt x="7471" y="4405"/>
                    <a:pt x="8586" y="4266"/>
                    <a:pt x="9673" y="4015"/>
                  </a:cubicBezTo>
                  <a:close/>
                  <a:moveTo>
                    <a:pt x="6746" y="6579"/>
                  </a:moveTo>
                  <a:lnTo>
                    <a:pt x="8001" y="9562"/>
                  </a:lnTo>
                  <a:lnTo>
                    <a:pt x="4712" y="9562"/>
                  </a:lnTo>
                  <a:lnTo>
                    <a:pt x="5966" y="6579"/>
                  </a:lnTo>
                  <a:close/>
                  <a:moveTo>
                    <a:pt x="1617" y="3633"/>
                  </a:moveTo>
                  <a:lnTo>
                    <a:pt x="1617" y="3633"/>
                  </a:lnTo>
                  <a:cubicBezTo>
                    <a:pt x="1697" y="3652"/>
                    <a:pt x="1797" y="3652"/>
                    <a:pt x="1896" y="3652"/>
                  </a:cubicBezTo>
                  <a:cubicBezTo>
                    <a:pt x="2035" y="3708"/>
                    <a:pt x="2175" y="3764"/>
                    <a:pt x="2314" y="3792"/>
                  </a:cubicBezTo>
                  <a:lnTo>
                    <a:pt x="2314" y="10343"/>
                  </a:lnTo>
                  <a:cubicBezTo>
                    <a:pt x="2203" y="10315"/>
                    <a:pt x="2063" y="10315"/>
                    <a:pt x="1952" y="10315"/>
                  </a:cubicBezTo>
                  <a:cubicBezTo>
                    <a:pt x="1868" y="10315"/>
                    <a:pt x="1729" y="10315"/>
                    <a:pt x="1617" y="10343"/>
                  </a:cubicBezTo>
                  <a:lnTo>
                    <a:pt x="1617" y="3633"/>
                  </a:lnTo>
                  <a:close/>
                  <a:moveTo>
                    <a:pt x="11123" y="3625"/>
                  </a:moveTo>
                  <a:lnTo>
                    <a:pt x="11123" y="10343"/>
                  </a:lnTo>
                  <a:cubicBezTo>
                    <a:pt x="11011" y="10315"/>
                    <a:pt x="10872" y="10315"/>
                    <a:pt x="10733" y="10315"/>
                  </a:cubicBezTo>
                  <a:cubicBezTo>
                    <a:pt x="10593" y="10315"/>
                    <a:pt x="10482" y="10315"/>
                    <a:pt x="10398" y="10343"/>
                  </a:cubicBezTo>
                  <a:lnTo>
                    <a:pt x="10398" y="3792"/>
                  </a:lnTo>
                  <a:cubicBezTo>
                    <a:pt x="10537" y="3764"/>
                    <a:pt x="10677" y="3736"/>
                    <a:pt x="10816" y="3652"/>
                  </a:cubicBezTo>
                  <a:cubicBezTo>
                    <a:pt x="10928" y="3652"/>
                    <a:pt x="11011" y="3652"/>
                    <a:pt x="11123" y="3625"/>
                  </a:cubicBezTo>
                  <a:close/>
                  <a:moveTo>
                    <a:pt x="8363" y="6579"/>
                  </a:moveTo>
                  <a:lnTo>
                    <a:pt x="9701" y="9283"/>
                  </a:lnTo>
                  <a:lnTo>
                    <a:pt x="9701" y="10677"/>
                  </a:lnTo>
                  <a:cubicBezTo>
                    <a:pt x="9534" y="10761"/>
                    <a:pt x="9422" y="10900"/>
                    <a:pt x="9311" y="11012"/>
                  </a:cubicBezTo>
                  <a:lnTo>
                    <a:pt x="3429" y="11012"/>
                  </a:lnTo>
                  <a:cubicBezTo>
                    <a:pt x="3318" y="10872"/>
                    <a:pt x="3178" y="10761"/>
                    <a:pt x="3067" y="10677"/>
                  </a:cubicBezTo>
                  <a:lnTo>
                    <a:pt x="3067" y="9283"/>
                  </a:lnTo>
                  <a:lnTo>
                    <a:pt x="4405" y="6579"/>
                  </a:lnTo>
                  <a:lnTo>
                    <a:pt x="5213" y="6579"/>
                  </a:lnTo>
                  <a:lnTo>
                    <a:pt x="3847" y="9785"/>
                  </a:lnTo>
                  <a:cubicBezTo>
                    <a:pt x="3819" y="9897"/>
                    <a:pt x="3819" y="10036"/>
                    <a:pt x="3875" y="10147"/>
                  </a:cubicBezTo>
                  <a:cubicBezTo>
                    <a:pt x="3959" y="10259"/>
                    <a:pt x="4042" y="10315"/>
                    <a:pt x="4182" y="10315"/>
                  </a:cubicBezTo>
                  <a:lnTo>
                    <a:pt x="8586" y="10315"/>
                  </a:lnTo>
                  <a:cubicBezTo>
                    <a:pt x="8726" y="10315"/>
                    <a:pt x="8837" y="10259"/>
                    <a:pt x="8893" y="10147"/>
                  </a:cubicBezTo>
                  <a:cubicBezTo>
                    <a:pt x="8976" y="10036"/>
                    <a:pt x="8976" y="9897"/>
                    <a:pt x="8921" y="9785"/>
                  </a:cubicBezTo>
                  <a:lnTo>
                    <a:pt x="7583" y="6579"/>
                  </a:lnTo>
                  <a:close/>
                  <a:moveTo>
                    <a:pt x="1952" y="11012"/>
                  </a:moveTo>
                  <a:cubicBezTo>
                    <a:pt x="2454" y="11012"/>
                    <a:pt x="2844" y="11318"/>
                    <a:pt x="3011" y="11736"/>
                  </a:cubicBezTo>
                  <a:lnTo>
                    <a:pt x="920" y="11736"/>
                  </a:lnTo>
                  <a:cubicBezTo>
                    <a:pt x="1060" y="11318"/>
                    <a:pt x="1478" y="11012"/>
                    <a:pt x="1952" y="11012"/>
                  </a:cubicBezTo>
                  <a:close/>
                  <a:moveTo>
                    <a:pt x="10788" y="11012"/>
                  </a:moveTo>
                  <a:cubicBezTo>
                    <a:pt x="11262" y="11012"/>
                    <a:pt x="11652" y="11318"/>
                    <a:pt x="11820" y="11736"/>
                  </a:cubicBezTo>
                  <a:lnTo>
                    <a:pt x="9729" y="11736"/>
                  </a:lnTo>
                  <a:cubicBezTo>
                    <a:pt x="9868" y="11318"/>
                    <a:pt x="10287" y="11012"/>
                    <a:pt x="10788" y="11012"/>
                  </a:cubicBezTo>
                  <a:close/>
                  <a:moveTo>
                    <a:pt x="1868" y="1"/>
                  </a:moveTo>
                  <a:cubicBezTo>
                    <a:pt x="837" y="1"/>
                    <a:pt x="1" y="837"/>
                    <a:pt x="1" y="1841"/>
                  </a:cubicBezTo>
                  <a:cubicBezTo>
                    <a:pt x="1" y="2454"/>
                    <a:pt x="279" y="2956"/>
                    <a:pt x="753" y="3318"/>
                  </a:cubicBezTo>
                  <a:lnTo>
                    <a:pt x="753" y="10677"/>
                  </a:lnTo>
                  <a:cubicBezTo>
                    <a:pt x="279" y="11012"/>
                    <a:pt x="1" y="11541"/>
                    <a:pt x="1" y="12127"/>
                  </a:cubicBezTo>
                  <a:cubicBezTo>
                    <a:pt x="1" y="12322"/>
                    <a:pt x="196" y="12517"/>
                    <a:pt x="363" y="12517"/>
                  </a:cubicBezTo>
                  <a:lnTo>
                    <a:pt x="3290" y="12517"/>
                  </a:lnTo>
                  <a:cubicBezTo>
                    <a:pt x="3485" y="12517"/>
                    <a:pt x="3624" y="12322"/>
                    <a:pt x="3624" y="12127"/>
                  </a:cubicBezTo>
                  <a:cubicBezTo>
                    <a:pt x="3624" y="11987"/>
                    <a:pt x="3624" y="11876"/>
                    <a:pt x="3596" y="11764"/>
                  </a:cubicBezTo>
                  <a:lnTo>
                    <a:pt x="8865" y="11764"/>
                  </a:lnTo>
                  <a:cubicBezTo>
                    <a:pt x="8837" y="11876"/>
                    <a:pt x="8837" y="12015"/>
                    <a:pt x="8837" y="12154"/>
                  </a:cubicBezTo>
                  <a:cubicBezTo>
                    <a:pt x="8837" y="12377"/>
                    <a:pt x="9004" y="12545"/>
                    <a:pt x="9199" y="12545"/>
                  </a:cubicBezTo>
                  <a:lnTo>
                    <a:pt x="12126" y="12545"/>
                  </a:lnTo>
                  <a:cubicBezTo>
                    <a:pt x="12349" y="12545"/>
                    <a:pt x="12489" y="12377"/>
                    <a:pt x="12489" y="12154"/>
                  </a:cubicBezTo>
                  <a:cubicBezTo>
                    <a:pt x="12489" y="11569"/>
                    <a:pt x="12210" y="11039"/>
                    <a:pt x="11764" y="10705"/>
                  </a:cubicBezTo>
                  <a:lnTo>
                    <a:pt x="11764" y="3346"/>
                  </a:lnTo>
                  <a:cubicBezTo>
                    <a:pt x="12321" y="2956"/>
                    <a:pt x="12600" y="2454"/>
                    <a:pt x="12600" y="1841"/>
                  </a:cubicBezTo>
                  <a:cubicBezTo>
                    <a:pt x="12600" y="837"/>
                    <a:pt x="11764" y="1"/>
                    <a:pt x="10733" y="1"/>
                  </a:cubicBezTo>
                  <a:cubicBezTo>
                    <a:pt x="9729" y="1"/>
                    <a:pt x="8893" y="837"/>
                    <a:pt x="8893" y="1841"/>
                  </a:cubicBezTo>
                  <a:cubicBezTo>
                    <a:pt x="8893" y="2398"/>
                    <a:pt x="9172" y="2928"/>
                    <a:pt x="9562" y="3290"/>
                  </a:cubicBezTo>
                  <a:cubicBezTo>
                    <a:pt x="8503" y="3541"/>
                    <a:pt x="7401" y="3666"/>
                    <a:pt x="6300" y="3666"/>
                  </a:cubicBezTo>
                  <a:cubicBezTo>
                    <a:pt x="5199" y="3666"/>
                    <a:pt x="4098" y="3541"/>
                    <a:pt x="3039" y="3290"/>
                  </a:cubicBezTo>
                  <a:cubicBezTo>
                    <a:pt x="3457" y="2928"/>
                    <a:pt x="3708" y="2454"/>
                    <a:pt x="3708" y="1841"/>
                  </a:cubicBezTo>
                  <a:cubicBezTo>
                    <a:pt x="3708" y="837"/>
                    <a:pt x="2872" y="1"/>
                    <a:pt x="1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141"/>
            <p:cNvSpPr/>
            <p:nvPr/>
          </p:nvSpPr>
          <p:spPr>
            <a:xfrm flipH="1">
              <a:off x="6001575" y="3119050"/>
              <a:ext cx="315025" cy="313625"/>
            </a:xfrm>
            <a:custGeom>
              <a:avLst/>
              <a:gdLst/>
              <a:ahLst/>
              <a:cxnLst/>
              <a:rect l="l" t="t" r="r" b="b"/>
              <a:pathLst>
                <a:path w="12601" h="12545" extrusionOk="0">
                  <a:moveTo>
                    <a:pt x="1952" y="726"/>
                  </a:moveTo>
                  <a:cubicBezTo>
                    <a:pt x="2565" y="726"/>
                    <a:pt x="3039" y="1227"/>
                    <a:pt x="3039" y="1841"/>
                  </a:cubicBezTo>
                  <a:cubicBezTo>
                    <a:pt x="3039" y="2454"/>
                    <a:pt x="2565" y="2928"/>
                    <a:pt x="1952" y="2928"/>
                  </a:cubicBezTo>
                  <a:cubicBezTo>
                    <a:pt x="1366" y="2928"/>
                    <a:pt x="837" y="2454"/>
                    <a:pt x="837" y="1841"/>
                  </a:cubicBezTo>
                  <a:cubicBezTo>
                    <a:pt x="837" y="1227"/>
                    <a:pt x="1339" y="726"/>
                    <a:pt x="1952" y="726"/>
                  </a:cubicBezTo>
                  <a:close/>
                  <a:moveTo>
                    <a:pt x="10788" y="726"/>
                  </a:moveTo>
                  <a:cubicBezTo>
                    <a:pt x="11374" y="726"/>
                    <a:pt x="11903" y="1227"/>
                    <a:pt x="11903" y="1841"/>
                  </a:cubicBezTo>
                  <a:cubicBezTo>
                    <a:pt x="11903" y="2454"/>
                    <a:pt x="11402" y="2928"/>
                    <a:pt x="10788" y="2928"/>
                  </a:cubicBezTo>
                  <a:cubicBezTo>
                    <a:pt x="10175" y="2928"/>
                    <a:pt x="9701" y="2454"/>
                    <a:pt x="9701" y="1841"/>
                  </a:cubicBezTo>
                  <a:cubicBezTo>
                    <a:pt x="9673" y="1227"/>
                    <a:pt x="10175" y="726"/>
                    <a:pt x="10788" y="726"/>
                  </a:cubicBezTo>
                  <a:close/>
                  <a:moveTo>
                    <a:pt x="9673" y="4015"/>
                  </a:moveTo>
                  <a:lnTo>
                    <a:pt x="9673" y="7639"/>
                  </a:lnTo>
                  <a:lnTo>
                    <a:pt x="8893" y="6078"/>
                  </a:lnTo>
                  <a:cubicBezTo>
                    <a:pt x="8837" y="5938"/>
                    <a:pt x="8726" y="5855"/>
                    <a:pt x="8586" y="5855"/>
                  </a:cubicBezTo>
                  <a:lnTo>
                    <a:pt x="4126" y="5855"/>
                  </a:lnTo>
                  <a:cubicBezTo>
                    <a:pt x="3987" y="5855"/>
                    <a:pt x="3847" y="5938"/>
                    <a:pt x="3819" y="6078"/>
                  </a:cubicBezTo>
                  <a:lnTo>
                    <a:pt x="3039" y="7639"/>
                  </a:lnTo>
                  <a:lnTo>
                    <a:pt x="3039" y="4015"/>
                  </a:lnTo>
                  <a:cubicBezTo>
                    <a:pt x="4126" y="4266"/>
                    <a:pt x="5241" y="4405"/>
                    <a:pt x="6356" y="4405"/>
                  </a:cubicBezTo>
                  <a:cubicBezTo>
                    <a:pt x="7471" y="4405"/>
                    <a:pt x="8586" y="4266"/>
                    <a:pt x="9673" y="4015"/>
                  </a:cubicBezTo>
                  <a:close/>
                  <a:moveTo>
                    <a:pt x="6746" y="6579"/>
                  </a:moveTo>
                  <a:lnTo>
                    <a:pt x="8001" y="9562"/>
                  </a:lnTo>
                  <a:lnTo>
                    <a:pt x="4712" y="9562"/>
                  </a:lnTo>
                  <a:lnTo>
                    <a:pt x="5966" y="6579"/>
                  </a:lnTo>
                  <a:close/>
                  <a:moveTo>
                    <a:pt x="1617" y="3633"/>
                  </a:moveTo>
                  <a:lnTo>
                    <a:pt x="1617" y="3633"/>
                  </a:lnTo>
                  <a:cubicBezTo>
                    <a:pt x="1697" y="3652"/>
                    <a:pt x="1797" y="3652"/>
                    <a:pt x="1896" y="3652"/>
                  </a:cubicBezTo>
                  <a:cubicBezTo>
                    <a:pt x="2035" y="3708"/>
                    <a:pt x="2175" y="3764"/>
                    <a:pt x="2314" y="3792"/>
                  </a:cubicBezTo>
                  <a:lnTo>
                    <a:pt x="2314" y="10343"/>
                  </a:lnTo>
                  <a:cubicBezTo>
                    <a:pt x="2203" y="10315"/>
                    <a:pt x="2063" y="10315"/>
                    <a:pt x="1952" y="10315"/>
                  </a:cubicBezTo>
                  <a:cubicBezTo>
                    <a:pt x="1868" y="10315"/>
                    <a:pt x="1729" y="10315"/>
                    <a:pt x="1617" y="10343"/>
                  </a:cubicBezTo>
                  <a:lnTo>
                    <a:pt x="1617" y="3633"/>
                  </a:lnTo>
                  <a:close/>
                  <a:moveTo>
                    <a:pt x="11123" y="3625"/>
                  </a:moveTo>
                  <a:lnTo>
                    <a:pt x="11123" y="10343"/>
                  </a:lnTo>
                  <a:cubicBezTo>
                    <a:pt x="11011" y="10315"/>
                    <a:pt x="10872" y="10315"/>
                    <a:pt x="10733" y="10315"/>
                  </a:cubicBezTo>
                  <a:cubicBezTo>
                    <a:pt x="10593" y="10315"/>
                    <a:pt x="10482" y="10315"/>
                    <a:pt x="10398" y="10343"/>
                  </a:cubicBezTo>
                  <a:lnTo>
                    <a:pt x="10398" y="3792"/>
                  </a:lnTo>
                  <a:cubicBezTo>
                    <a:pt x="10537" y="3764"/>
                    <a:pt x="10677" y="3736"/>
                    <a:pt x="10816" y="3652"/>
                  </a:cubicBezTo>
                  <a:cubicBezTo>
                    <a:pt x="10928" y="3652"/>
                    <a:pt x="11011" y="3652"/>
                    <a:pt x="11123" y="3625"/>
                  </a:cubicBezTo>
                  <a:close/>
                  <a:moveTo>
                    <a:pt x="8363" y="6579"/>
                  </a:moveTo>
                  <a:lnTo>
                    <a:pt x="9701" y="9283"/>
                  </a:lnTo>
                  <a:lnTo>
                    <a:pt x="9701" y="10677"/>
                  </a:lnTo>
                  <a:cubicBezTo>
                    <a:pt x="9534" y="10761"/>
                    <a:pt x="9422" y="10900"/>
                    <a:pt x="9311" y="11012"/>
                  </a:cubicBezTo>
                  <a:lnTo>
                    <a:pt x="3429" y="11012"/>
                  </a:lnTo>
                  <a:cubicBezTo>
                    <a:pt x="3318" y="10872"/>
                    <a:pt x="3178" y="10761"/>
                    <a:pt x="3067" y="10677"/>
                  </a:cubicBezTo>
                  <a:lnTo>
                    <a:pt x="3067" y="9283"/>
                  </a:lnTo>
                  <a:lnTo>
                    <a:pt x="4405" y="6579"/>
                  </a:lnTo>
                  <a:lnTo>
                    <a:pt x="5213" y="6579"/>
                  </a:lnTo>
                  <a:lnTo>
                    <a:pt x="3847" y="9785"/>
                  </a:lnTo>
                  <a:cubicBezTo>
                    <a:pt x="3819" y="9897"/>
                    <a:pt x="3819" y="10036"/>
                    <a:pt x="3875" y="10147"/>
                  </a:cubicBezTo>
                  <a:cubicBezTo>
                    <a:pt x="3959" y="10259"/>
                    <a:pt x="4042" y="10315"/>
                    <a:pt x="4182" y="10315"/>
                  </a:cubicBezTo>
                  <a:lnTo>
                    <a:pt x="8586" y="10315"/>
                  </a:lnTo>
                  <a:cubicBezTo>
                    <a:pt x="8726" y="10315"/>
                    <a:pt x="8837" y="10259"/>
                    <a:pt x="8893" y="10147"/>
                  </a:cubicBezTo>
                  <a:cubicBezTo>
                    <a:pt x="8976" y="10036"/>
                    <a:pt x="8976" y="9897"/>
                    <a:pt x="8921" y="9785"/>
                  </a:cubicBezTo>
                  <a:lnTo>
                    <a:pt x="7583" y="6579"/>
                  </a:lnTo>
                  <a:close/>
                  <a:moveTo>
                    <a:pt x="1952" y="11012"/>
                  </a:moveTo>
                  <a:cubicBezTo>
                    <a:pt x="2454" y="11012"/>
                    <a:pt x="2844" y="11318"/>
                    <a:pt x="3011" y="11736"/>
                  </a:cubicBezTo>
                  <a:lnTo>
                    <a:pt x="920" y="11736"/>
                  </a:lnTo>
                  <a:cubicBezTo>
                    <a:pt x="1060" y="11318"/>
                    <a:pt x="1478" y="11012"/>
                    <a:pt x="1952" y="11012"/>
                  </a:cubicBezTo>
                  <a:close/>
                  <a:moveTo>
                    <a:pt x="10788" y="11012"/>
                  </a:moveTo>
                  <a:cubicBezTo>
                    <a:pt x="11262" y="11012"/>
                    <a:pt x="11652" y="11318"/>
                    <a:pt x="11820" y="11736"/>
                  </a:cubicBezTo>
                  <a:lnTo>
                    <a:pt x="9729" y="11736"/>
                  </a:lnTo>
                  <a:cubicBezTo>
                    <a:pt x="9868" y="11318"/>
                    <a:pt x="10287" y="11012"/>
                    <a:pt x="10788" y="11012"/>
                  </a:cubicBezTo>
                  <a:close/>
                  <a:moveTo>
                    <a:pt x="1868" y="1"/>
                  </a:moveTo>
                  <a:cubicBezTo>
                    <a:pt x="837" y="1"/>
                    <a:pt x="1" y="837"/>
                    <a:pt x="1" y="1841"/>
                  </a:cubicBezTo>
                  <a:cubicBezTo>
                    <a:pt x="1" y="2454"/>
                    <a:pt x="279" y="2956"/>
                    <a:pt x="753" y="3318"/>
                  </a:cubicBezTo>
                  <a:lnTo>
                    <a:pt x="753" y="10677"/>
                  </a:lnTo>
                  <a:cubicBezTo>
                    <a:pt x="279" y="11012"/>
                    <a:pt x="1" y="11541"/>
                    <a:pt x="1" y="12127"/>
                  </a:cubicBezTo>
                  <a:cubicBezTo>
                    <a:pt x="1" y="12322"/>
                    <a:pt x="196" y="12517"/>
                    <a:pt x="363" y="12517"/>
                  </a:cubicBezTo>
                  <a:lnTo>
                    <a:pt x="3290" y="12517"/>
                  </a:lnTo>
                  <a:cubicBezTo>
                    <a:pt x="3485" y="12517"/>
                    <a:pt x="3624" y="12322"/>
                    <a:pt x="3624" y="12127"/>
                  </a:cubicBezTo>
                  <a:cubicBezTo>
                    <a:pt x="3624" y="11987"/>
                    <a:pt x="3624" y="11876"/>
                    <a:pt x="3596" y="11764"/>
                  </a:cubicBezTo>
                  <a:lnTo>
                    <a:pt x="8865" y="11764"/>
                  </a:lnTo>
                  <a:cubicBezTo>
                    <a:pt x="8837" y="11876"/>
                    <a:pt x="8837" y="12015"/>
                    <a:pt x="8837" y="12154"/>
                  </a:cubicBezTo>
                  <a:cubicBezTo>
                    <a:pt x="8837" y="12377"/>
                    <a:pt x="9004" y="12545"/>
                    <a:pt x="9199" y="12545"/>
                  </a:cubicBezTo>
                  <a:lnTo>
                    <a:pt x="12126" y="12545"/>
                  </a:lnTo>
                  <a:cubicBezTo>
                    <a:pt x="12349" y="12545"/>
                    <a:pt x="12489" y="12377"/>
                    <a:pt x="12489" y="12154"/>
                  </a:cubicBezTo>
                  <a:cubicBezTo>
                    <a:pt x="12489" y="11569"/>
                    <a:pt x="12210" y="11039"/>
                    <a:pt x="11764" y="10705"/>
                  </a:cubicBezTo>
                  <a:lnTo>
                    <a:pt x="11764" y="3346"/>
                  </a:lnTo>
                  <a:cubicBezTo>
                    <a:pt x="12321" y="2956"/>
                    <a:pt x="12600" y="2454"/>
                    <a:pt x="12600" y="1841"/>
                  </a:cubicBezTo>
                  <a:cubicBezTo>
                    <a:pt x="12600" y="837"/>
                    <a:pt x="11764" y="1"/>
                    <a:pt x="10733" y="1"/>
                  </a:cubicBezTo>
                  <a:cubicBezTo>
                    <a:pt x="9729" y="1"/>
                    <a:pt x="8893" y="837"/>
                    <a:pt x="8893" y="1841"/>
                  </a:cubicBezTo>
                  <a:cubicBezTo>
                    <a:pt x="8893" y="2398"/>
                    <a:pt x="9172" y="2928"/>
                    <a:pt x="9562" y="3290"/>
                  </a:cubicBezTo>
                  <a:cubicBezTo>
                    <a:pt x="8503" y="3541"/>
                    <a:pt x="7401" y="3666"/>
                    <a:pt x="6300" y="3666"/>
                  </a:cubicBezTo>
                  <a:cubicBezTo>
                    <a:pt x="5199" y="3666"/>
                    <a:pt x="4098" y="3541"/>
                    <a:pt x="3039" y="3290"/>
                  </a:cubicBezTo>
                  <a:cubicBezTo>
                    <a:pt x="3457" y="2928"/>
                    <a:pt x="3708" y="2454"/>
                    <a:pt x="3708" y="1841"/>
                  </a:cubicBezTo>
                  <a:cubicBezTo>
                    <a:pt x="3708" y="837"/>
                    <a:pt x="2872" y="1"/>
                    <a:pt x="1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0" name="Google Shape;13630;p142"/>
          <p:cNvSpPr/>
          <p:nvPr/>
        </p:nvSpPr>
        <p:spPr>
          <a:xfrm>
            <a:off x="901486" y="1688459"/>
            <a:ext cx="361250" cy="473920"/>
          </a:xfrm>
          <a:custGeom>
            <a:avLst/>
            <a:gdLst/>
            <a:ahLst/>
            <a:cxnLst/>
            <a:rect l="l" t="t" r="r" b="b"/>
            <a:pathLst>
              <a:path w="9295" h="12194" extrusionOk="0">
                <a:moveTo>
                  <a:pt x="4568" y="662"/>
                </a:moveTo>
                <a:cubicBezTo>
                  <a:pt x="5167" y="662"/>
                  <a:pt x="5639" y="1135"/>
                  <a:pt x="5639" y="1734"/>
                </a:cubicBezTo>
                <a:cubicBezTo>
                  <a:pt x="5639" y="2301"/>
                  <a:pt x="5167" y="2773"/>
                  <a:pt x="4568" y="2773"/>
                </a:cubicBezTo>
                <a:cubicBezTo>
                  <a:pt x="3970" y="2773"/>
                  <a:pt x="3497" y="2301"/>
                  <a:pt x="3497" y="1734"/>
                </a:cubicBezTo>
                <a:cubicBezTo>
                  <a:pt x="3497" y="1135"/>
                  <a:pt x="3970" y="662"/>
                  <a:pt x="4568" y="662"/>
                </a:cubicBezTo>
                <a:close/>
                <a:moveTo>
                  <a:pt x="7750" y="3529"/>
                </a:moveTo>
                <a:cubicBezTo>
                  <a:pt x="8160" y="3529"/>
                  <a:pt x="8475" y="3844"/>
                  <a:pt x="8475" y="4254"/>
                </a:cubicBezTo>
                <a:cubicBezTo>
                  <a:pt x="8475" y="4632"/>
                  <a:pt x="8160" y="4947"/>
                  <a:pt x="7750" y="4947"/>
                </a:cubicBezTo>
                <a:cubicBezTo>
                  <a:pt x="7372" y="4947"/>
                  <a:pt x="7057" y="4632"/>
                  <a:pt x="7057" y="4254"/>
                </a:cubicBezTo>
                <a:cubicBezTo>
                  <a:pt x="7057" y="3876"/>
                  <a:pt x="7372" y="3529"/>
                  <a:pt x="7750" y="3529"/>
                </a:cubicBezTo>
                <a:close/>
                <a:moveTo>
                  <a:pt x="1733" y="4254"/>
                </a:moveTo>
                <a:cubicBezTo>
                  <a:pt x="2836" y="4254"/>
                  <a:pt x="3812" y="4979"/>
                  <a:pt x="4127" y="6018"/>
                </a:cubicBezTo>
                <a:lnTo>
                  <a:pt x="2678" y="5042"/>
                </a:lnTo>
                <a:cubicBezTo>
                  <a:pt x="2615" y="4991"/>
                  <a:pt x="2537" y="4966"/>
                  <a:pt x="2460" y="4966"/>
                </a:cubicBezTo>
                <a:cubicBezTo>
                  <a:pt x="2344" y="4966"/>
                  <a:pt x="2231" y="5023"/>
                  <a:pt x="2174" y="5136"/>
                </a:cubicBezTo>
                <a:cubicBezTo>
                  <a:pt x="2048" y="5294"/>
                  <a:pt x="2079" y="5546"/>
                  <a:pt x="2268" y="5672"/>
                </a:cubicBezTo>
                <a:lnTo>
                  <a:pt x="3434" y="6459"/>
                </a:lnTo>
                <a:lnTo>
                  <a:pt x="3182" y="6459"/>
                </a:lnTo>
                <a:cubicBezTo>
                  <a:pt x="1890" y="6396"/>
                  <a:pt x="819" y="5451"/>
                  <a:pt x="662" y="4254"/>
                </a:cubicBezTo>
                <a:close/>
                <a:moveTo>
                  <a:pt x="1355" y="7814"/>
                </a:moveTo>
                <a:cubicBezTo>
                  <a:pt x="1733" y="7814"/>
                  <a:pt x="2048" y="8129"/>
                  <a:pt x="2048" y="8539"/>
                </a:cubicBezTo>
                <a:cubicBezTo>
                  <a:pt x="2048" y="8917"/>
                  <a:pt x="1733" y="9232"/>
                  <a:pt x="1355" y="9232"/>
                </a:cubicBezTo>
                <a:cubicBezTo>
                  <a:pt x="945" y="9232"/>
                  <a:pt x="630" y="8917"/>
                  <a:pt x="630" y="8539"/>
                </a:cubicBezTo>
                <a:cubicBezTo>
                  <a:pt x="630" y="8129"/>
                  <a:pt x="945" y="7814"/>
                  <a:pt x="1355" y="7814"/>
                </a:cubicBezTo>
                <a:close/>
                <a:moveTo>
                  <a:pt x="8506" y="8476"/>
                </a:moveTo>
                <a:cubicBezTo>
                  <a:pt x="8317" y="9767"/>
                  <a:pt x="7246" y="10681"/>
                  <a:pt x="5986" y="10681"/>
                </a:cubicBezTo>
                <a:lnTo>
                  <a:pt x="5734" y="10681"/>
                </a:lnTo>
                <a:lnTo>
                  <a:pt x="6900" y="9893"/>
                </a:lnTo>
                <a:cubicBezTo>
                  <a:pt x="7057" y="9799"/>
                  <a:pt x="7089" y="9578"/>
                  <a:pt x="7026" y="9389"/>
                </a:cubicBezTo>
                <a:cubicBezTo>
                  <a:pt x="6940" y="9282"/>
                  <a:pt x="6809" y="9233"/>
                  <a:pt x="6675" y="9233"/>
                </a:cubicBezTo>
                <a:cubicBezTo>
                  <a:pt x="6613" y="9233"/>
                  <a:pt x="6550" y="9243"/>
                  <a:pt x="6490" y="9263"/>
                </a:cubicBezTo>
                <a:lnTo>
                  <a:pt x="5041" y="10271"/>
                </a:lnTo>
                <a:cubicBezTo>
                  <a:pt x="5356" y="9232"/>
                  <a:pt x="6301" y="8476"/>
                  <a:pt x="7435" y="8476"/>
                </a:cubicBezTo>
                <a:close/>
                <a:moveTo>
                  <a:pt x="4600" y="1"/>
                </a:moveTo>
                <a:cubicBezTo>
                  <a:pt x="3623" y="1"/>
                  <a:pt x="2836" y="788"/>
                  <a:pt x="2836" y="1765"/>
                </a:cubicBezTo>
                <a:cubicBezTo>
                  <a:pt x="2836" y="2616"/>
                  <a:pt x="3466" y="3340"/>
                  <a:pt x="4253" y="3498"/>
                </a:cubicBezTo>
                <a:lnTo>
                  <a:pt x="4253" y="4758"/>
                </a:lnTo>
                <a:cubicBezTo>
                  <a:pt x="3655" y="4033"/>
                  <a:pt x="2741" y="3561"/>
                  <a:pt x="1764" y="3561"/>
                </a:cubicBezTo>
                <a:lnTo>
                  <a:pt x="347" y="3561"/>
                </a:lnTo>
                <a:cubicBezTo>
                  <a:pt x="158" y="3561"/>
                  <a:pt x="0" y="3718"/>
                  <a:pt x="0" y="3939"/>
                </a:cubicBezTo>
                <a:cubicBezTo>
                  <a:pt x="0" y="5703"/>
                  <a:pt x="1449" y="7152"/>
                  <a:pt x="3214" y="7152"/>
                </a:cubicBezTo>
                <a:lnTo>
                  <a:pt x="4285" y="7152"/>
                </a:lnTo>
                <a:lnTo>
                  <a:pt x="4285" y="9988"/>
                </a:lnTo>
                <a:cubicBezTo>
                  <a:pt x="3844" y="9547"/>
                  <a:pt x="3340" y="9232"/>
                  <a:pt x="2804" y="9074"/>
                </a:cubicBezTo>
                <a:cubicBezTo>
                  <a:pt x="2836" y="8917"/>
                  <a:pt x="2867" y="8759"/>
                  <a:pt x="2867" y="8602"/>
                </a:cubicBezTo>
                <a:cubicBezTo>
                  <a:pt x="2867" y="7814"/>
                  <a:pt x="2237" y="7184"/>
                  <a:pt x="1449" y="7184"/>
                </a:cubicBezTo>
                <a:cubicBezTo>
                  <a:pt x="662" y="7184"/>
                  <a:pt x="32" y="7814"/>
                  <a:pt x="32" y="8602"/>
                </a:cubicBezTo>
                <a:cubicBezTo>
                  <a:pt x="32" y="9389"/>
                  <a:pt x="662" y="10019"/>
                  <a:pt x="1449" y="10019"/>
                </a:cubicBezTo>
                <a:cubicBezTo>
                  <a:pt x="1796" y="10019"/>
                  <a:pt x="2111" y="9893"/>
                  <a:pt x="2363" y="9673"/>
                </a:cubicBezTo>
                <a:cubicBezTo>
                  <a:pt x="3182" y="9862"/>
                  <a:pt x="3907" y="10429"/>
                  <a:pt x="4285" y="11153"/>
                </a:cubicBezTo>
                <a:lnTo>
                  <a:pt x="4285" y="11847"/>
                </a:lnTo>
                <a:cubicBezTo>
                  <a:pt x="4285" y="12036"/>
                  <a:pt x="4442" y="12193"/>
                  <a:pt x="4631" y="12193"/>
                </a:cubicBezTo>
                <a:cubicBezTo>
                  <a:pt x="4852" y="12193"/>
                  <a:pt x="5009" y="12036"/>
                  <a:pt x="5009" y="11847"/>
                </a:cubicBezTo>
                <a:lnTo>
                  <a:pt x="5009" y="11437"/>
                </a:lnTo>
                <a:lnTo>
                  <a:pt x="6049" y="11437"/>
                </a:lnTo>
                <a:cubicBezTo>
                  <a:pt x="7845" y="11437"/>
                  <a:pt x="9294" y="9988"/>
                  <a:pt x="9294" y="8224"/>
                </a:cubicBezTo>
                <a:cubicBezTo>
                  <a:pt x="9231" y="7971"/>
                  <a:pt x="9042" y="7814"/>
                  <a:pt x="8853" y="7814"/>
                </a:cubicBezTo>
                <a:lnTo>
                  <a:pt x="7435" y="7814"/>
                </a:lnTo>
                <a:cubicBezTo>
                  <a:pt x="6427" y="7814"/>
                  <a:pt x="5545" y="8287"/>
                  <a:pt x="4946" y="9011"/>
                </a:cubicBezTo>
                <a:lnTo>
                  <a:pt x="4946" y="6837"/>
                </a:lnTo>
                <a:cubicBezTo>
                  <a:pt x="5356" y="6081"/>
                  <a:pt x="6081" y="5546"/>
                  <a:pt x="6900" y="5357"/>
                </a:cubicBezTo>
                <a:cubicBezTo>
                  <a:pt x="7120" y="5546"/>
                  <a:pt x="7467" y="5703"/>
                  <a:pt x="7813" y="5703"/>
                </a:cubicBezTo>
                <a:cubicBezTo>
                  <a:pt x="8601" y="5703"/>
                  <a:pt x="9231" y="5073"/>
                  <a:pt x="9231" y="4285"/>
                </a:cubicBezTo>
                <a:cubicBezTo>
                  <a:pt x="9231" y="3498"/>
                  <a:pt x="8601" y="2868"/>
                  <a:pt x="7813" y="2868"/>
                </a:cubicBezTo>
                <a:cubicBezTo>
                  <a:pt x="7026" y="2868"/>
                  <a:pt x="6396" y="3498"/>
                  <a:pt x="6396" y="4285"/>
                </a:cubicBezTo>
                <a:cubicBezTo>
                  <a:pt x="6396" y="4443"/>
                  <a:pt x="6427" y="4600"/>
                  <a:pt x="6459" y="4758"/>
                </a:cubicBezTo>
                <a:cubicBezTo>
                  <a:pt x="5860" y="4947"/>
                  <a:pt x="5356" y="5262"/>
                  <a:pt x="4946" y="5672"/>
                </a:cubicBezTo>
                <a:lnTo>
                  <a:pt x="4946" y="3498"/>
                </a:lnTo>
                <a:cubicBezTo>
                  <a:pt x="5797" y="3340"/>
                  <a:pt x="6364" y="2584"/>
                  <a:pt x="6364" y="1765"/>
                </a:cubicBezTo>
                <a:cubicBezTo>
                  <a:pt x="6364" y="788"/>
                  <a:pt x="5576" y="1"/>
                  <a:pt x="460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31" name="Google Shape;13631;p142"/>
          <p:cNvGrpSpPr/>
          <p:nvPr/>
        </p:nvGrpSpPr>
        <p:grpSpPr>
          <a:xfrm>
            <a:off x="845233" y="2273195"/>
            <a:ext cx="476329" cy="476213"/>
            <a:chOff x="-21298675" y="2414425"/>
            <a:chExt cx="306400" cy="306325"/>
          </a:xfrm>
        </p:grpSpPr>
        <p:sp>
          <p:nvSpPr>
            <p:cNvPr id="13632" name="Google Shape;13632;p142"/>
            <p:cNvSpPr/>
            <p:nvPr/>
          </p:nvSpPr>
          <p:spPr>
            <a:xfrm>
              <a:off x="-21083650" y="2444575"/>
              <a:ext cx="20500" cy="18525"/>
            </a:xfrm>
            <a:custGeom>
              <a:avLst/>
              <a:gdLst/>
              <a:ahLst/>
              <a:cxnLst/>
              <a:rect l="l" t="t" r="r" b="b"/>
              <a:pathLst>
                <a:path w="820" h="74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5"/>
                    <a:pt x="158" y="623"/>
                  </a:cubicBezTo>
                  <a:cubicBezTo>
                    <a:pt x="237" y="702"/>
                    <a:pt x="331" y="741"/>
                    <a:pt x="422" y="741"/>
                  </a:cubicBezTo>
                  <a:cubicBezTo>
                    <a:pt x="512" y="741"/>
                    <a:pt x="599" y="702"/>
                    <a:pt x="662" y="623"/>
                  </a:cubicBezTo>
                  <a:cubicBezTo>
                    <a:pt x="819" y="465"/>
                    <a:pt x="819" y="276"/>
                    <a:pt x="662" y="119"/>
                  </a:cubicBezTo>
                  <a:cubicBezTo>
                    <a:pt x="583" y="40"/>
                    <a:pt x="496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3" name="Google Shape;13633;p142"/>
            <p:cNvSpPr/>
            <p:nvPr/>
          </p:nvSpPr>
          <p:spPr>
            <a:xfrm>
              <a:off x="-21298675" y="2414425"/>
              <a:ext cx="306400" cy="306325"/>
            </a:xfrm>
            <a:custGeom>
              <a:avLst/>
              <a:gdLst/>
              <a:ahLst/>
              <a:cxnLst/>
              <a:rect l="l" t="t" r="r" b="b"/>
              <a:pathLst>
                <a:path w="12256" h="12253" extrusionOk="0">
                  <a:moveTo>
                    <a:pt x="9420" y="695"/>
                  </a:moveTo>
                  <a:cubicBezTo>
                    <a:pt x="9704" y="695"/>
                    <a:pt x="9924" y="695"/>
                    <a:pt x="10176" y="726"/>
                  </a:cubicBezTo>
                  <a:cubicBezTo>
                    <a:pt x="10429" y="789"/>
                    <a:pt x="10555" y="1136"/>
                    <a:pt x="10365" y="1325"/>
                  </a:cubicBezTo>
                  <a:cubicBezTo>
                    <a:pt x="10208" y="1482"/>
                    <a:pt x="10208" y="1671"/>
                    <a:pt x="10365" y="1829"/>
                  </a:cubicBezTo>
                  <a:cubicBezTo>
                    <a:pt x="10444" y="1908"/>
                    <a:pt x="10531" y="1947"/>
                    <a:pt x="10618" y="1947"/>
                  </a:cubicBezTo>
                  <a:cubicBezTo>
                    <a:pt x="10704" y="1947"/>
                    <a:pt x="10791" y="1908"/>
                    <a:pt x="10870" y="1829"/>
                  </a:cubicBezTo>
                  <a:cubicBezTo>
                    <a:pt x="10942" y="1767"/>
                    <a:pt x="11027" y="1739"/>
                    <a:pt x="11111" y="1739"/>
                  </a:cubicBezTo>
                  <a:cubicBezTo>
                    <a:pt x="11283" y="1739"/>
                    <a:pt x="11447" y="1858"/>
                    <a:pt x="11468" y="2049"/>
                  </a:cubicBezTo>
                  <a:cubicBezTo>
                    <a:pt x="11594" y="2711"/>
                    <a:pt x="11563" y="3719"/>
                    <a:pt x="11248" y="4727"/>
                  </a:cubicBezTo>
                  <a:cubicBezTo>
                    <a:pt x="11060" y="4761"/>
                    <a:pt x="10872" y="4778"/>
                    <a:pt x="10684" y="4778"/>
                  </a:cubicBezTo>
                  <a:cubicBezTo>
                    <a:pt x="9833" y="4778"/>
                    <a:pt x="9006" y="4433"/>
                    <a:pt x="8412" y="3814"/>
                  </a:cubicBezTo>
                  <a:cubicBezTo>
                    <a:pt x="7656" y="3058"/>
                    <a:pt x="7341" y="1986"/>
                    <a:pt x="7499" y="978"/>
                  </a:cubicBezTo>
                  <a:cubicBezTo>
                    <a:pt x="8129" y="789"/>
                    <a:pt x="8822" y="695"/>
                    <a:pt x="9420" y="695"/>
                  </a:cubicBezTo>
                  <a:close/>
                  <a:moveTo>
                    <a:pt x="5102" y="1271"/>
                  </a:moveTo>
                  <a:cubicBezTo>
                    <a:pt x="5187" y="1271"/>
                    <a:pt x="5273" y="1278"/>
                    <a:pt x="5356" y="1293"/>
                  </a:cubicBezTo>
                  <a:cubicBezTo>
                    <a:pt x="5293" y="1356"/>
                    <a:pt x="5167" y="1451"/>
                    <a:pt x="5104" y="1514"/>
                  </a:cubicBezTo>
                  <a:cubicBezTo>
                    <a:pt x="4348" y="2270"/>
                    <a:pt x="3781" y="3373"/>
                    <a:pt x="3466" y="4822"/>
                  </a:cubicBezTo>
                  <a:cubicBezTo>
                    <a:pt x="3182" y="4475"/>
                    <a:pt x="3088" y="4034"/>
                    <a:pt x="3088" y="3562"/>
                  </a:cubicBezTo>
                  <a:cubicBezTo>
                    <a:pt x="3088" y="2900"/>
                    <a:pt x="3340" y="2270"/>
                    <a:pt x="3844" y="1797"/>
                  </a:cubicBezTo>
                  <a:cubicBezTo>
                    <a:pt x="4163" y="1478"/>
                    <a:pt x="4639" y="1271"/>
                    <a:pt x="5102" y="1271"/>
                  </a:cubicBezTo>
                  <a:close/>
                  <a:moveTo>
                    <a:pt x="6711" y="1293"/>
                  </a:moveTo>
                  <a:lnTo>
                    <a:pt x="6711" y="1293"/>
                  </a:lnTo>
                  <a:cubicBezTo>
                    <a:pt x="6616" y="2427"/>
                    <a:pt x="7026" y="3530"/>
                    <a:pt x="7845" y="4318"/>
                  </a:cubicBezTo>
                  <a:cubicBezTo>
                    <a:pt x="8562" y="5035"/>
                    <a:pt x="9540" y="5465"/>
                    <a:pt x="10565" y="5465"/>
                  </a:cubicBezTo>
                  <a:cubicBezTo>
                    <a:pt x="10666" y="5465"/>
                    <a:pt x="10768" y="5460"/>
                    <a:pt x="10870" y="5452"/>
                  </a:cubicBezTo>
                  <a:lnTo>
                    <a:pt x="10870" y="5452"/>
                  </a:lnTo>
                  <a:cubicBezTo>
                    <a:pt x="10681" y="5893"/>
                    <a:pt x="10429" y="6303"/>
                    <a:pt x="10082" y="6618"/>
                  </a:cubicBezTo>
                  <a:cubicBezTo>
                    <a:pt x="8444" y="8256"/>
                    <a:pt x="4852" y="8413"/>
                    <a:pt x="3749" y="8413"/>
                  </a:cubicBezTo>
                  <a:cubicBezTo>
                    <a:pt x="3749" y="7311"/>
                    <a:pt x="3907" y="3719"/>
                    <a:pt x="5545" y="2081"/>
                  </a:cubicBezTo>
                  <a:cubicBezTo>
                    <a:pt x="5860" y="1766"/>
                    <a:pt x="6270" y="1482"/>
                    <a:pt x="6711" y="1293"/>
                  </a:cubicBezTo>
                  <a:close/>
                  <a:moveTo>
                    <a:pt x="10838" y="6838"/>
                  </a:moveTo>
                  <a:cubicBezTo>
                    <a:pt x="10964" y="7405"/>
                    <a:pt x="10775" y="7941"/>
                    <a:pt x="10365" y="8382"/>
                  </a:cubicBezTo>
                  <a:cubicBezTo>
                    <a:pt x="9888" y="8860"/>
                    <a:pt x="9239" y="9101"/>
                    <a:pt x="8593" y="9101"/>
                  </a:cubicBezTo>
                  <a:cubicBezTo>
                    <a:pt x="8132" y="9101"/>
                    <a:pt x="7672" y="8978"/>
                    <a:pt x="7278" y="8728"/>
                  </a:cubicBezTo>
                  <a:cubicBezTo>
                    <a:pt x="8759" y="8382"/>
                    <a:pt x="9893" y="7878"/>
                    <a:pt x="10586" y="7122"/>
                  </a:cubicBezTo>
                  <a:cubicBezTo>
                    <a:pt x="10681" y="7027"/>
                    <a:pt x="10775" y="6933"/>
                    <a:pt x="10838" y="6838"/>
                  </a:cubicBezTo>
                  <a:close/>
                  <a:moveTo>
                    <a:pt x="1902" y="8486"/>
                  </a:moveTo>
                  <a:cubicBezTo>
                    <a:pt x="2355" y="8486"/>
                    <a:pt x="2810" y="8652"/>
                    <a:pt x="3151" y="9012"/>
                  </a:cubicBezTo>
                  <a:cubicBezTo>
                    <a:pt x="3718" y="9611"/>
                    <a:pt x="3812" y="10461"/>
                    <a:pt x="3466" y="11123"/>
                  </a:cubicBezTo>
                  <a:cubicBezTo>
                    <a:pt x="3151" y="10619"/>
                    <a:pt x="2804" y="10178"/>
                    <a:pt x="2426" y="9768"/>
                  </a:cubicBezTo>
                  <a:cubicBezTo>
                    <a:pt x="2017" y="9358"/>
                    <a:pt x="1544" y="9012"/>
                    <a:pt x="1040" y="8697"/>
                  </a:cubicBezTo>
                  <a:cubicBezTo>
                    <a:pt x="1304" y="8559"/>
                    <a:pt x="1603" y="8486"/>
                    <a:pt x="1902" y="8486"/>
                  </a:cubicBezTo>
                  <a:close/>
                  <a:moveTo>
                    <a:pt x="9468" y="0"/>
                  </a:moveTo>
                  <a:cubicBezTo>
                    <a:pt x="8905" y="0"/>
                    <a:pt x="8299" y="77"/>
                    <a:pt x="7719" y="222"/>
                  </a:cubicBezTo>
                  <a:cubicBezTo>
                    <a:pt x="7247" y="348"/>
                    <a:pt x="6711" y="537"/>
                    <a:pt x="6112" y="852"/>
                  </a:cubicBezTo>
                  <a:cubicBezTo>
                    <a:pt x="5784" y="699"/>
                    <a:pt x="5436" y="625"/>
                    <a:pt x="5090" y="625"/>
                  </a:cubicBezTo>
                  <a:cubicBezTo>
                    <a:pt x="4442" y="625"/>
                    <a:pt x="3802" y="884"/>
                    <a:pt x="3308" y="1356"/>
                  </a:cubicBezTo>
                  <a:cubicBezTo>
                    <a:pt x="2741" y="1955"/>
                    <a:pt x="2363" y="2774"/>
                    <a:pt x="2363" y="3656"/>
                  </a:cubicBezTo>
                  <a:cubicBezTo>
                    <a:pt x="2363" y="4475"/>
                    <a:pt x="2678" y="5263"/>
                    <a:pt x="3277" y="5893"/>
                  </a:cubicBezTo>
                  <a:cubicBezTo>
                    <a:pt x="3151" y="6649"/>
                    <a:pt x="3088" y="7405"/>
                    <a:pt x="3088" y="8130"/>
                  </a:cubicBezTo>
                  <a:cubicBezTo>
                    <a:pt x="2722" y="7947"/>
                    <a:pt x="2319" y="7854"/>
                    <a:pt x="1916" y="7854"/>
                  </a:cubicBezTo>
                  <a:cubicBezTo>
                    <a:pt x="1278" y="7854"/>
                    <a:pt x="641" y="8088"/>
                    <a:pt x="158" y="8571"/>
                  </a:cubicBezTo>
                  <a:cubicBezTo>
                    <a:pt x="0" y="8728"/>
                    <a:pt x="63" y="9043"/>
                    <a:pt x="252" y="9169"/>
                  </a:cubicBezTo>
                  <a:cubicBezTo>
                    <a:pt x="1481" y="9800"/>
                    <a:pt x="2489" y="10808"/>
                    <a:pt x="3119" y="12036"/>
                  </a:cubicBezTo>
                  <a:cubicBezTo>
                    <a:pt x="3191" y="12180"/>
                    <a:pt x="3315" y="12252"/>
                    <a:pt x="3443" y="12252"/>
                  </a:cubicBezTo>
                  <a:cubicBezTo>
                    <a:pt x="3539" y="12252"/>
                    <a:pt x="3637" y="12212"/>
                    <a:pt x="3718" y="12131"/>
                  </a:cubicBezTo>
                  <a:cubicBezTo>
                    <a:pt x="4506" y="11343"/>
                    <a:pt x="4663" y="10146"/>
                    <a:pt x="4159" y="9201"/>
                  </a:cubicBezTo>
                  <a:cubicBezTo>
                    <a:pt x="4884" y="9201"/>
                    <a:pt x="5671" y="9138"/>
                    <a:pt x="6396" y="9012"/>
                  </a:cubicBezTo>
                  <a:cubicBezTo>
                    <a:pt x="7026" y="9611"/>
                    <a:pt x="7814" y="9926"/>
                    <a:pt x="8633" y="9926"/>
                  </a:cubicBezTo>
                  <a:cubicBezTo>
                    <a:pt x="9452" y="9926"/>
                    <a:pt x="10271" y="9611"/>
                    <a:pt x="10933" y="8980"/>
                  </a:cubicBezTo>
                  <a:cubicBezTo>
                    <a:pt x="11657" y="8224"/>
                    <a:pt x="11878" y="7122"/>
                    <a:pt x="11437" y="6176"/>
                  </a:cubicBezTo>
                  <a:cubicBezTo>
                    <a:pt x="11752" y="5609"/>
                    <a:pt x="11941" y="5042"/>
                    <a:pt x="12067" y="4570"/>
                  </a:cubicBezTo>
                  <a:cubicBezTo>
                    <a:pt x="12224" y="3625"/>
                    <a:pt x="12256" y="2616"/>
                    <a:pt x="12130" y="1923"/>
                  </a:cubicBezTo>
                  <a:cubicBezTo>
                    <a:pt x="12067" y="1419"/>
                    <a:pt x="11626" y="1041"/>
                    <a:pt x="11153" y="1041"/>
                  </a:cubicBezTo>
                  <a:cubicBezTo>
                    <a:pt x="11122" y="537"/>
                    <a:pt x="10775" y="159"/>
                    <a:pt x="10302" y="65"/>
                  </a:cubicBezTo>
                  <a:cubicBezTo>
                    <a:pt x="10043" y="21"/>
                    <a:pt x="9761" y="0"/>
                    <a:pt x="94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4" name="Google Shape;13634;p142"/>
            <p:cNvSpPr/>
            <p:nvPr/>
          </p:nvSpPr>
          <p:spPr>
            <a:xfrm>
              <a:off x="-21171875" y="2521375"/>
              <a:ext cx="73275" cy="66100"/>
            </a:xfrm>
            <a:custGeom>
              <a:avLst/>
              <a:gdLst/>
              <a:ahLst/>
              <a:cxnLst/>
              <a:rect l="l" t="t" r="r" b="b"/>
              <a:pathLst>
                <a:path w="2931" h="2644" extrusionOk="0">
                  <a:moveTo>
                    <a:pt x="1499" y="0"/>
                  </a:moveTo>
                  <a:cubicBezTo>
                    <a:pt x="1471" y="0"/>
                    <a:pt x="1444" y="3"/>
                    <a:pt x="1418" y="8"/>
                  </a:cubicBezTo>
                  <a:lnTo>
                    <a:pt x="1009" y="166"/>
                  </a:lnTo>
                  <a:cubicBezTo>
                    <a:pt x="253" y="386"/>
                    <a:pt x="1" y="1394"/>
                    <a:pt x="568" y="1930"/>
                  </a:cubicBezTo>
                  <a:lnTo>
                    <a:pt x="977" y="2340"/>
                  </a:lnTo>
                  <a:cubicBezTo>
                    <a:pt x="1182" y="2544"/>
                    <a:pt x="1451" y="2643"/>
                    <a:pt x="1720" y="2643"/>
                  </a:cubicBezTo>
                  <a:cubicBezTo>
                    <a:pt x="2154" y="2643"/>
                    <a:pt x="2586" y="2385"/>
                    <a:pt x="2742" y="1898"/>
                  </a:cubicBezTo>
                  <a:lnTo>
                    <a:pt x="2899" y="1457"/>
                  </a:lnTo>
                  <a:cubicBezTo>
                    <a:pt x="2931" y="1268"/>
                    <a:pt x="2805" y="1016"/>
                    <a:pt x="2616" y="985"/>
                  </a:cubicBezTo>
                  <a:cubicBezTo>
                    <a:pt x="2577" y="972"/>
                    <a:pt x="2537" y="966"/>
                    <a:pt x="2498" y="966"/>
                  </a:cubicBezTo>
                  <a:cubicBezTo>
                    <a:pt x="2344" y="966"/>
                    <a:pt x="2200" y="1061"/>
                    <a:pt x="2175" y="1237"/>
                  </a:cubicBezTo>
                  <a:lnTo>
                    <a:pt x="2017" y="1646"/>
                  </a:lnTo>
                  <a:cubicBezTo>
                    <a:pt x="1977" y="1806"/>
                    <a:pt x="1836" y="1890"/>
                    <a:pt x="1682" y="1890"/>
                  </a:cubicBezTo>
                  <a:cubicBezTo>
                    <a:pt x="1593" y="1890"/>
                    <a:pt x="1499" y="1862"/>
                    <a:pt x="1418" y="1804"/>
                  </a:cubicBezTo>
                  <a:lnTo>
                    <a:pt x="1040" y="1426"/>
                  </a:lnTo>
                  <a:cubicBezTo>
                    <a:pt x="851" y="1237"/>
                    <a:pt x="914" y="922"/>
                    <a:pt x="1198" y="827"/>
                  </a:cubicBezTo>
                  <a:lnTo>
                    <a:pt x="1639" y="670"/>
                  </a:lnTo>
                  <a:cubicBezTo>
                    <a:pt x="1828" y="607"/>
                    <a:pt x="1891" y="386"/>
                    <a:pt x="1859" y="229"/>
                  </a:cubicBezTo>
                  <a:cubicBezTo>
                    <a:pt x="1807" y="70"/>
                    <a:pt x="1643" y="0"/>
                    <a:pt x="14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35" name="Google Shape;13635;p142"/>
          <p:cNvGrpSpPr/>
          <p:nvPr/>
        </p:nvGrpSpPr>
        <p:grpSpPr>
          <a:xfrm>
            <a:off x="844611" y="2865128"/>
            <a:ext cx="477573" cy="445432"/>
            <a:chOff x="-21299475" y="2798025"/>
            <a:chExt cx="307200" cy="286525"/>
          </a:xfrm>
        </p:grpSpPr>
        <p:sp>
          <p:nvSpPr>
            <p:cNvPr id="13636" name="Google Shape;13636;p142"/>
            <p:cNvSpPr/>
            <p:nvPr/>
          </p:nvSpPr>
          <p:spPr>
            <a:xfrm>
              <a:off x="-21153750" y="2798025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985"/>
                    <a:pt x="158" y="2143"/>
                    <a:pt x="347" y="2143"/>
                  </a:cubicBezTo>
                  <a:cubicBezTo>
                    <a:pt x="536" y="2143"/>
                    <a:pt x="693" y="1985"/>
                    <a:pt x="693" y="176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7" name="Google Shape;13637;p142"/>
            <p:cNvSpPr/>
            <p:nvPr/>
          </p:nvSpPr>
          <p:spPr>
            <a:xfrm>
              <a:off x="-21256925" y="2838400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410" y="0"/>
                  </a:moveTo>
                  <a:cubicBezTo>
                    <a:pt x="323" y="0"/>
                    <a:pt x="236" y="39"/>
                    <a:pt x="158" y="118"/>
                  </a:cubicBezTo>
                  <a:cubicBezTo>
                    <a:pt x="0" y="276"/>
                    <a:pt x="0" y="465"/>
                    <a:pt x="158" y="622"/>
                  </a:cubicBezTo>
                  <a:lnTo>
                    <a:pt x="1166" y="1662"/>
                  </a:lnTo>
                  <a:cubicBezTo>
                    <a:pt x="1245" y="1741"/>
                    <a:pt x="1331" y="1780"/>
                    <a:pt x="1418" y="1780"/>
                  </a:cubicBezTo>
                  <a:cubicBezTo>
                    <a:pt x="1504" y="1780"/>
                    <a:pt x="1591" y="1741"/>
                    <a:pt x="1670" y="1662"/>
                  </a:cubicBezTo>
                  <a:cubicBezTo>
                    <a:pt x="1827" y="1504"/>
                    <a:pt x="1827" y="1315"/>
                    <a:pt x="1670" y="1158"/>
                  </a:cubicBezTo>
                  <a:lnTo>
                    <a:pt x="662" y="118"/>
                  </a:lnTo>
                  <a:cubicBezTo>
                    <a:pt x="583" y="39"/>
                    <a:pt x="496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8" name="Google Shape;13638;p142"/>
            <p:cNvSpPr/>
            <p:nvPr/>
          </p:nvSpPr>
          <p:spPr>
            <a:xfrm>
              <a:off x="-21079725" y="2838400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0"/>
                  </a:moveTo>
                  <a:cubicBezTo>
                    <a:pt x="1332" y="0"/>
                    <a:pt x="1245" y="39"/>
                    <a:pt x="1166" y="118"/>
                  </a:cubicBezTo>
                  <a:lnTo>
                    <a:pt x="158" y="1158"/>
                  </a:lnTo>
                  <a:cubicBezTo>
                    <a:pt x="1" y="1315"/>
                    <a:pt x="1" y="1504"/>
                    <a:pt x="158" y="1662"/>
                  </a:cubicBezTo>
                  <a:cubicBezTo>
                    <a:pt x="237" y="1741"/>
                    <a:pt x="324" y="1780"/>
                    <a:pt x="410" y="1780"/>
                  </a:cubicBezTo>
                  <a:cubicBezTo>
                    <a:pt x="497" y="1780"/>
                    <a:pt x="584" y="1741"/>
                    <a:pt x="662" y="1662"/>
                  </a:cubicBezTo>
                  <a:lnTo>
                    <a:pt x="1671" y="622"/>
                  </a:lnTo>
                  <a:cubicBezTo>
                    <a:pt x="1828" y="465"/>
                    <a:pt x="1828" y="276"/>
                    <a:pt x="1671" y="118"/>
                  </a:cubicBezTo>
                  <a:cubicBezTo>
                    <a:pt x="1592" y="39"/>
                    <a:pt x="1505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9" name="Google Shape;13639;p142"/>
            <p:cNvSpPr/>
            <p:nvPr/>
          </p:nvSpPr>
          <p:spPr>
            <a:xfrm>
              <a:off x="-21113575" y="2825000"/>
              <a:ext cx="26800" cy="35050"/>
            </a:xfrm>
            <a:custGeom>
              <a:avLst/>
              <a:gdLst/>
              <a:ahLst/>
              <a:cxnLst/>
              <a:rect l="l" t="t" r="r" b="b"/>
              <a:pathLst>
                <a:path w="1072" h="1402" extrusionOk="0">
                  <a:moveTo>
                    <a:pt x="647" y="0"/>
                  </a:moveTo>
                  <a:cubicBezTo>
                    <a:pt x="510" y="0"/>
                    <a:pt x="386" y="71"/>
                    <a:pt x="315" y="213"/>
                  </a:cubicBezTo>
                  <a:lnTo>
                    <a:pt x="32" y="906"/>
                  </a:lnTo>
                  <a:cubicBezTo>
                    <a:pt x="0" y="1095"/>
                    <a:pt x="95" y="1284"/>
                    <a:pt x="252" y="1379"/>
                  </a:cubicBezTo>
                  <a:cubicBezTo>
                    <a:pt x="298" y="1394"/>
                    <a:pt x="344" y="1402"/>
                    <a:pt x="388" y="1402"/>
                  </a:cubicBezTo>
                  <a:cubicBezTo>
                    <a:pt x="527" y="1402"/>
                    <a:pt x="653" y="1325"/>
                    <a:pt x="725" y="1158"/>
                  </a:cubicBezTo>
                  <a:lnTo>
                    <a:pt x="977" y="497"/>
                  </a:lnTo>
                  <a:cubicBezTo>
                    <a:pt x="1071" y="308"/>
                    <a:pt x="977" y="119"/>
                    <a:pt x="788" y="24"/>
                  </a:cubicBezTo>
                  <a:cubicBezTo>
                    <a:pt x="740" y="8"/>
                    <a:pt x="693" y="0"/>
                    <a:pt x="6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0" name="Google Shape;13640;p142"/>
            <p:cNvSpPr/>
            <p:nvPr/>
          </p:nvSpPr>
          <p:spPr>
            <a:xfrm>
              <a:off x="-21204175" y="2825000"/>
              <a:ext cx="27600" cy="35050"/>
            </a:xfrm>
            <a:custGeom>
              <a:avLst/>
              <a:gdLst/>
              <a:ahLst/>
              <a:cxnLst/>
              <a:rect l="l" t="t" r="r" b="b"/>
              <a:pathLst>
                <a:path w="1104" h="1402" extrusionOk="0">
                  <a:moveTo>
                    <a:pt x="429" y="0"/>
                  </a:moveTo>
                  <a:cubicBezTo>
                    <a:pt x="381" y="0"/>
                    <a:pt x="332" y="8"/>
                    <a:pt x="285" y="24"/>
                  </a:cubicBezTo>
                  <a:cubicBezTo>
                    <a:pt x="95" y="119"/>
                    <a:pt x="1" y="308"/>
                    <a:pt x="95" y="497"/>
                  </a:cubicBezTo>
                  <a:lnTo>
                    <a:pt x="348" y="1158"/>
                  </a:lnTo>
                  <a:cubicBezTo>
                    <a:pt x="419" y="1325"/>
                    <a:pt x="545" y="1402"/>
                    <a:pt x="684" y="1402"/>
                  </a:cubicBezTo>
                  <a:cubicBezTo>
                    <a:pt x="728" y="1402"/>
                    <a:pt x="774" y="1394"/>
                    <a:pt x="820" y="1379"/>
                  </a:cubicBezTo>
                  <a:cubicBezTo>
                    <a:pt x="1041" y="1284"/>
                    <a:pt x="1104" y="1095"/>
                    <a:pt x="1041" y="906"/>
                  </a:cubicBezTo>
                  <a:lnTo>
                    <a:pt x="757" y="213"/>
                  </a:lnTo>
                  <a:cubicBezTo>
                    <a:pt x="710" y="71"/>
                    <a:pt x="574" y="0"/>
                    <a:pt x="4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1" name="Google Shape;13641;p142"/>
            <p:cNvSpPr/>
            <p:nvPr/>
          </p:nvSpPr>
          <p:spPr>
            <a:xfrm>
              <a:off x="-21297900" y="29405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79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2" name="Google Shape;13642;p142"/>
            <p:cNvSpPr/>
            <p:nvPr/>
          </p:nvSpPr>
          <p:spPr>
            <a:xfrm>
              <a:off x="-21047425" y="29405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2017" y="725"/>
                    <a:pt x="2174" y="568"/>
                    <a:pt x="2174" y="379"/>
                  </a:cubicBezTo>
                  <a:cubicBezTo>
                    <a:pt x="2174" y="158"/>
                    <a:pt x="2017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3" name="Google Shape;13643;p142"/>
            <p:cNvSpPr/>
            <p:nvPr/>
          </p:nvSpPr>
          <p:spPr>
            <a:xfrm>
              <a:off x="-21056100" y="2892750"/>
              <a:ext cx="37050" cy="25150"/>
            </a:xfrm>
            <a:custGeom>
              <a:avLst/>
              <a:gdLst/>
              <a:ahLst/>
              <a:cxnLst/>
              <a:rect l="l" t="t" r="r" b="b"/>
              <a:pathLst>
                <a:path w="1482" h="1006" extrusionOk="0">
                  <a:moveTo>
                    <a:pt x="1082" y="0"/>
                  </a:moveTo>
                  <a:cubicBezTo>
                    <a:pt x="1038" y="0"/>
                    <a:pt x="992" y="8"/>
                    <a:pt x="946" y="23"/>
                  </a:cubicBezTo>
                  <a:lnTo>
                    <a:pt x="284" y="307"/>
                  </a:lnTo>
                  <a:cubicBezTo>
                    <a:pt x="64" y="433"/>
                    <a:pt x="1" y="622"/>
                    <a:pt x="64" y="780"/>
                  </a:cubicBezTo>
                  <a:cubicBezTo>
                    <a:pt x="133" y="918"/>
                    <a:pt x="253" y="1006"/>
                    <a:pt x="386" y="1006"/>
                  </a:cubicBezTo>
                  <a:cubicBezTo>
                    <a:pt x="435" y="1006"/>
                    <a:pt x="486" y="994"/>
                    <a:pt x="536" y="969"/>
                  </a:cubicBezTo>
                  <a:lnTo>
                    <a:pt x="1198" y="717"/>
                  </a:lnTo>
                  <a:cubicBezTo>
                    <a:pt x="1419" y="622"/>
                    <a:pt x="1482" y="433"/>
                    <a:pt x="1419" y="244"/>
                  </a:cubicBezTo>
                  <a:cubicBezTo>
                    <a:pt x="1347" y="77"/>
                    <a:pt x="1221" y="0"/>
                    <a:pt x="10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4" name="Google Shape;13644;p142"/>
            <p:cNvSpPr/>
            <p:nvPr/>
          </p:nvSpPr>
          <p:spPr>
            <a:xfrm>
              <a:off x="-21271100" y="2893975"/>
              <a:ext cx="37825" cy="25150"/>
            </a:xfrm>
            <a:custGeom>
              <a:avLst/>
              <a:gdLst/>
              <a:ahLst/>
              <a:cxnLst/>
              <a:rect l="l" t="t" r="r" b="b"/>
              <a:pathLst>
                <a:path w="1513" h="1006" extrusionOk="0">
                  <a:moveTo>
                    <a:pt x="398" y="0"/>
                  </a:moveTo>
                  <a:cubicBezTo>
                    <a:pt x="254" y="0"/>
                    <a:pt x="141" y="88"/>
                    <a:pt x="95" y="227"/>
                  </a:cubicBezTo>
                  <a:cubicBezTo>
                    <a:pt x="0" y="416"/>
                    <a:pt x="95" y="605"/>
                    <a:pt x="284" y="699"/>
                  </a:cubicBezTo>
                  <a:lnTo>
                    <a:pt x="945" y="983"/>
                  </a:lnTo>
                  <a:cubicBezTo>
                    <a:pt x="991" y="998"/>
                    <a:pt x="1039" y="1006"/>
                    <a:pt x="1086" y="1006"/>
                  </a:cubicBezTo>
                  <a:cubicBezTo>
                    <a:pt x="1232" y="1006"/>
                    <a:pt x="1370" y="929"/>
                    <a:pt x="1418" y="762"/>
                  </a:cubicBezTo>
                  <a:cubicBezTo>
                    <a:pt x="1512" y="573"/>
                    <a:pt x="1418" y="384"/>
                    <a:pt x="1229" y="290"/>
                  </a:cubicBezTo>
                  <a:lnTo>
                    <a:pt x="567" y="37"/>
                  </a:lnTo>
                  <a:cubicBezTo>
                    <a:pt x="508" y="12"/>
                    <a:pt x="451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5" name="Google Shape;13645;p142"/>
            <p:cNvSpPr/>
            <p:nvPr/>
          </p:nvSpPr>
          <p:spPr>
            <a:xfrm>
              <a:off x="-21298675" y="3049275"/>
              <a:ext cx="306400" cy="35275"/>
            </a:xfrm>
            <a:custGeom>
              <a:avLst/>
              <a:gdLst/>
              <a:ahLst/>
              <a:cxnLst/>
              <a:rect l="l" t="t" r="r" b="b"/>
              <a:pathLst>
                <a:path w="12256" h="1411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41"/>
                    <a:pt x="347" y="505"/>
                    <a:pt x="284" y="536"/>
                  </a:cubicBezTo>
                  <a:cubicBezTo>
                    <a:pt x="95" y="631"/>
                    <a:pt x="0" y="820"/>
                    <a:pt x="95" y="1009"/>
                  </a:cubicBezTo>
                  <a:cubicBezTo>
                    <a:pt x="143" y="1176"/>
                    <a:pt x="263" y="1252"/>
                    <a:pt x="414" y="1252"/>
                  </a:cubicBezTo>
                  <a:cubicBezTo>
                    <a:pt x="462" y="1252"/>
                    <a:pt x="514" y="1244"/>
                    <a:pt x="567" y="1229"/>
                  </a:cubicBezTo>
                  <a:cubicBezTo>
                    <a:pt x="725" y="1166"/>
                    <a:pt x="819" y="1103"/>
                    <a:pt x="946" y="1009"/>
                  </a:cubicBezTo>
                  <a:cubicBezTo>
                    <a:pt x="1198" y="835"/>
                    <a:pt x="1505" y="749"/>
                    <a:pt x="1816" y="749"/>
                  </a:cubicBezTo>
                  <a:cubicBezTo>
                    <a:pt x="2127" y="749"/>
                    <a:pt x="2442" y="835"/>
                    <a:pt x="2710" y="1009"/>
                  </a:cubicBezTo>
                  <a:cubicBezTo>
                    <a:pt x="3104" y="1276"/>
                    <a:pt x="3553" y="1410"/>
                    <a:pt x="3994" y="1410"/>
                  </a:cubicBezTo>
                  <a:cubicBezTo>
                    <a:pt x="4435" y="1410"/>
                    <a:pt x="4868" y="1276"/>
                    <a:pt x="5230" y="1009"/>
                  </a:cubicBezTo>
                  <a:cubicBezTo>
                    <a:pt x="5498" y="835"/>
                    <a:pt x="5805" y="749"/>
                    <a:pt x="6108" y="749"/>
                  </a:cubicBezTo>
                  <a:cubicBezTo>
                    <a:pt x="6412" y="749"/>
                    <a:pt x="6711" y="835"/>
                    <a:pt x="6963" y="1009"/>
                  </a:cubicBezTo>
                  <a:cubicBezTo>
                    <a:pt x="7357" y="1276"/>
                    <a:pt x="7806" y="1410"/>
                    <a:pt x="8247" y="1410"/>
                  </a:cubicBezTo>
                  <a:cubicBezTo>
                    <a:pt x="8688" y="1410"/>
                    <a:pt x="9121" y="1276"/>
                    <a:pt x="9483" y="1009"/>
                  </a:cubicBezTo>
                  <a:cubicBezTo>
                    <a:pt x="9751" y="835"/>
                    <a:pt x="10058" y="749"/>
                    <a:pt x="10369" y="749"/>
                  </a:cubicBezTo>
                  <a:cubicBezTo>
                    <a:pt x="10681" y="749"/>
                    <a:pt x="10996" y="835"/>
                    <a:pt x="11279" y="1009"/>
                  </a:cubicBezTo>
                  <a:cubicBezTo>
                    <a:pt x="11437" y="1103"/>
                    <a:pt x="11531" y="1166"/>
                    <a:pt x="11689" y="1261"/>
                  </a:cubicBezTo>
                  <a:cubicBezTo>
                    <a:pt x="11736" y="1274"/>
                    <a:pt x="11782" y="1280"/>
                    <a:pt x="11825" y="1280"/>
                  </a:cubicBezTo>
                  <a:cubicBezTo>
                    <a:pt x="11984" y="1280"/>
                    <a:pt x="12112" y="1195"/>
                    <a:pt x="12161" y="1072"/>
                  </a:cubicBezTo>
                  <a:cubicBezTo>
                    <a:pt x="12256" y="820"/>
                    <a:pt x="12161" y="599"/>
                    <a:pt x="11972" y="536"/>
                  </a:cubicBezTo>
                  <a:cubicBezTo>
                    <a:pt x="11846" y="505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68"/>
                    <a:pt x="8546" y="662"/>
                    <a:pt x="8239" y="662"/>
                  </a:cubicBezTo>
                  <a:cubicBezTo>
                    <a:pt x="7932" y="662"/>
                    <a:pt x="7625" y="568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68"/>
                    <a:pt x="4293" y="662"/>
                    <a:pt x="3986" y="662"/>
                  </a:cubicBezTo>
                  <a:cubicBezTo>
                    <a:pt x="3679" y="662"/>
                    <a:pt x="3371" y="568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6" name="Google Shape;13646;p142"/>
            <p:cNvSpPr/>
            <p:nvPr/>
          </p:nvSpPr>
          <p:spPr>
            <a:xfrm>
              <a:off x="-21298675" y="3013050"/>
              <a:ext cx="306400" cy="34675"/>
            </a:xfrm>
            <a:custGeom>
              <a:avLst/>
              <a:gdLst/>
              <a:ahLst/>
              <a:cxnLst/>
              <a:rect l="l" t="t" r="r" b="b"/>
              <a:pathLst>
                <a:path w="12256" h="1387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10"/>
                    <a:pt x="347" y="504"/>
                    <a:pt x="284" y="536"/>
                  </a:cubicBezTo>
                  <a:cubicBezTo>
                    <a:pt x="95" y="599"/>
                    <a:pt x="0" y="819"/>
                    <a:pt x="95" y="1008"/>
                  </a:cubicBezTo>
                  <a:cubicBezTo>
                    <a:pt x="141" y="1147"/>
                    <a:pt x="255" y="1234"/>
                    <a:pt x="399" y="1234"/>
                  </a:cubicBezTo>
                  <a:cubicBezTo>
                    <a:pt x="452" y="1234"/>
                    <a:pt x="508" y="1223"/>
                    <a:pt x="567" y="1197"/>
                  </a:cubicBezTo>
                  <a:cubicBezTo>
                    <a:pt x="725" y="1166"/>
                    <a:pt x="819" y="1071"/>
                    <a:pt x="946" y="1008"/>
                  </a:cubicBezTo>
                  <a:cubicBezTo>
                    <a:pt x="1198" y="835"/>
                    <a:pt x="1505" y="748"/>
                    <a:pt x="1816" y="748"/>
                  </a:cubicBezTo>
                  <a:cubicBezTo>
                    <a:pt x="2127" y="748"/>
                    <a:pt x="2442" y="835"/>
                    <a:pt x="2710" y="1008"/>
                  </a:cubicBezTo>
                  <a:cubicBezTo>
                    <a:pt x="3104" y="1260"/>
                    <a:pt x="3553" y="1386"/>
                    <a:pt x="3994" y="1386"/>
                  </a:cubicBezTo>
                  <a:cubicBezTo>
                    <a:pt x="4435" y="1386"/>
                    <a:pt x="4868" y="1260"/>
                    <a:pt x="5230" y="1008"/>
                  </a:cubicBezTo>
                  <a:cubicBezTo>
                    <a:pt x="5498" y="835"/>
                    <a:pt x="5805" y="748"/>
                    <a:pt x="6108" y="748"/>
                  </a:cubicBezTo>
                  <a:cubicBezTo>
                    <a:pt x="6412" y="748"/>
                    <a:pt x="6711" y="835"/>
                    <a:pt x="6963" y="1008"/>
                  </a:cubicBezTo>
                  <a:cubicBezTo>
                    <a:pt x="7357" y="1260"/>
                    <a:pt x="7806" y="1386"/>
                    <a:pt x="8247" y="1386"/>
                  </a:cubicBezTo>
                  <a:cubicBezTo>
                    <a:pt x="8688" y="1386"/>
                    <a:pt x="9121" y="1260"/>
                    <a:pt x="9483" y="1008"/>
                  </a:cubicBezTo>
                  <a:cubicBezTo>
                    <a:pt x="9751" y="835"/>
                    <a:pt x="10058" y="748"/>
                    <a:pt x="10369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31" y="1166"/>
                    <a:pt x="11689" y="1229"/>
                  </a:cubicBezTo>
                  <a:cubicBezTo>
                    <a:pt x="11741" y="1251"/>
                    <a:pt x="11792" y="1261"/>
                    <a:pt x="11840" y="1261"/>
                  </a:cubicBezTo>
                  <a:cubicBezTo>
                    <a:pt x="11992" y="1261"/>
                    <a:pt x="12113" y="1160"/>
                    <a:pt x="12161" y="1040"/>
                  </a:cubicBezTo>
                  <a:cubicBezTo>
                    <a:pt x="12256" y="819"/>
                    <a:pt x="12161" y="630"/>
                    <a:pt x="11972" y="536"/>
                  </a:cubicBezTo>
                  <a:cubicBezTo>
                    <a:pt x="11846" y="504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1" y="552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7" name="Google Shape;13647;p142"/>
            <p:cNvSpPr/>
            <p:nvPr/>
          </p:nvSpPr>
          <p:spPr>
            <a:xfrm>
              <a:off x="-21299475" y="2868125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44" y="788"/>
                  </a:moveTo>
                  <a:cubicBezTo>
                    <a:pt x="7531" y="788"/>
                    <a:pt x="8633" y="1891"/>
                    <a:pt x="8633" y="3245"/>
                  </a:cubicBezTo>
                  <a:cubicBezTo>
                    <a:pt x="8633" y="3938"/>
                    <a:pt x="8350" y="4506"/>
                    <a:pt x="7909" y="5010"/>
                  </a:cubicBezTo>
                  <a:cubicBezTo>
                    <a:pt x="7720" y="4947"/>
                    <a:pt x="7562" y="4884"/>
                    <a:pt x="7373" y="4758"/>
                  </a:cubicBezTo>
                  <a:cubicBezTo>
                    <a:pt x="7011" y="4506"/>
                    <a:pt x="6578" y="4379"/>
                    <a:pt x="6140" y="4379"/>
                  </a:cubicBezTo>
                  <a:cubicBezTo>
                    <a:pt x="5703" y="4379"/>
                    <a:pt x="5262" y="4506"/>
                    <a:pt x="4884" y="4758"/>
                  </a:cubicBezTo>
                  <a:cubicBezTo>
                    <a:pt x="4727" y="4884"/>
                    <a:pt x="4569" y="4947"/>
                    <a:pt x="4380" y="5010"/>
                  </a:cubicBezTo>
                  <a:cubicBezTo>
                    <a:pt x="3939" y="4537"/>
                    <a:pt x="3655" y="3875"/>
                    <a:pt x="3655" y="3245"/>
                  </a:cubicBezTo>
                  <a:cubicBezTo>
                    <a:pt x="3655" y="1891"/>
                    <a:pt x="4758" y="788"/>
                    <a:pt x="6144" y="788"/>
                  </a:cubicBezTo>
                  <a:close/>
                  <a:moveTo>
                    <a:pt x="6144" y="0"/>
                  </a:moveTo>
                  <a:cubicBezTo>
                    <a:pt x="4380" y="0"/>
                    <a:pt x="2931" y="1450"/>
                    <a:pt x="2931" y="3214"/>
                  </a:cubicBezTo>
                  <a:cubicBezTo>
                    <a:pt x="2931" y="3812"/>
                    <a:pt x="3088" y="4411"/>
                    <a:pt x="3372" y="4884"/>
                  </a:cubicBezTo>
                  <a:cubicBezTo>
                    <a:pt x="3277" y="4852"/>
                    <a:pt x="3183" y="4789"/>
                    <a:pt x="3120" y="4726"/>
                  </a:cubicBezTo>
                  <a:cubicBezTo>
                    <a:pt x="2742" y="4474"/>
                    <a:pt x="2285" y="4348"/>
                    <a:pt x="1832" y="4348"/>
                  </a:cubicBezTo>
                  <a:cubicBezTo>
                    <a:pt x="1379" y="4348"/>
                    <a:pt x="930" y="4474"/>
                    <a:pt x="568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1" y="5167"/>
                    <a:pt x="95" y="5356"/>
                  </a:cubicBezTo>
                  <a:cubicBezTo>
                    <a:pt x="143" y="5498"/>
                    <a:pt x="261" y="5569"/>
                    <a:pt x="410" y="5569"/>
                  </a:cubicBezTo>
                  <a:cubicBezTo>
                    <a:pt x="460" y="5569"/>
                    <a:pt x="513" y="5561"/>
                    <a:pt x="568" y="5545"/>
                  </a:cubicBezTo>
                  <a:cubicBezTo>
                    <a:pt x="725" y="5514"/>
                    <a:pt x="820" y="5419"/>
                    <a:pt x="946" y="5356"/>
                  </a:cubicBezTo>
                  <a:cubicBezTo>
                    <a:pt x="1198" y="5183"/>
                    <a:pt x="1505" y="5096"/>
                    <a:pt x="1816" y="5096"/>
                  </a:cubicBezTo>
                  <a:cubicBezTo>
                    <a:pt x="2127" y="5096"/>
                    <a:pt x="2442" y="5183"/>
                    <a:pt x="2710" y="5356"/>
                  </a:cubicBezTo>
                  <a:cubicBezTo>
                    <a:pt x="3104" y="5608"/>
                    <a:pt x="3553" y="5734"/>
                    <a:pt x="3994" y="5734"/>
                  </a:cubicBezTo>
                  <a:cubicBezTo>
                    <a:pt x="4435" y="5734"/>
                    <a:pt x="4868" y="5608"/>
                    <a:pt x="5231" y="5356"/>
                  </a:cubicBezTo>
                  <a:cubicBezTo>
                    <a:pt x="5498" y="5183"/>
                    <a:pt x="5806" y="5096"/>
                    <a:pt x="6109" y="5096"/>
                  </a:cubicBezTo>
                  <a:cubicBezTo>
                    <a:pt x="6412" y="5096"/>
                    <a:pt x="6711" y="5183"/>
                    <a:pt x="6963" y="5356"/>
                  </a:cubicBezTo>
                  <a:cubicBezTo>
                    <a:pt x="7357" y="5608"/>
                    <a:pt x="7806" y="5734"/>
                    <a:pt x="8247" y="5734"/>
                  </a:cubicBezTo>
                  <a:cubicBezTo>
                    <a:pt x="8688" y="5734"/>
                    <a:pt x="9122" y="5608"/>
                    <a:pt x="9484" y="5356"/>
                  </a:cubicBezTo>
                  <a:cubicBezTo>
                    <a:pt x="9752" y="5183"/>
                    <a:pt x="10059" y="5096"/>
                    <a:pt x="10370" y="5096"/>
                  </a:cubicBezTo>
                  <a:cubicBezTo>
                    <a:pt x="10681" y="5096"/>
                    <a:pt x="10996" y="5183"/>
                    <a:pt x="11280" y="5356"/>
                  </a:cubicBezTo>
                  <a:cubicBezTo>
                    <a:pt x="11437" y="5419"/>
                    <a:pt x="11532" y="5514"/>
                    <a:pt x="11689" y="5577"/>
                  </a:cubicBezTo>
                  <a:cubicBezTo>
                    <a:pt x="11742" y="5599"/>
                    <a:pt x="11793" y="5609"/>
                    <a:pt x="11840" y="5609"/>
                  </a:cubicBezTo>
                  <a:cubicBezTo>
                    <a:pt x="11993" y="5609"/>
                    <a:pt x="12114" y="5508"/>
                    <a:pt x="12162" y="5388"/>
                  </a:cubicBezTo>
                  <a:cubicBezTo>
                    <a:pt x="12288" y="5199"/>
                    <a:pt x="12193" y="5010"/>
                    <a:pt x="12004" y="4915"/>
                  </a:cubicBezTo>
                  <a:cubicBezTo>
                    <a:pt x="11878" y="4884"/>
                    <a:pt x="11815" y="4852"/>
                    <a:pt x="11689" y="4758"/>
                  </a:cubicBezTo>
                  <a:cubicBezTo>
                    <a:pt x="11311" y="4506"/>
                    <a:pt x="10862" y="4379"/>
                    <a:pt x="10413" y="4379"/>
                  </a:cubicBezTo>
                  <a:cubicBezTo>
                    <a:pt x="9964" y="4379"/>
                    <a:pt x="9515" y="4506"/>
                    <a:pt x="9137" y="4758"/>
                  </a:cubicBezTo>
                  <a:lnTo>
                    <a:pt x="8885" y="4884"/>
                  </a:lnTo>
                  <a:cubicBezTo>
                    <a:pt x="9169" y="4379"/>
                    <a:pt x="9358" y="3812"/>
                    <a:pt x="9358" y="3214"/>
                  </a:cubicBezTo>
                  <a:cubicBezTo>
                    <a:pt x="9358" y="1450"/>
                    <a:pt x="7909" y="0"/>
                    <a:pt x="61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48" name="Google Shape;13648;p142"/>
          <p:cNvSpPr/>
          <p:nvPr/>
        </p:nvSpPr>
        <p:spPr>
          <a:xfrm>
            <a:off x="3766168" y="1689838"/>
            <a:ext cx="472676" cy="471160"/>
          </a:xfrm>
          <a:custGeom>
            <a:avLst/>
            <a:gdLst/>
            <a:ahLst/>
            <a:cxnLst/>
            <a:rect l="l" t="t" r="r" b="b"/>
            <a:pathLst>
              <a:path w="12162" h="12123" extrusionOk="0">
                <a:moveTo>
                  <a:pt x="8192" y="3616"/>
                </a:moveTo>
                <a:cubicBezTo>
                  <a:pt x="8381" y="3616"/>
                  <a:pt x="8539" y="3805"/>
                  <a:pt x="8539" y="3994"/>
                </a:cubicBezTo>
                <a:cubicBezTo>
                  <a:pt x="8539" y="4183"/>
                  <a:pt x="8381" y="4341"/>
                  <a:pt x="8192" y="4341"/>
                </a:cubicBezTo>
                <a:lnTo>
                  <a:pt x="3907" y="4341"/>
                </a:lnTo>
                <a:cubicBezTo>
                  <a:pt x="3687" y="4341"/>
                  <a:pt x="3529" y="4183"/>
                  <a:pt x="3529" y="3994"/>
                </a:cubicBezTo>
                <a:cubicBezTo>
                  <a:pt x="3529" y="3805"/>
                  <a:pt x="3687" y="3616"/>
                  <a:pt x="3907" y="3616"/>
                </a:cubicBezTo>
                <a:close/>
                <a:moveTo>
                  <a:pt x="8948" y="5097"/>
                </a:moveTo>
                <a:cubicBezTo>
                  <a:pt x="9137" y="5097"/>
                  <a:pt x="9295" y="5254"/>
                  <a:pt x="9295" y="5443"/>
                </a:cubicBezTo>
                <a:cubicBezTo>
                  <a:pt x="9295" y="5632"/>
                  <a:pt x="9137" y="5790"/>
                  <a:pt x="8948" y="5790"/>
                </a:cubicBezTo>
                <a:lnTo>
                  <a:pt x="3214" y="5790"/>
                </a:lnTo>
                <a:cubicBezTo>
                  <a:pt x="3025" y="5790"/>
                  <a:pt x="2868" y="5632"/>
                  <a:pt x="2868" y="5443"/>
                </a:cubicBezTo>
                <a:cubicBezTo>
                  <a:pt x="2868" y="5254"/>
                  <a:pt x="3025" y="5097"/>
                  <a:pt x="3214" y="5097"/>
                </a:cubicBezTo>
                <a:close/>
                <a:moveTo>
                  <a:pt x="4600" y="6514"/>
                </a:moveTo>
                <a:cubicBezTo>
                  <a:pt x="4443" y="6703"/>
                  <a:pt x="4317" y="6987"/>
                  <a:pt x="4285" y="7207"/>
                </a:cubicBezTo>
                <a:lnTo>
                  <a:pt x="2490" y="7207"/>
                </a:lnTo>
                <a:cubicBezTo>
                  <a:pt x="2269" y="7207"/>
                  <a:pt x="2112" y="7050"/>
                  <a:pt x="2112" y="6861"/>
                </a:cubicBezTo>
                <a:cubicBezTo>
                  <a:pt x="2112" y="6672"/>
                  <a:pt x="2269" y="6514"/>
                  <a:pt x="2490" y="6514"/>
                </a:cubicBezTo>
                <a:close/>
                <a:moveTo>
                  <a:pt x="9641" y="6514"/>
                </a:moveTo>
                <a:cubicBezTo>
                  <a:pt x="9830" y="6514"/>
                  <a:pt x="9988" y="6672"/>
                  <a:pt x="9988" y="6861"/>
                </a:cubicBezTo>
                <a:cubicBezTo>
                  <a:pt x="9988" y="7050"/>
                  <a:pt x="9830" y="7207"/>
                  <a:pt x="9641" y="7207"/>
                </a:cubicBezTo>
                <a:lnTo>
                  <a:pt x="7845" y="7207"/>
                </a:lnTo>
                <a:cubicBezTo>
                  <a:pt x="7782" y="6955"/>
                  <a:pt x="7688" y="6703"/>
                  <a:pt x="7530" y="6514"/>
                </a:cubicBezTo>
                <a:close/>
                <a:moveTo>
                  <a:pt x="4317" y="7932"/>
                </a:moveTo>
                <a:cubicBezTo>
                  <a:pt x="4380" y="8184"/>
                  <a:pt x="4506" y="8436"/>
                  <a:pt x="4632" y="8625"/>
                </a:cubicBezTo>
                <a:lnTo>
                  <a:pt x="3246" y="8625"/>
                </a:lnTo>
                <a:cubicBezTo>
                  <a:pt x="3025" y="8625"/>
                  <a:pt x="2868" y="8468"/>
                  <a:pt x="2868" y="8279"/>
                </a:cubicBezTo>
                <a:cubicBezTo>
                  <a:pt x="2868" y="8090"/>
                  <a:pt x="3025" y="7932"/>
                  <a:pt x="3246" y="7932"/>
                </a:cubicBezTo>
                <a:close/>
                <a:moveTo>
                  <a:pt x="6050" y="6514"/>
                </a:moveTo>
                <a:cubicBezTo>
                  <a:pt x="6648" y="6514"/>
                  <a:pt x="7121" y="6987"/>
                  <a:pt x="7121" y="7554"/>
                </a:cubicBezTo>
                <a:cubicBezTo>
                  <a:pt x="7121" y="8153"/>
                  <a:pt x="6648" y="8625"/>
                  <a:pt x="6050" y="8625"/>
                </a:cubicBezTo>
                <a:cubicBezTo>
                  <a:pt x="5483" y="8625"/>
                  <a:pt x="5010" y="8153"/>
                  <a:pt x="5010" y="7554"/>
                </a:cubicBezTo>
                <a:cubicBezTo>
                  <a:pt x="5010" y="6987"/>
                  <a:pt x="5483" y="6514"/>
                  <a:pt x="6050" y="6514"/>
                </a:cubicBezTo>
                <a:close/>
                <a:moveTo>
                  <a:pt x="8948" y="7932"/>
                </a:moveTo>
                <a:cubicBezTo>
                  <a:pt x="9137" y="7932"/>
                  <a:pt x="9295" y="8090"/>
                  <a:pt x="9295" y="8279"/>
                </a:cubicBezTo>
                <a:cubicBezTo>
                  <a:pt x="9295" y="8468"/>
                  <a:pt x="9137" y="8625"/>
                  <a:pt x="8948" y="8625"/>
                </a:cubicBezTo>
                <a:lnTo>
                  <a:pt x="7530" y="8625"/>
                </a:lnTo>
                <a:cubicBezTo>
                  <a:pt x="7688" y="8436"/>
                  <a:pt x="7782" y="8216"/>
                  <a:pt x="7845" y="7932"/>
                </a:cubicBezTo>
                <a:close/>
                <a:moveTo>
                  <a:pt x="8192" y="9350"/>
                </a:moveTo>
                <a:cubicBezTo>
                  <a:pt x="8381" y="9350"/>
                  <a:pt x="8539" y="9507"/>
                  <a:pt x="8539" y="9696"/>
                </a:cubicBezTo>
                <a:cubicBezTo>
                  <a:pt x="8539" y="9885"/>
                  <a:pt x="8381" y="10043"/>
                  <a:pt x="8192" y="10043"/>
                </a:cubicBezTo>
                <a:lnTo>
                  <a:pt x="3907" y="10043"/>
                </a:lnTo>
                <a:cubicBezTo>
                  <a:pt x="3687" y="10043"/>
                  <a:pt x="3529" y="9885"/>
                  <a:pt x="3529" y="9696"/>
                </a:cubicBezTo>
                <a:cubicBezTo>
                  <a:pt x="3529" y="9507"/>
                  <a:pt x="3687" y="9350"/>
                  <a:pt x="3907" y="9350"/>
                </a:cubicBezTo>
                <a:close/>
                <a:moveTo>
                  <a:pt x="7467" y="10799"/>
                </a:moveTo>
                <a:cubicBezTo>
                  <a:pt x="7688" y="10799"/>
                  <a:pt x="7845" y="10957"/>
                  <a:pt x="7845" y="11146"/>
                </a:cubicBezTo>
                <a:cubicBezTo>
                  <a:pt x="7845" y="11366"/>
                  <a:pt x="7688" y="11492"/>
                  <a:pt x="7467" y="11492"/>
                </a:cubicBezTo>
                <a:lnTo>
                  <a:pt x="4632" y="11492"/>
                </a:lnTo>
                <a:cubicBezTo>
                  <a:pt x="4443" y="11492"/>
                  <a:pt x="4285" y="11335"/>
                  <a:pt x="4285" y="11146"/>
                </a:cubicBezTo>
                <a:cubicBezTo>
                  <a:pt x="4285" y="10957"/>
                  <a:pt x="4443" y="10799"/>
                  <a:pt x="4632" y="10799"/>
                </a:cubicBezTo>
                <a:close/>
                <a:moveTo>
                  <a:pt x="8917" y="1"/>
                </a:moveTo>
                <a:cubicBezTo>
                  <a:pt x="8830" y="1"/>
                  <a:pt x="8743" y="40"/>
                  <a:pt x="8665" y="119"/>
                </a:cubicBezTo>
                <a:cubicBezTo>
                  <a:pt x="8507" y="276"/>
                  <a:pt x="8507" y="497"/>
                  <a:pt x="8665" y="654"/>
                </a:cubicBezTo>
                <a:lnTo>
                  <a:pt x="9484" y="1474"/>
                </a:lnTo>
                <a:lnTo>
                  <a:pt x="347" y="1474"/>
                </a:lnTo>
                <a:cubicBezTo>
                  <a:pt x="158" y="1474"/>
                  <a:pt x="1" y="1631"/>
                  <a:pt x="1" y="1820"/>
                </a:cubicBezTo>
                <a:cubicBezTo>
                  <a:pt x="1" y="2009"/>
                  <a:pt x="158" y="2167"/>
                  <a:pt x="347" y="2167"/>
                </a:cubicBezTo>
                <a:lnTo>
                  <a:pt x="1639" y="2167"/>
                </a:lnTo>
                <a:lnTo>
                  <a:pt x="820" y="3017"/>
                </a:lnTo>
                <a:cubicBezTo>
                  <a:pt x="662" y="3175"/>
                  <a:pt x="662" y="3364"/>
                  <a:pt x="820" y="3521"/>
                </a:cubicBezTo>
                <a:cubicBezTo>
                  <a:pt x="899" y="3600"/>
                  <a:pt x="985" y="3640"/>
                  <a:pt x="1072" y="3640"/>
                </a:cubicBezTo>
                <a:cubicBezTo>
                  <a:pt x="1159" y="3640"/>
                  <a:pt x="1245" y="3600"/>
                  <a:pt x="1324" y="3521"/>
                </a:cubicBezTo>
                <a:lnTo>
                  <a:pt x="2679" y="2167"/>
                </a:lnTo>
                <a:lnTo>
                  <a:pt x="5735" y="2167"/>
                </a:lnTo>
                <a:lnTo>
                  <a:pt x="5735" y="2923"/>
                </a:lnTo>
                <a:lnTo>
                  <a:pt x="3970" y="2923"/>
                </a:lnTo>
                <a:cubicBezTo>
                  <a:pt x="3372" y="2923"/>
                  <a:pt x="2899" y="3395"/>
                  <a:pt x="2899" y="3994"/>
                </a:cubicBezTo>
                <a:cubicBezTo>
                  <a:pt x="2899" y="4152"/>
                  <a:pt x="2962" y="4246"/>
                  <a:pt x="2994" y="4372"/>
                </a:cubicBezTo>
                <a:cubicBezTo>
                  <a:pt x="2521" y="4498"/>
                  <a:pt x="2206" y="4939"/>
                  <a:pt x="2206" y="5412"/>
                </a:cubicBezTo>
                <a:cubicBezTo>
                  <a:pt x="2206" y="5569"/>
                  <a:pt x="2238" y="5664"/>
                  <a:pt x="2269" y="5790"/>
                </a:cubicBezTo>
                <a:cubicBezTo>
                  <a:pt x="1797" y="5916"/>
                  <a:pt x="1481" y="6357"/>
                  <a:pt x="1481" y="6829"/>
                </a:cubicBezTo>
                <a:cubicBezTo>
                  <a:pt x="1481" y="7334"/>
                  <a:pt x="1797" y="7743"/>
                  <a:pt x="2269" y="7838"/>
                </a:cubicBezTo>
                <a:cubicBezTo>
                  <a:pt x="2238" y="7964"/>
                  <a:pt x="2206" y="8090"/>
                  <a:pt x="2206" y="8247"/>
                </a:cubicBezTo>
                <a:cubicBezTo>
                  <a:pt x="2206" y="8751"/>
                  <a:pt x="2553" y="9129"/>
                  <a:pt x="2994" y="9255"/>
                </a:cubicBezTo>
                <a:cubicBezTo>
                  <a:pt x="2962" y="9381"/>
                  <a:pt x="2899" y="9507"/>
                  <a:pt x="2899" y="9665"/>
                </a:cubicBezTo>
                <a:cubicBezTo>
                  <a:pt x="2899" y="10169"/>
                  <a:pt x="3277" y="10547"/>
                  <a:pt x="3687" y="10673"/>
                </a:cubicBezTo>
                <a:cubicBezTo>
                  <a:pt x="3655" y="10799"/>
                  <a:pt x="3624" y="10925"/>
                  <a:pt x="3624" y="11083"/>
                </a:cubicBezTo>
                <a:cubicBezTo>
                  <a:pt x="3624" y="11650"/>
                  <a:pt x="4096" y="12122"/>
                  <a:pt x="4695" y="12122"/>
                </a:cubicBezTo>
                <a:lnTo>
                  <a:pt x="7530" y="12122"/>
                </a:lnTo>
                <a:cubicBezTo>
                  <a:pt x="8097" y="12122"/>
                  <a:pt x="8570" y="11650"/>
                  <a:pt x="8570" y="11083"/>
                </a:cubicBezTo>
                <a:cubicBezTo>
                  <a:pt x="8570" y="10925"/>
                  <a:pt x="8539" y="10799"/>
                  <a:pt x="8507" y="10673"/>
                </a:cubicBezTo>
                <a:cubicBezTo>
                  <a:pt x="8980" y="10547"/>
                  <a:pt x="9295" y="10137"/>
                  <a:pt x="9295" y="9665"/>
                </a:cubicBezTo>
                <a:cubicBezTo>
                  <a:pt x="9295" y="9507"/>
                  <a:pt x="9263" y="9381"/>
                  <a:pt x="9200" y="9255"/>
                </a:cubicBezTo>
                <a:cubicBezTo>
                  <a:pt x="9673" y="9129"/>
                  <a:pt x="9988" y="8720"/>
                  <a:pt x="9988" y="8247"/>
                </a:cubicBezTo>
                <a:cubicBezTo>
                  <a:pt x="9988" y="8090"/>
                  <a:pt x="9956" y="7964"/>
                  <a:pt x="9925" y="7838"/>
                </a:cubicBezTo>
                <a:cubicBezTo>
                  <a:pt x="10397" y="7712"/>
                  <a:pt x="10712" y="7302"/>
                  <a:pt x="10712" y="6829"/>
                </a:cubicBezTo>
                <a:cubicBezTo>
                  <a:pt x="10712" y="6294"/>
                  <a:pt x="10366" y="5916"/>
                  <a:pt x="9925" y="5790"/>
                </a:cubicBezTo>
                <a:cubicBezTo>
                  <a:pt x="9956" y="5664"/>
                  <a:pt x="9988" y="5569"/>
                  <a:pt x="9988" y="5412"/>
                </a:cubicBezTo>
                <a:cubicBezTo>
                  <a:pt x="9988" y="4876"/>
                  <a:pt x="9641" y="4498"/>
                  <a:pt x="9200" y="4372"/>
                </a:cubicBezTo>
                <a:cubicBezTo>
                  <a:pt x="9263" y="4246"/>
                  <a:pt x="9295" y="4152"/>
                  <a:pt x="9295" y="3994"/>
                </a:cubicBezTo>
                <a:cubicBezTo>
                  <a:pt x="9295" y="3395"/>
                  <a:pt x="8822" y="2923"/>
                  <a:pt x="8224" y="2923"/>
                </a:cubicBezTo>
                <a:lnTo>
                  <a:pt x="6459" y="2923"/>
                </a:lnTo>
                <a:lnTo>
                  <a:pt x="6459" y="2167"/>
                </a:lnTo>
                <a:lnTo>
                  <a:pt x="11815" y="2167"/>
                </a:lnTo>
                <a:cubicBezTo>
                  <a:pt x="12004" y="2167"/>
                  <a:pt x="12162" y="2009"/>
                  <a:pt x="12162" y="1820"/>
                </a:cubicBezTo>
                <a:cubicBezTo>
                  <a:pt x="12162" y="1631"/>
                  <a:pt x="12004" y="1474"/>
                  <a:pt x="11815" y="1474"/>
                </a:cubicBezTo>
                <a:lnTo>
                  <a:pt x="10523" y="1474"/>
                </a:lnTo>
                <a:lnTo>
                  <a:pt x="9169" y="119"/>
                </a:lnTo>
                <a:cubicBezTo>
                  <a:pt x="9090" y="40"/>
                  <a:pt x="9003" y="1"/>
                  <a:pt x="891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9" name="Google Shape;13649;p142"/>
          <p:cNvSpPr/>
          <p:nvPr/>
        </p:nvSpPr>
        <p:spPr>
          <a:xfrm>
            <a:off x="3765566" y="2273932"/>
            <a:ext cx="473881" cy="475125"/>
          </a:xfrm>
          <a:custGeom>
            <a:avLst/>
            <a:gdLst/>
            <a:ahLst/>
            <a:cxnLst/>
            <a:rect l="l" t="t" r="r" b="b"/>
            <a:pathLst>
              <a:path w="12193" h="12225" extrusionOk="0">
                <a:moveTo>
                  <a:pt x="8601" y="694"/>
                </a:moveTo>
                <a:cubicBezTo>
                  <a:pt x="9011" y="694"/>
                  <a:pt x="9326" y="1009"/>
                  <a:pt x="9326" y="1418"/>
                </a:cubicBezTo>
                <a:cubicBezTo>
                  <a:pt x="9326" y="1796"/>
                  <a:pt x="9011" y="2111"/>
                  <a:pt x="8601" y="2111"/>
                </a:cubicBezTo>
                <a:cubicBezTo>
                  <a:pt x="8223" y="2111"/>
                  <a:pt x="7908" y="1796"/>
                  <a:pt x="7908" y="1418"/>
                </a:cubicBezTo>
                <a:cubicBezTo>
                  <a:pt x="7908" y="1009"/>
                  <a:pt x="8223" y="694"/>
                  <a:pt x="8601" y="694"/>
                </a:cubicBezTo>
                <a:close/>
                <a:moveTo>
                  <a:pt x="10428" y="1418"/>
                </a:moveTo>
                <a:cubicBezTo>
                  <a:pt x="11027" y="1418"/>
                  <a:pt x="11500" y="1891"/>
                  <a:pt x="11500" y="2458"/>
                </a:cubicBezTo>
                <a:cubicBezTo>
                  <a:pt x="11058" y="2238"/>
                  <a:pt x="10586" y="2111"/>
                  <a:pt x="10113" y="2111"/>
                </a:cubicBezTo>
                <a:lnTo>
                  <a:pt x="9861" y="2111"/>
                </a:lnTo>
                <a:cubicBezTo>
                  <a:pt x="9987" y="1922"/>
                  <a:pt x="10082" y="1639"/>
                  <a:pt x="10082" y="1418"/>
                </a:cubicBezTo>
                <a:close/>
                <a:moveTo>
                  <a:pt x="7624" y="2427"/>
                </a:moveTo>
                <a:lnTo>
                  <a:pt x="7624" y="2427"/>
                </a:lnTo>
                <a:cubicBezTo>
                  <a:pt x="7782" y="2616"/>
                  <a:pt x="8034" y="2742"/>
                  <a:pt x="8255" y="2836"/>
                </a:cubicBezTo>
                <a:cubicBezTo>
                  <a:pt x="8223" y="3088"/>
                  <a:pt x="8286" y="3340"/>
                  <a:pt x="8412" y="3466"/>
                </a:cubicBezTo>
                <a:lnTo>
                  <a:pt x="9704" y="4915"/>
                </a:lnTo>
                <a:cubicBezTo>
                  <a:pt x="10239" y="5483"/>
                  <a:pt x="10334" y="6270"/>
                  <a:pt x="9987" y="6932"/>
                </a:cubicBezTo>
                <a:cubicBezTo>
                  <a:pt x="9672" y="7530"/>
                  <a:pt x="9074" y="7877"/>
                  <a:pt x="8412" y="7877"/>
                </a:cubicBezTo>
                <a:lnTo>
                  <a:pt x="7750" y="7877"/>
                </a:lnTo>
                <a:cubicBezTo>
                  <a:pt x="7813" y="7688"/>
                  <a:pt x="7908" y="7467"/>
                  <a:pt x="7908" y="7278"/>
                </a:cubicBezTo>
                <a:lnTo>
                  <a:pt x="7908" y="7152"/>
                </a:lnTo>
                <a:lnTo>
                  <a:pt x="8475" y="7152"/>
                </a:lnTo>
                <a:cubicBezTo>
                  <a:pt x="8853" y="7152"/>
                  <a:pt x="9200" y="6963"/>
                  <a:pt x="9420" y="6617"/>
                </a:cubicBezTo>
                <a:cubicBezTo>
                  <a:pt x="9672" y="6144"/>
                  <a:pt x="9483" y="5609"/>
                  <a:pt x="9326" y="5451"/>
                </a:cubicBezTo>
                <a:lnTo>
                  <a:pt x="7908" y="3970"/>
                </a:lnTo>
                <a:cubicBezTo>
                  <a:pt x="7530" y="3561"/>
                  <a:pt x="7435" y="2931"/>
                  <a:pt x="7624" y="2427"/>
                </a:cubicBezTo>
                <a:close/>
                <a:moveTo>
                  <a:pt x="4398" y="4298"/>
                </a:moveTo>
                <a:cubicBezTo>
                  <a:pt x="4581" y="4298"/>
                  <a:pt x="4764" y="4315"/>
                  <a:pt x="4946" y="4348"/>
                </a:cubicBezTo>
                <a:cubicBezTo>
                  <a:pt x="6238" y="4632"/>
                  <a:pt x="7183" y="5861"/>
                  <a:pt x="7183" y="7278"/>
                </a:cubicBezTo>
                <a:cubicBezTo>
                  <a:pt x="7183" y="7593"/>
                  <a:pt x="6931" y="7877"/>
                  <a:pt x="6616" y="7877"/>
                </a:cubicBezTo>
                <a:lnTo>
                  <a:pt x="2143" y="7877"/>
                </a:lnTo>
                <a:cubicBezTo>
                  <a:pt x="1607" y="7877"/>
                  <a:pt x="1134" y="8003"/>
                  <a:pt x="725" y="8223"/>
                </a:cubicBezTo>
                <a:cubicBezTo>
                  <a:pt x="725" y="7625"/>
                  <a:pt x="1197" y="7152"/>
                  <a:pt x="1796" y="7152"/>
                </a:cubicBezTo>
                <a:lnTo>
                  <a:pt x="5388" y="7152"/>
                </a:lnTo>
                <a:cubicBezTo>
                  <a:pt x="5577" y="7152"/>
                  <a:pt x="5734" y="6995"/>
                  <a:pt x="5734" y="6806"/>
                </a:cubicBezTo>
                <a:cubicBezTo>
                  <a:pt x="5734" y="6617"/>
                  <a:pt x="5577" y="6459"/>
                  <a:pt x="5388" y="6459"/>
                </a:cubicBezTo>
                <a:lnTo>
                  <a:pt x="2930" y="6459"/>
                </a:lnTo>
                <a:cubicBezTo>
                  <a:pt x="3088" y="6018"/>
                  <a:pt x="3497" y="5735"/>
                  <a:pt x="3970" y="5735"/>
                </a:cubicBezTo>
                <a:lnTo>
                  <a:pt x="4663" y="5735"/>
                </a:lnTo>
                <a:cubicBezTo>
                  <a:pt x="4883" y="5735"/>
                  <a:pt x="5041" y="5577"/>
                  <a:pt x="5041" y="5388"/>
                </a:cubicBezTo>
                <a:cubicBezTo>
                  <a:pt x="5041" y="5199"/>
                  <a:pt x="4883" y="5041"/>
                  <a:pt x="4663" y="5041"/>
                </a:cubicBezTo>
                <a:lnTo>
                  <a:pt x="3970" y="5041"/>
                </a:lnTo>
                <a:cubicBezTo>
                  <a:pt x="3088" y="5041"/>
                  <a:pt x="2395" y="5672"/>
                  <a:pt x="2237" y="6459"/>
                </a:cubicBezTo>
                <a:lnTo>
                  <a:pt x="1796" y="6459"/>
                </a:lnTo>
                <a:cubicBezTo>
                  <a:pt x="1733" y="6459"/>
                  <a:pt x="1607" y="6459"/>
                  <a:pt x="1512" y="6491"/>
                </a:cubicBezTo>
                <a:cubicBezTo>
                  <a:pt x="1670" y="5861"/>
                  <a:pt x="2048" y="5293"/>
                  <a:pt x="2552" y="4915"/>
                </a:cubicBezTo>
                <a:cubicBezTo>
                  <a:pt x="3072" y="4519"/>
                  <a:pt x="3728" y="4298"/>
                  <a:pt x="4398" y="4298"/>
                </a:cubicBezTo>
                <a:close/>
                <a:moveTo>
                  <a:pt x="5041" y="8728"/>
                </a:moveTo>
                <a:lnTo>
                  <a:pt x="5041" y="9295"/>
                </a:lnTo>
                <a:lnTo>
                  <a:pt x="4316" y="9295"/>
                </a:lnTo>
                <a:lnTo>
                  <a:pt x="5041" y="8728"/>
                </a:lnTo>
                <a:close/>
                <a:moveTo>
                  <a:pt x="8601" y="1"/>
                </a:moveTo>
                <a:cubicBezTo>
                  <a:pt x="7750" y="1"/>
                  <a:pt x="7089" y="757"/>
                  <a:pt x="7215" y="1607"/>
                </a:cubicBezTo>
                <a:cubicBezTo>
                  <a:pt x="6585" y="2458"/>
                  <a:pt x="6616" y="3655"/>
                  <a:pt x="7309" y="4443"/>
                </a:cubicBezTo>
                <a:lnTo>
                  <a:pt x="8727" y="5955"/>
                </a:lnTo>
                <a:cubicBezTo>
                  <a:pt x="8853" y="6176"/>
                  <a:pt x="8696" y="6491"/>
                  <a:pt x="8412" y="6491"/>
                </a:cubicBezTo>
                <a:lnTo>
                  <a:pt x="7782" y="6491"/>
                </a:lnTo>
                <a:cubicBezTo>
                  <a:pt x="7467" y="5104"/>
                  <a:pt x="6459" y="4002"/>
                  <a:pt x="5073" y="3750"/>
                </a:cubicBezTo>
                <a:cubicBezTo>
                  <a:pt x="4809" y="3688"/>
                  <a:pt x="4546" y="3658"/>
                  <a:pt x="4286" y="3658"/>
                </a:cubicBezTo>
                <a:cubicBezTo>
                  <a:pt x="3490" y="3658"/>
                  <a:pt x="2729" y="3936"/>
                  <a:pt x="2111" y="4411"/>
                </a:cubicBezTo>
                <a:cubicBezTo>
                  <a:pt x="1323" y="5010"/>
                  <a:pt x="851" y="5892"/>
                  <a:pt x="725" y="6837"/>
                </a:cubicBezTo>
                <a:cubicBezTo>
                  <a:pt x="315" y="7152"/>
                  <a:pt x="0" y="7719"/>
                  <a:pt x="0" y="8286"/>
                </a:cubicBezTo>
                <a:lnTo>
                  <a:pt x="0" y="9011"/>
                </a:lnTo>
                <a:cubicBezTo>
                  <a:pt x="0" y="9218"/>
                  <a:pt x="163" y="9357"/>
                  <a:pt x="328" y="9357"/>
                </a:cubicBezTo>
                <a:cubicBezTo>
                  <a:pt x="415" y="9357"/>
                  <a:pt x="502" y="9318"/>
                  <a:pt x="567" y="9232"/>
                </a:cubicBezTo>
                <a:cubicBezTo>
                  <a:pt x="977" y="8854"/>
                  <a:pt x="1512" y="8664"/>
                  <a:pt x="2080" y="8664"/>
                </a:cubicBezTo>
                <a:lnTo>
                  <a:pt x="4033" y="8664"/>
                </a:lnTo>
                <a:lnTo>
                  <a:pt x="2993" y="9452"/>
                </a:lnTo>
                <a:cubicBezTo>
                  <a:pt x="2710" y="9641"/>
                  <a:pt x="2867" y="10082"/>
                  <a:pt x="3182" y="10082"/>
                </a:cubicBezTo>
                <a:lnTo>
                  <a:pt x="4946" y="10082"/>
                </a:lnTo>
                <a:lnTo>
                  <a:pt x="4946" y="11878"/>
                </a:lnTo>
                <a:cubicBezTo>
                  <a:pt x="4946" y="12067"/>
                  <a:pt x="5104" y="12225"/>
                  <a:pt x="5293" y="12225"/>
                </a:cubicBezTo>
                <a:cubicBezTo>
                  <a:pt x="5514" y="12225"/>
                  <a:pt x="5671" y="12067"/>
                  <a:pt x="5671" y="11878"/>
                </a:cubicBezTo>
                <a:lnTo>
                  <a:pt x="5671" y="10082"/>
                </a:lnTo>
                <a:lnTo>
                  <a:pt x="6364" y="10082"/>
                </a:lnTo>
                <a:lnTo>
                  <a:pt x="6364" y="10429"/>
                </a:lnTo>
                <a:cubicBezTo>
                  <a:pt x="6364" y="10618"/>
                  <a:pt x="6522" y="10775"/>
                  <a:pt x="6711" y="10775"/>
                </a:cubicBezTo>
                <a:cubicBezTo>
                  <a:pt x="6931" y="10775"/>
                  <a:pt x="7089" y="10618"/>
                  <a:pt x="7089" y="10429"/>
                </a:cubicBezTo>
                <a:lnTo>
                  <a:pt x="7089" y="9704"/>
                </a:lnTo>
                <a:cubicBezTo>
                  <a:pt x="7089" y="9515"/>
                  <a:pt x="6931" y="9358"/>
                  <a:pt x="6711" y="9358"/>
                </a:cubicBezTo>
                <a:lnTo>
                  <a:pt x="5671" y="9358"/>
                </a:lnTo>
                <a:lnTo>
                  <a:pt x="5671" y="8664"/>
                </a:lnTo>
                <a:lnTo>
                  <a:pt x="8349" y="8664"/>
                </a:lnTo>
                <a:cubicBezTo>
                  <a:pt x="9231" y="8664"/>
                  <a:pt x="10113" y="8129"/>
                  <a:pt x="10554" y="7341"/>
                </a:cubicBezTo>
                <a:cubicBezTo>
                  <a:pt x="11027" y="6396"/>
                  <a:pt x="10901" y="5293"/>
                  <a:pt x="10145" y="4506"/>
                </a:cubicBezTo>
                <a:lnTo>
                  <a:pt x="8822" y="3057"/>
                </a:lnTo>
                <a:lnTo>
                  <a:pt x="8822" y="2994"/>
                </a:lnTo>
                <a:cubicBezTo>
                  <a:pt x="8853" y="2931"/>
                  <a:pt x="8759" y="2931"/>
                  <a:pt x="9987" y="2931"/>
                </a:cubicBezTo>
                <a:cubicBezTo>
                  <a:pt x="10554" y="2931"/>
                  <a:pt x="11058" y="3151"/>
                  <a:pt x="11437" y="3529"/>
                </a:cubicBezTo>
                <a:cubicBezTo>
                  <a:pt x="11523" y="3616"/>
                  <a:pt x="11621" y="3654"/>
                  <a:pt x="11712" y="3654"/>
                </a:cubicBezTo>
                <a:cubicBezTo>
                  <a:pt x="11886" y="3654"/>
                  <a:pt x="12035" y="3515"/>
                  <a:pt x="12035" y="3309"/>
                </a:cubicBezTo>
                <a:lnTo>
                  <a:pt x="12035" y="2584"/>
                </a:lnTo>
                <a:cubicBezTo>
                  <a:pt x="12193" y="1481"/>
                  <a:pt x="11374" y="694"/>
                  <a:pt x="10397" y="694"/>
                </a:cubicBezTo>
                <a:lnTo>
                  <a:pt x="9830" y="694"/>
                </a:lnTo>
                <a:cubicBezTo>
                  <a:pt x="9609" y="284"/>
                  <a:pt x="9137" y="1"/>
                  <a:pt x="860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0" name="Google Shape;13650;p142"/>
          <p:cNvSpPr/>
          <p:nvPr/>
        </p:nvSpPr>
        <p:spPr>
          <a:xfrm>
            <a:off x="3757598" y="2851126"/>
            <a:ext cx="489816" cy="473881"/>
          </a:xfrm>
          <a:custGeom>
            <a:avLst/>
            <a:gdLst/>
            <a:ahLst/>
            <a:cxnLst/>
            <a:rect l="l" t="t" r="r" b="b"/>
            <a:pathLst>
              <a:path w="12603" h="12193" extrusionOk="0">
                <a:moveTo>
                  <a:pt x="9547" y="5986"/>
                </a:moveTo>
                <a:cubicBezTo>
                  <a:pt x="9767" y="6364"/>
                  <a:pt x="9925" y="6742"/>
                  <a:pt x="10019" y="7152"/>
                </a:cubicBezTo>
                <a:lnTo>
                  <a:pt x="8381" y="7152"/>
                </a:lnTo>
                <a:lnTo>
                  <a:pt x="9547" y="5986"/>
                </a:lnTo>
                <a:close/>
                <a:moveTo>
                  <a:pt x="9988" y="7845"/>
                </a:moveTo>
                <a:cubicBezTo>
                  <a:pt x="9925" y="8255"/>
                  <a:pt x="9767" y="8633"/>
                  <a:pt x="9515" y="8979"/>
                </a:cubicBezTo>
                <a:lnTo>
                  <a:pt x="8381" y="7845"/>
                </a:lnTo>
                <a:close/>
                <a:moveTo>
                  <a:pt x="7152" y="8349"/>
                </a:moveTo>
                <a:lnTo>
                  <a:pt x="7152" y="9987"/>
                </a:lnTo>
                <a:cubicBezTo>
                  <a:pt x="6774" y="9924"/>
                  <a:pt x="6365" y="9767"/>
                  <a:pt x="6018" y="9515"/>
                </a:cubicBezTo>
                <a:lnTo>
                  <a:pt x="7152" y="8349"/>
                </a:lnTo>
                <a:close/>
                <a:moveTo>
                  <a:pt x="7877" y="8349"/>
                </a:moveTo>
                <a:lnTo>
                  <a:pt x="9011" y="9515"/>
                </a:lnTo>
                <a:cubicBezTo>
                  <a:pt x="8665" y="9735"/>
                  <a:pt x="8255" y="9893"/>
                  <a:pt x="7877" y="9987"/>
                </a:cubicBezTo>
                <a:lnTo>
                  <a:pt x="7877" y="8349"/>
                </a:lnTo>
                <a:close/>
                <a:moveTo>
                  <a:pt x="10555" y="4947"/>
                </a:moveTo>
                <a:cubicBezTo>
                  <a:pt x="11815" y="6522"/>
                  <a:pt x="11721" y="8790"/>
                  <a:pt x="10271" y="10240"/>
                </a:cubicBezTo>
                <a:cubicBezTo>
                  <a:pt x="9506" y="11022"/>
                  <a:pt x="8502" y="11409"/>
                  <a:pt x="7503" y="11409"/>
                </a:cubicBezTo>
                <a:cubicBezTo>
                  <a:pt x="6611" y="11409"/>
                  <a:pt x="5723" y="11101"/>
                  <a:pt x="5010" y="10492"/>
                </a:cubicBezTo>
                <a:lnTo>
                  <a:pt x="5514" y="9987"/>
                </a:lnTo>
                <a:cubicBezTo>
                  <a:pt x="6089" y="10447"/>
                  <a:pt x="6788" y="10671"/>
                  <a:pt x="7489" y="10671"/>
                </a:cubicBezTo>
                <a:cubicBezTo>
                  <a:pt x="8325" y="10671"/>
                  <a:pt x="9165" y="10352"/>
                  <a:pt x="9799" y="9735"/>
                </a:cubicBezTo>
                <a:cubicBezTo>
                  <a:pt x="10996" y="8570"/>
                  <a:pt x="11059" y="6711"/>
                  <a:pt x="10051" y="5451"/>
                </a:cubicBezTo>
                <a:lnTo>
                  <a:pt x="10555" y="4947"/>
                </a:lnTo>
                <a:close/>
                <a:moveTo>
                  <a:pt x="5703" y="2143"/>
                </a:moveTo>
                <a:cubicBezTo>
                  <a:pt x="7404" y="2269"/>
                  <a:pt x="8948" y="3371"/>
                  <a:pt x="9641" y="4947"/>
                </a:cubicBezTo>
                <a:lnTo>
                  <a:pt x="4254" y="10334"/>
                </a:lnTo>
                <a:cubicBezTo>
                  <a:pt x="4096" y="10492"/>
                  <a:pt x="4096" y="10681"/>
                  <a:pt x="4254" y="10838"/>
                </a:cubicBezTo>
                <a:cubicBezTo>
                  <a:pt x="4506" y="11090"/>
                  <a:pt x="4758" y="11279"/>
                  <a:pt x="5042" y="11468"/>
                </a:cubicBezTo>
                <a:cubicBezTo>
                  <a:pt x="2584" y="11185"/>
                  <a:pt x="694" y="9137"/>
                  <a:pt x="694" y="6742"/>
                </a:cubicBezTo>
                <a:cubicBezTo>
                  <a:pt x="694" y="4317"/>
                  <a:pt x="2584" y="2300"/>
                  <a:pt x="5010" y="2143"/>
                </a:cubicBezTo>
                <a:lnTo>
                  <a:pt x="5010" y="3056"/>
                </a:lnTo>
                <a:cubicBezTo>
                  <a:pt x="4979" y="2993"/>
                  <a:pt x="4915" y="2993"/>
                  <a:pt x="4884" y="2962"/>
                </a:cubicBezTo>
                <a:cubicBezTo>
                  <a:pt x="4805" y="2883"/>
                  <a:pt x="4719" y="2844"/>
                  <a:pt x="4632" y="2844"/>
                </a:cubicBezTo>
                <a:cubicBezTo>
                  <a:pt x="4545" y="2844"/>
                  <a:pt x="4459" y="2883"/>
                  <a:pt x="4380" y="2962"/>
                </a:cubicBezTo>
                <a:cubicBezTo>
                  <a:pt x="4222" y="3119"/>
                  <a:pt x="4222" y="3308"/>
                  <a:pt x="4380" y="3466"/>
                </a:cubicBezTo>
                <a:cubicBezTo>
                  <a:pt x="4663" y="3750"/>
                  <a:pt x="4979" y="3876"/>
                  <a:pt x="5357" y="3876"/>
                </a:cubicBezTo>
                <a:cubicBezTo>
                  <a:pt x="5766" y="3876"/>
                  <a:pt x="6081" y="3718"/>
                  <a:pt x="6333" y="3466"/>
                </a:cubicBezTo>
                <a:cubicBezTo>
                  <a:pt x="6491" y="3308"/>
                  <a:pt x="6491" y="3119"/>
                  <a:pt x="6333" y="2962"/>
                </a:cubicBezTo>
                <a:cubicBezTo>
                  <a:pt x="6254" y="2883"/>
                  <a:pt x="6168" y="2844"/>
                  <a:pt x="6081" y="2844"/>
                </a:cubicBezTo>
                <a:cubicBezTo>
                  <a:pt x="5995" y="2844"/>
                  <a:pt x="5908" y="2883"/>
                  <a:pt x="5829" y="2962"/>
                </a:cubicBezTo>
                <a:cubicBezTo>
                  <a:pt x="5798" y="2993"/>
                  <a:pt x="5766" y="3056"/>
                  <a:pt x="5703" y="3056"/>
                </a:cubicBezTo>
                <a:lnTo>
                  <a:pt x="5703" y="2143"/>
                </a:lnTo>
                <a:close/>
                <a:moveTo>
                  <a:pt x="3907" y="0"/>
                </a:moveTo>
                <a:cubicBezTo>
                  <a:pt x="3687" y="0"/>
                  <a:pt x="3529" y="158"/>
                  <a:pt x="3529" y="379"/>
                </a:cubicBezTo>
                <a:cubicBezTo>
                  <a:pt x="3529" y="568"/>
                  <a:pt x="3687" y="725"/>
                  <a:pt x="3907" y="725"/>
                </a:cubicBezTo>
                <a:cubicBezTo>
                  <a:pt x="4380" y="725"/>
                  <a:pt x="4758" y="1040"/>
                  <a:pt x="4915" y="1481"/>
                </a:cubicBezTo>
                <a:cubicBezTo>
                  <a:pt x="2175" y="1670"/>
                  <a:pt x="1" y="4002"/>
                  <a:pt x="1" y="6774"/>
                </a:cubicBezTo>
                <a:cubicBezTo>
                  <a:pt x="1" y="9735"/>
                  <a:pt x="2427" y="12193"/>
                  <a:pt x="5420" y="12193"/>
                </a:cubicBezTo>
                <a:cubicBezTo>
                  <a:pt x="5798" y="12193"/>
                  <a:pt x="6144" y="12130"/>
                  <a:pt x="6522" y="12067"/>
                </a:cubicBezTo>
                <a:cubicBezTo>
                  <a:pt x="6858" y="12144"/>
                  <a:pt x="7200" y="12182"/>
                  <a:pt x="7541" y="12182"/>
                </a:cubicBezTo>
                <a:cubicBezTo>
                  <a:pt x="8738" y="12182"/>
                  <a:pt x="9931" y="11714"/>
                  <a:pt x="10838" y="10807"/>
                </a:cubicBezTo>
                <a:cubicBezTo>
                  <a:pt x="12603" y="8948"/>
                  <a:pt x="12603" y="6049"/>
                  <a:pt x="10775" y="4222"/>
                </a:cubicBezTo>
                <a:cubicBezTo>
                  <a:pt x="10697" y="4143"/>
                  <a:pt x="10610" y="4104"/>
                  <a:pt x="10523" y="4104"/>
                </a:cubicBezTo>
                <a:cubicBezTo>
                  <a:pt x="10437" y="4104"/>
                  <a:pt x="10350" y="4143"/>
                  <a:pt x="10271" y="4222"/>
                </a:cubicBezTo>
                <a:lnTo>
                  <a:pt x="10114" y="4380"/>
                </a:lnTo>
                <a:cubicBezTo>
                  <a:pt x="9295" y="2741"/>
                  <a:pt x="7593" y="1544"/>
                  <a:pt x="5640" y="1418"/>
                </a:cubicBezTo>
                <a:cubicBezTo>
                  <a:pt x="5483" y="599"/>
                  <a:pt x="4758" y="0"/>
                  <a:pt x="390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51" name="Google Shape;13651;p142"/>
          <p:cNvGrpSpPr/>
          <p:nvPr/>
        </p:nvGrpSpPr>
        <p:grpSpPr>
          <a:xfrm>
            <a:off x="6713966" y="1688917"/>
            <a:ext cx="413912" cy="472676"/>
            <a:chOff x="-17545650" y="2051350"/>
            <a:chExt cx="266250" cy="304050"/>
          </a:xfrm>
        </p:grpSpPr>
        <p:sp>
          <p:nvSpPr>
            <p:cNvPr id="13652" name="Google Shape;13652;p142"/>
            <p:cNvSpPr/>
            <p:nvPr/>
          </p:nvSpPr>
          <p:spPr>
            <a:xfrm>
              <a:off x="-17475550" y="22301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3" name="Google Shape;13653;p142"/>
            <p:cNvSpPr/>
            <p:nvPr/>
          </p:nvSpPr>
          <p:spPr>
            <a:xfrm>
              <a:off x="-17458225" y="221202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4" name="Google Shape;13654;p142"/>
            <p:cNvSpPr/>
            <p:nvPr/>
          </p:nvSpPr>
          <p:spPr>
            <a:xfrm>
              <a:off x="-17493675" y="221202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5" name="Google Shape;13655;p142"/>
            <p:cNvSpPr/>
            <p:nvPr/>
          </p:nvSpPr>
          <p:spPr>
            <a:xfrm>
              <a:off x="-17545650" y="2051350"/>
              <a:ext cx="266250" cy="304050"/>
            </a:xfrm>
            <a:custGeom>
              <a:avLst/>
              <a:gdLst/>
              <a:ahLst/>
              <a:cxnLst/>
              <a:rect l="l" t="t" r="r" b="b"/>
              <a:pathLst>
                <a:path w="10650" h="12162" extrusionOk="0">
                  <a:moveTo>
                    <a:pt x="5640" y="694"/>
                  </a:moveTo>
                  <a:lnTo>
                    <a:pt x="5640" y="1072"/>
                  </a:lnTo>
                  <a:cubicBezTo>
                    <a:pt x="5640" y="1387"/>
                    <a:pt x="5797" y="1671"/>
                    <a:pt x="5986" y="1860"/>
                  </a:cubicBezTo>
                  <a:cubicBezTo>
                    <a:pt x="5797" y="2017"/>
                    <a:pt x="5577" y="2143"/>
                    <a:pt x="5293" y="2143"/>
                  </a:cubicBezTo>
                  <a:cubicBezTo>
                    <a:pt x="5010" y="2143"/>
                    <a:pt x="4789" y="2017"/>
                    <a:pt x="4569" y="1860"/>
                  </a:cubicBezTo>
                  <a:cubicBezTo>
                    <a:pt x="4821" y="1702"/>
                    <a:pt x="4915" y="1387"/>
                    <a:pt x="4915" y="1072"/>
                  </a:cubicBezTo>
                  <a:lnTo>
                    <a:pt x="4915" y="694"/>
                  </a:lnTo>
                  <a:close/>
                  <a:moveTo>
                    <a:pt x="7404" y="2143"/>
                  </a:moveTo>
                  <a:cubicBezTo>
                    <a:pt x="8507" y="2143"/>
                    <a:pt x="9452" y="2868"/>
                    <a:pt x="9799" y="3844"/>
                  </a:cubicBezTo>
                  <a:cubicBezTo>
                    <a:pt x="9893" y="4065"/>
                    <a:pt x="9704" y="4285"/>
                    <a:pt x="9452" y="4285"/>
                  </a:cubicBezTo>
                  <a:lnTo>
                    <a:pt x="8475" y="4285"/>
                  </a:lnTo>
                  <a:cubicBezTo>
                    <a:pt x="8381" y="3403"/>
                    <a:pt x="7971" y="2647"/>
                    <a:pt x="7278" y="2143"/>
                  </a:cubicBezTo>
                  <a:close/>
                  <a:moveTo>
                    <a:pt x="3277" y="2143"/>
                  </a:moveTo>
                  <a:cubicBezTo>
                    <a:pt x="2615" y="2647"/>
                    <a:pt x="2206" y="3435"/>
                    <a:pt x="2080" y="4285"/>
                  </a:cubicBezTo>
                  <a:lnTo>
                    <a:pt x="1103" y="4285"/>
                  </a:lnTo>
                  <a:cubicBezTo>
                    <a:pt x="1092" y="4287"/>
                    <a:pt x="1081" y="4288"/>
                    <a:pt x="1071" y="4288"/>
                  </a:cubicBezTo>
                  <a:cubicBezTo>
                    <a:pt x="893" y="4288"/>
                    <a:pt x="729" y="4052"/>
                    <a:pt x="788" y="3844"/>
                  </a:cubicBezTo>
                  <a:cubicBezTo>
                    <a:pt x="1135" y="2805"/>
                    <a:pt x="2080" y="2143"/>
                    <a:pt x="3151" y="2143"/>
                  </a:cubicBezTo>
                  <a:close/>
                  <a:moveTo>
                    <a:pt x="6428" y="2458"/>
                  </a:moveTo>
                  <a:cubicBezTo>
                    <a:pt x="7152" y="2805"/>
                    <a:pt x="7625" y="3529"/>
                    <a:pt x="7719" y="4317"/>
                  </a:cubicBezTo>
                  <a:lnTo>
                    <a:pt x="2773" y="4317"/>
                  </a:lnTo>
                  <a:cubicBezTo>
                    <a:pt x="2962" y="3529"/>
                    <a:pt x="3435" y="2805"/>
                    <a:pt x="4128" y="2458"/>
                  </a:cubicBezTo>
                  <a:cubicBezTo>
                    <a:pt x="4443" y="2742"/>
                    <a:pt x="4852" y="2899"/>
                    <a:pt x="5293" y="2899"/>
                  </a:cubicBezTo>
                  <a:cubicBezTo>
                    <a:pt x="5734" y="2899"/>
                    <a:pt x="6112" y="2742"/>
                    <a:pt x="6428" y="2458"/>
                  </a:cubicBezTo>
                  <a:close/>
                  <a:moveTo>
                    <a:pt x="9168" y="5010"/>
                  </a:moveTo>
                  <a:lnTo>
                    <a:pt x="9168" y="5861"/>
                  </a:lnTo>
                  <a:lnTo>
                    <a:pt x="9231" y="5861"/>
                  </a:lnTo>
                  <a:cubicBezTo>
                    <a:pt x="9231" y="8381"/>
                    <a:pt x="7656" y="10618"/>
                    <a:pt x="5293" y="11437"/>
                  </a:cubicBezTo>
                  <a:cubicBezTo>
                    <a:pt x="2930" y="10618"/>
                    <a:pt x="1355" y="8350"/>
                    <a:pt x="1355" y="5861"/>
                  </a:cubicBezTo>
                  <a:lnTo>
                    <a:pt x="1355" y="5010"/>
                  </a:lnTo>
                  <a:close/>
                  <a:moveTo>
                    <a:pt x="4600" y="1"/>
                  </a:moveTo>
                  <a:cubicBezTo>
                    <a:pt x="4411" y="1"/>
                    <a:pt x="4254" y="190"/>
                    <a:pt x="4254" y="379"/>
                  </a:cubicBezTo>
                  <a:lnTo>
                    <a:pt x="4254" y="1135"/>
                  </a:lnTo>
                  <a:cubicBezTo>
                    <a:pt x="4254" y="1324"/>
                    <a:pt x="4096" y="1482"/>
                    <a:pt x="3907" y="1482"/>
                  </a:cubicBezTo>
                  <a:lnTo>
                    <a:pt x="3183" y="1482"/>
                  </a:lnTo>
                  <a:cubicBezTo>
                    <a:pt x="1828" y="1482"/>
                    <a:pt x="599" y="2332"/>
                    <a:pt x="158" y="3655"/>
                  </a:cubicBezTo>
                  <a:cubicBezTo>
                    <a:pt x="1" y="4159"/>
                    <a:pt x="253" y="4695"/>
                    <a:pt x="725" y="4916"/>
                  </a:cubicBezTo>
                  <a:lnTo>
                    <a:pt x="725" y="5861"/>
                  </a:lnTo>
                  <a:cubicBezTo>
                    <a:pt x="725" y="7278"/>
                    <a:pt x="1135" y="8602"/>
                    <a:pt x="1985" y="9736"/>
                  </a:cubicBezTo>
                  <a:cubicBezTo>
                    <a:pt x="2804" y="10901"/>
                    <a:pt x="3939" y="11721"/>
                    <a:pt x="5230" y="12162"/>
                  </a:cubicBezTo>
                  <a:lnTo>
                    <a:pt x="5482" y="12162"/>
                  </a:lnTo>
                  <a:cubicBezTo>
                    <a:pt x="6806" y="11721"/>
                    <a:pt x="7908" y="10901"/>
                    <a:pt x="8759" y="9736"/>
                  </a:cubicBezTo>
                  <a:cubicBezTo>
                    <a:pt x="9578" y="8602"/>
                    <a:pt x="10019" y="7278"/>
                    <a:pt x="10019" y="5861"/>
                  </a:cubicBezTo>
                  <a:lnTo>
                    <a:pt x="10019" y="4916"/>
                  </a:lnTo>
                  <a:cubicBezTo>
                    <a:pt x="10397" y="4664"/>
                    <a:pt x="10649" y="4159"/>
                    <a:pt x="10492" y="3655"/>
                  </a:cubicBezTo>
                  <a:cubicBezTo>
                    <a:pt x="10051" y="2332"/>
                    <a:pt x="8822" y="1482"/>
                    <a:pt x="7436" y="1482"/>
                  </a:cubicBezTo>
                  <a:lnTo>
                    <a:pt x="6743" y="1482"/>
                  </a:lnTo>
                  <a:cubicBezTo>
                    <a:pt x="6554" y="1482"/>
                    <a:pt x="6396" y="1324"/>
                    <a:pt x="6396" y="1135"/>
                  </a:cubicBezTo>
                  <a:lnTo>
                    <a:pt x="6396" y="379"/>
                  </a:lnTo>
                  <a:cubicBezTo>
                    <a:pt x="6396" y="190"/>
                    <a:pt x="6238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56" name="Google Shape;13656;p142"/>
          <p:cNvSpPr/>
          <p:nvPr/>
        </p:nvSpPr>
        <p:spPr>
          <a:xfrm>
            <a:off x="6682919" y="2273951"/>
            <a:ext cx="473881" cy="475086"/>
          </a:xfrm>
          <a:custGeom>
            <a:avLst/>
            <a:gdLst/>
            <a:ahLst/>
            <a:cxnLst/>
            <a:rect l="l" t="t" r="r" b="b"/>
            <a:pathLst>
              <a:path w="12193" h="12224" extrusionOk="0">
                <a:moveTo>
                  <a:pt x="6144" y="788"/>
                </a:moveTo>
                <a:cubicBezTo>
                  <a:pt x="6805" y="788"/>
                  <a:pt x="7467" y="914"/>
                  <a:pt x="8097" y="1229"/>
                </a:cubicBezTo>
                <a:cubicBezTo>
                  <a:pt x="7625" y="1859"/>
                  <a:pt x="6931" y="2205"/>
                  <a:pt x="6144" y="2205"/>
                </a:cubicBezTo>
                <a:cubicBezTo>
                  <a:pt x="5356" y="2205"/>
                  <a:pt x="4632" y="1859"/>
                  <a:pt x="4159" y="1229"/>
                </a:cubicBezTo>
                <a:cubicBezTo>
                  <a:pt x="4758" y="945"/>
                  <a:pt x="5482" y="788"/>
                  <a:pt x="6144" y="788"/>
                </a:cubicBezTo>
                <a:close/>
                <a:moveTo>
                  <a:pt x="8727" y="1544"/>
                </a:moveTo>
                <a:cubicBezTo>
                  <a:pt x="9767" y="2268"/>
                  <a:pt x="10523" y="3371"/>
                  <a:pt x="10744" y="4663"/>
                </a:cubicBezTo>
                <a:cubicBezTo>
                  <a:pt x="10775" y="4852"/>
                  <a:pt x="10586" y="5041"/>
                  <a:pt x="10397" y="5041"/>
                </a:cubicBezTo>
                <a:lnTo>
                  <a:pt x="1922" y="5041"/>
                </a:lnTo>
                <a:cubicBezTo>
                  <a:pt x="1639" y="5041"/>
                  <a:pt x="1481" y="4883"/>
                  <a:pt x="1544" y="4663"/>
                </a:cubicBezTo>
                <a:cubicBezTo>
                  <a:pt x="1733" y="3371"/>
                  <a:pt x="2489" y="2268"/>
                  <a:pt x="3529" y="1544"/>
                </a:cubicBezTo>
                <a:cubicBezTo>
                  <a:pt x="4128" y="2363"/>
                  <a:pt x="5104" y="2899"/>
                  <a:pt x="6144" y="2899"/>
                </a:cubicBezTo>
                <a:cubicBezTo>
                  <a:pt x="7152" y="2899"/>
                  <a:pt x="8160" y="2426"/>
                  <a:pt x="8727" y="1544"/>
                </a:cubicBezTo>
                <a:close/>
                <a:moveTo>
                  <a:pt x="10082" y="5765"/>
                </a:moveTo>
                <a:lnTo>
                  <a:pt x="10082" y="6144"/>
                </a:lnTo>
                <a:cubicBezTo>
                  <a:pt x="10082" y="6364"/>
                  <a:pt x="9924" y="6522"/>
                  <a:pt x="9735" y="6522"/>
                </a:cubicBezTo>
                <a:lnTo>
                  <a:pt x="2552" y="6522"/>
                </a:lnTo>
                <a:cubicBezTo>
                  <a:pt x="2363" y="6522"/>
                  <a:pt x="2206" y="6364"/>
                  <a:pt x="2206" y="6144"/>
                </a:cubicBezTo>
                <a:lnTo>
                  <a:pt x="2206" y="5765"/>
                </a:lnTo>
                <a:close/>
                <a:moveTo>
                  <a:pt x="6112" y="0"/>
                </a:moveTo>
                <a:cubicBezTo>
                  <a:pt x="3466" y="0"/>
                  <a:pt x="1229" y="1985"/>
                  <a:pt x="788" y="4505"/>
                </a:cubicBezTo>
                <a:cubicBezTo>
                  <a:pt x="693" y="4978"/>
                  <a:pt x="977" y="5450"/>
                  <a:pt x="1418" y="5639"/>
                </a:cubicBezTo>
                <a:lnTo>
                  <a:pt x="1418" y="6112"/>
                </a:lnTo>
                <a:cubicBezTo>
                  <a:pt x="1418" y="6585"/>
                  <a:pt x="1733" y="6994"/>
                  <a:pt x="2111" y="7152"/>
                </a:cubicBezTo>
                <a:lnTo>
                  <a:pt x="2111" y="7939"/>
                </a:lnTo>
                <a:cubicBezTo>
                  <a:pt x="2111" y="8317"/>
                  <a:pt x="1796" y="8632"/>
                  <a:pt x="1418" y="8632"/>
                </a:cubicBezTo>
                <a:cubicBezTo>
                  <a:pt x="1009" y="8632"/>
                  <a:pt x="693" y="8317"/>
                  <a:pt x="693" y="7939"/>
                </a:cubicBezTo>
                <a:lnTo>
                  <a:pt x="693" y="7561"/>
                </a:lnTo>
                <a:cubicBezTo>
                  <a:pt x="693" y="7372"/>
                  <a:pt x="536" y="7215"/>
                  <a:pt x="347" y="7215"/>
                </a:cubicBezTo>
                <a:cubicBezTo>
                  <a:pt x="158" y="7215"/>
                  <a:pt x="0" y="7372"/>
                  <a:pt x="0" y="7561"/>
                </a:cubicBezTo>
                <a:lnTo>
                  <a:pt x="0" y="7939"/>
                </a:lnTo>
                <a:cubicBezTo>
                  <a:pt x="0" y="8727"/>
                  <a:pt x="630" y="9357"/>
                  <a:pt x="1418" y="9357"/>
                </a:cubicBezTo>
                <a:cubicBezTo>
                  <a:pt x="2206" y="9357"/>
                  <a:pt x="2836" y="8727"/>
                  <a:pt x="2836" y="7939"/>
                </a:cubicBezTo>
                <a:lnTo>
                  <a:pt x="2836" y="7215"/>
                </a:lnTo>
                <a:lnTo>
                  <a:pt x="4285" y="7215"/>
                </a:lnTo>
                <a:lnTo>
                  <a:pt x="4285" y="10806"/>
                </a:lnTo>
                <a:cubicBezTo>
                  <a:pt x="4285" y="11184"/>
                  <a:pt x="3970" y="11499"/>
                  <a:pt x="3592" y="11499"/>
                </a:cubicBezTo>
                <a:cubicBezTo>
                  <a:pt x="3182" y="11499"/>
                  <a:pt x="2867" y="11184"/>
                  <a:pt x="2867" y="10806"/>
                </a:cubicBezTo>
                <a:lnTo>
                  <a:pt x="2867" y="10460"/>
                </a:lnTo>
                <a:cubicBezTo>
                  <a:pt x="2867" y="10239"/>
                  <a:pt x="2710" y="10082"/>
                  <a:pt x="2521" y="10082"/>
                </a:cubicBezTo>
                <a:cubicBezTo>
                  <a:pt x="2332" y="10082"/>
                  <a:pt x="2174" y="10239"/>
                  <a:pt x="2174" y="10460"/>
                </a:cubicBezTo>
                <a:lnTo>
                  <a:pt x="2174" y="10806"/>
                </a:lnTo>
                <a:cubicBezTo>
                  <a:pt x="2174" y="11594"/>
                  <a:pt x="2804" y="12224"/>
                  <a:pt x="3592" y="12224"/>
                </a:cubicBezTo>
                <a:cubicBezTo>
                  <a:pt x="4380" y="12224"/>
                  <a:pt x="5010" y="11594"/>
                  <a:pt x="5010" y="10806"/>
                </a:cubicBezTo>
                <a:lnTo>
                  <a:pt x="5010" y="7215"/>
                </a:lnTo>
                <a:lnTo>
                  <a:pt x="7120" y="7215"/>
                </a:lnTo>
                <a:lnTo>
                  <a:pt x="7120" y="10806"/>
                </a:lnTo>
                <a:cubicBezTo>
                  <a:pt x="7120" y="11594"/>
                  <a:pt x="7751" y="12224"/>
                  <a:pt x="8538" y="12224"/>
                </a:cubicBezTo>
                <a:cubicBezTo>
                  <a:pt x="9326" y="12224"/>
                  <a:pt x="9956" y="11594"/>
                  <a:pt x="9956" y="10806"/>
                </a:cubicBezTo>
                <a:lnTo>
                  <a:pt x="9956" y="10460"/>
                </a:lnTo>
                <a:cubicBezTo>
                  <a:pt x="9956" y="10239"/>
                  <a:pt x="9798" y="10082"/>
                  <a:pt x="9609" y="10082"/>
                </a:cubicBezTo>
                <a:cubicBezTo>
                  <a:pt x="9420" y="10082"/>
                  <a:pt x="9263" y="10239"/>
                  <a:pt x="9263" y="10460"/>
                </a:cubicBezTo>
                <a:lnTo>
                  <a:pt x="9263" y="10806"/>
                </a:lnTo>
                <a:cubicBezTo>
                  <a:pt x="9263" y="11184"/>
                  <a:pt x="8948" y="11499"/>
                  <a:pt x="8538" y="11499"/>
                </a:cubicBezTo>
                <a:cubicBezTo>
                  <a:pt x="8160" y="11499"/>
                  <a:pt x="7845" y="11184"/>
                  <a:pt x="7845" y="10806"/>
                </a:cubicBezTo>
                <a:lnTo>
                  <a:pt x="7845" y="7215"/>
                </a:lnTo>
                <a:lnTo>
                  <a:pt x="9294" y="7215"/>
                </a:lnTo>
                <a:lnTo>
                  <a:pt x="9294" y="7939"/>
                </a:lnTo>
                <a:cubicBezTo>
                  <a:pt x="9294" y="8727"/>
                  <a:pt x="9924" y="9357"/>
                  <a:pt x="10712" y="9357"/>
                </a:cubicBezTo>
                <a:cubicBezTo>
                  <a:pt x="11500" y="9357"/>
                  <a:pt x="12130" y="8727"/>
                  <a:pt x="12130" y="7939"/>
                </a:cubicBezTo>
                <a:lnTo>
                  <a:pt x="12130" y="7561"/>
                </a:lnTo>
                <a:cubicBezTo>
                  <a:pt x="12193" y="7372"/>
                  <a:pt x="12035" y="7215"/>
                  <a:pt x="11846" y="7215"/>
                </a:cubicBezTo>
                <a:cubicBezTo>
                  <a:pt x="11657" y="7215"/>
                  <a:pt x="11500" y="7372"/>
                  <a:pt x="11500" y="7561"/>
                </a:cubicBezTo>
                <a:lnTo>
                  <a:pt x="11500" y="7939"/>
                </a:lnTo>
                <a:cubicBezTo>
                  <a:pt x="11500" y="8317"/>
                  <a:pt x="11185" y="8632"/>
                  <a:pt x="10775" y="8632"/>
                </a:cubicBezTo>
                <a:cubicBezTo>
                  <a:pt x="10397" y="8632"/>
                  <a:pt x="10082" y="8317"/>
                  <a:pt x="10082" y="7939"/>
                </a:cubicBezTo>
                <a:lnTo>
                  <a:pt x="10082" y="7152"/>
                </a:lnTo>
                <a:cubicBezTo>
                  <a:pt x="10523" y="6994"/>
                  <a:pt x="10775" y="6585"/>
                  <a:pt x="10775" y="6112"/>
                </a:cubicBezTo>
                <a:lnTo>
                  <a:pt x="10775" y="5639"/>
                </a:lnTo>
                <a:cubicBezTo>
                  <a:pt x="11216" y="5450"/>
                  <a:pt x="11500" y="4978"/>
                  <a:pt x="11405" y="4505"/>
                </a:cubicBezTo>
                <a:cubicBezTo>
                  <a:pt x="10996" y="1953"/>
                  <a:pt x="8727" y="0"/>
                  <a:pt x="611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57" name="Google Shape;13657;p142"/>
          <p:cNvGrpSpPr/>
          <p:nvPr/>
        </p:nvGrpSpPr>
        <p:grpSpPr>
          <a:xfrm>
            <a:off x="6684584" y="2865574"/>
            <a:ext cx="472676" cy="444538"/>
            <a:chOff x="-17565350" y="2809825"/>
            <a:chExt cx="304050" cy="285950"/>
          </a:xfrm>
        </p:grpSpPr>
        <p:sp>
          <p:nvSpPr>
            <p:cNvPr id="13658" name="Google Shape;13658;p142"/>
            <p:cNvSpPr/>
            <p:nvPr/>
          </p:nvSpPr>
          <p:spPr>
            <a:xfrm>
              <a:off x="-17458225" y="2970500"/>
              <a:ext cx="18150" cy="17375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9" name="Google Shape;13659;p142"/>
            <p:cNvSpPr/>
            <p:nvPr/>
          </p:nvSpPr>
          <p:spPr>
            <a:xfrm>
              <a:off x="-17385750" y="29705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0" name="Google Shape;13660;p142"/>
            <p:cNvSpPr/>
            <p:nvPr/>
          </p:nvSpPr>
          <p:spPr>
            <a:xfrm>
              <a:off x="-17565350" y="2809825"/>
              <a:ext cx="304050" cy="285950"/>
            </a:xfrm>
            <a:custGeom>
              <a:avLst/>
              <a:gdLst/>
              <a:ahLst/>
              <a:cxnLst/>
              <a:rect l="l" t="t" r="r" b="b"/>
              <a:pathLst>
                <a:path w="12162" h="11438" extrusionOk="0">
                  <a:moveTo>
                    <a:pt x="3183" y="726"/>
                  </a:moveTo>
                  <a:cubicBezTo>
                    <a:pt x="4191" y="726"/>
                    <a:pt x="4979" y="1513"/>
                    <a:pt x="4979" y="2490"/>
                  </a:cubicBezTo>
                  <a:cubicBezTo>
                    <a:pt x="4979" y="3466"/>
                    <a:pt x="4191" y="4254"/>
                    <a:pt x="3183" y="4254"/>
                  </a:cubicBezTo>
                  <a:cubicBezTo>
                    <a:pt x="2206" y="4254"/>
                    <a:pt x="1419" y="3466"/>
                    <a:pt x="1419" y="2490"/>
                  </a:cubicBezTo>
                  <a:cubicBezTo>
                    <a:pt x="1419" y="1545"/>
                    <a:pt x="2206" y="726"/>
                    <a:pt x="3183" y="726"/>
                  </a:cubicBezTo>
                  <a:close/>
                  <a:moveTo>
                    <a:pt x="8980" y="726"/>
                  </a:moveTo>
                  <a:cubicBezTo>
                    <a:pt x="9956" y="726"/>
                    <a:pt x="10744" y="1513"/>
                    <a:pt x="10744" y="2490"/>
                  </a:cubicBezTo>
                  <a:cubicBezTo>
                    <a:pt x="10744" y="3466"/>
                    <a:pt x="9956" y="4254"/>
                    <a:pt x="8980" y="4254"/>
                  </a:cubicBezTo>
                  <a:cubicBezTo>
                    <a:pt x="8003" y="4254"/>
                    <a:pt x="7216" y="3466"/>
                    <a:pt x="7216" y="2490"/>
                  </a:cubicBezTo>
                  <a:cubicBezTo>
                    <a:pt x="7184" y="1545"/>
                    <a:pt x="8003" y="726"/>
                    <a:pt x="8980" y="726"/>
                  </a:cubicBezTo>
                  <a:close/>
                  <a:moveTo>
                    <a:pt x="6491" y="2868"/>
                  </a:moveTo>
                  <a:cubicBezTo>
                    <a:pt x="6648" y="4097"/>
                    <a:pt x="7720" y="5010"/>
                    <a:pt x="8980" y="5010"/>
                  </a:cubicBezTo>
                  <a:cubicBezTo>
                    <a:pt x="9610" y="5010"/>
                    <a:pt x="10208" y="4758"/>
                    <a:pt x="10650" y="4380"/>
                  </a:cubicBezTo>
                  <a:cubicBezTo>
                    <a:pt x="11185" y="5042"/>
                    <a:pt x="11469" y="5924"/>
                    <a:pt x="11469" y="6774"/>
                  </a:cubicBezTo>
                  <a:cubicBezTo>
                    <a:pt x="11469" y="6964"/>
                    <a:pt x="11311" y="7121"/>
                    <a:pt x="11122" y="7121"/>
                  </a:cubicBezTo>
                  <a:lnTo>
                    <a:pt x="10965" y="7121"/>
                  </a:lnTo>
                  <a:cubicBezTo>
                    <a:pt x="10051" y="7121"/>
                    <a:pt x="9137" y="7405"/>
                    <a:pt x="8381" y="7909"/>
                  </a:cubicBezTo>
                  <a:cubicBezTo>
                    <a:pt x="7751" y="8350"/>
                    <a:pt x="7026" y="8602"/>
                    <a:pt x="6239" y="8602"/>
                  </a:cubicBezTo>
                  <a:lnTo>
                    <a:pt x="5955" y="8602"/>
                  </a:lnTo>
                  <a:cubicBezTo>
                    <a:pt x="5168" y="8602"/>
                    <a:pt x="4412" y="8350"/>
                    <a:pt x="3781" y="7909"/>
                  </a:cubicBezTo>
                  <a:cubicBezTo>
                    <a:pt x="2962" y="7373"/>
                    <a:pt x="2049" y="7121"/>
                    <a:pt x="1072" y="7121"/>
                  </a:cubicBezTo>
                  <a:cubicBezTo>
                    <a:pt x="883" y="7121"/>
                    <a:pt x="725" y="6964"/>
                    <a:pt x="725" y="6774"/>
                  </a:cubicBezTo>
                  <a:cubicBezTo>
                    <a:pt x="725" y="5924"/>
                    <a:pt x="978" y="5042"/>
                    <a:pt x="1545" y="4380"/>
                  </a:cubicBezTo>
                  <a:cubicBezTo>
                    <a:pt x="1986" y="4758"/>
                    <a:pt x="2553" y="5010"/>
                    <a:pt x="3183" y="5010"/>
                  </a:cubicBezTo>
                  <a:cubicBezTo>
                    <a:pt x="4443" y="5010"/>
                    <a:pt x="5483" y="4065"/>
                    <a:pt x="5672" y="2868"/>
                  </a:cubicBezTo>
                  <a:close/>
                  <a:moveTo>
                    <a:pt x="1356" y="7877"/>
                  </a:moveTo>
                  <a:cubicBezTo>
                    <a:pt x="2112" y="7909"/>
                    <a:pt x="2805" y="8129"/>
                    <a:pt x="3403" y="8539"/>
                  </a:cubicBezTo>
                  <a:cubicBezTo>
                    <a:pt x="4160" y="9074"/>
                    <a:pt x="5042" y="9326"/>
                    <a:pt x="5955" y="9326"/>
                  </a:cubicBezTo>
                  <a:lnTo>
                    <a:pt x="6239" y="9326"/>
                  </a:lnTo>
                  <a:cubicBezTo>
                    <a:pt x="7153" y="9326"/>
                    <a:pt x="8035" y="9074"/>
                    <a:pt x="8791" y="8539"/>
                  </a:cubicBezTo>
                  <a:cubicBezTo>
                    <a:pt x="9389" y="8161"/>
                    <a:pt x="10145" y="7909"/>
                    <a:pt x="10839" y="7877"/>
                  </a:cubicBezTo>
                  <a:lnTo>
                    <a:pt x="10839" y="7877"/>
                  </a:lnTo>
                  <a:cubicBezTo>
                    <a:pt x="9925" y="9578"/>
                    <a:pt x="8066" y="10713"/>
                    <a:pt x="6113" y="10713"/>
                  </a:cubicBezTo>
                  <a:cubicBezTo>
                    <a:pt x="4097" y="10713"/>
                    <a:pt x="2301" y="9578"/>
                    <a:pt x="1356" y="7877"/>
                  </a:cubicBezTo>
                  <a:close/>
                  <a:moveTo>
                    <a:pt x="3214" y="1"/>
                  </a:moveTo>
                  <a:cubicBezTo>
                    <a:pt x="1828" y="1"/>
                    <a:pt x="725" y="1104"/>
                    <a:pt x="725" y="2490"/>
                  </a:cubicBezTo>
                  <a:cubicBezTo>
                    <a:pt x="725" y="2962"/>
                    <a:pt x="852" y="3403"/>
                    <a:pt x="1072" y="3782"/>
                  </a:cubicBezTo>
                  <a:cubicBezTo>
                    <a:pt x="379" y="4601"/>
                    <a:pt x="1" y="5672"/>
                    <a:pt x="1" y="6774"/>
                  </a:cubicBezTo>
                  <a:cubicBezTo>
                    <a:pt x="1" y="7121"/>
                    <a:pt x="221" y="7436"/>
                    <a:pt x="442" y="7657"/>
                  </a:cubicBezTo>
                  <a:cubicBezTo>
                    <a:pt x="1356" y="9862"/>
                    <a:pt x="3498" y="11437"/>
                    <a:pt x="6081" y="11437"/>
                  </a:cubicBezTo>
                  <a:cubicBezTo>
                    <a:pt x="8633" y="11437"/>
                    <a:pt x="10807" y="9862"/>
                    <a:pt x="11689" y="7657"/>
                  </a:cubicBezTo>
                  <a:cubicBezTo>
                    <a:pt x="12004" y="7436"/>
                    <a:pt x="12162" y="7121"/>
                    <a:pt x="12162" y="6774"/>
                  </a:cubicBezTo>
                  <a:cubicBezTo>
                    <a:pt x="12162" y="5672"/>
                    <a:pt x="11784" y="4664"/>
                    <a:pt x="11122" y="3782"/>
                  </a:cubicBezTo>
                  <a:cubicBezTo>
                    <a:pt x="11343" y="3403"/>
                    <a:pt x="11469" y="2962"/>
                    <a:pt x="11469" y="2490"/>
                  </a:cubicBezTo>
                  <a:cubicBezTo>
                    <a:pt x="11469" y="1104"/>
                    <a:pt x="10366" y="1"/>
                    <a:pt x="8980" y="1"/>
                  </a:cubicBezTo>
                  <a:cubicBezTo>
                    <a:pt x="7720" y="1"/>
                    <a:pt x="6711" y="946"/>
                    <a:pt x="6491" y="2143"/>
                  </a:cubicBezTo>
                  <a:lnTo>
                    <a:pt x="5672" y="2143"/>
                  </a:lnTo>
                  <a:cubicBezTo>
                    <a:pt x="5514" y="915"/>
                    <a:pt x="4475" y="1"/>
                    <a:pt x="32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1" name="Google Shape;13661;p142"/>
            <p:cNvSpPr/>
            <p:nvPr/>
          </p:nvSpPr>
          <p:spPr>
            <a:xfrm>
              <a:off x="-17368425" y="2846075"/>
              <a:ext cx="54350" cy="53575"/>
            </a:xfrm>
            <a:custGeom>
              <a:avLst/>
              <a:gdLst/>
              <a:ahLst/>
              <a:cxnLst/>
              <a:rect l="l" t="t" r="r" b="b"/>
              <a:pathLst>
                <a:path w="2174" h="2143" extrusionOk="0">
                  <a:moveTo>
                    <a:pt x="1103" y="693"/>
                  </a:moveTo>
                  <a:cubicBezTo>
                    <a:pt x="1292" y="693"/>
                    <a:pt x="1449" y="851"/>
                    <a:pt x="1449" y="1040"/>
                  </a:cubicBezTo>
                  <a:cubicBezTo>
                    <a:pt x="1449" y="1229"/>
                    <a:pt x="1292" y="1386"/>
                    <a:pt x="1103" y="1386"/>
                  </a:cubicBezTo>
                  <a:cubicBezTo>
                    <a:pt x="914" y="1386"/>
                    <a:pt x="756" y="1229"/>
                    <a:pt x="756" y="1040"/>
                  </a:cubicBezTo>
                  <a:cubicBezTo>
                    <a:pt x="756" y="851"/>
                    <a:pt x="914" y="693"/>
                    <a:pt x="1103" y="693"/>
                  </a:cubicBezTo>
                  <a:close/>
                  <a:moveTo>
                    <a:pt x="1103" y="0"/>
                  </a:moveTo>
                  <a:cubicBezTo>
                    <a:pt x="504" y="0"/>
                    <a:pt x="32" y="473"/>
                    <a:pt x="32" y="1071"/>
                  </a:cubicBezTo>
                  <a:cubicBezTo>
                    <a:pt x="0" y="1638"/>
                    <a:pt x="504" y="2143"/>
                    <a:pt x="1103" y="2143"/>
                  </a:cubicBezTo>
                  <a:cubicBezTo>
                    <a:pt x="1701" y="2143"/>
                    <a:pt x="2174" y="1670"/>
                    <a:pt x="2174" y="1071"/>
                  </a:cubicBezTo>
                  <a:cubicBezTo>
                    <a:pt x="2174" y="473"/>
                    <a:pt x="1701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2" name="Google Shape;13662;p142"/>
            <p:cNvSpPr/>
            <p:nvPr/>
          </p:nvSpPr>
          <p:spPr>
            <a:xfrm>
              <a:off x="-17511775" y="2846075"/>
              <a:ext cx="52775" cy="53575"/>
            </a:xfrm>
            <a:custGeom>
              <a:avLst/>
              <a:gdLst/>
              <a:ahLst/>
              <a:cxnLst/>
              <a:rect l="l" t="t" r="r" b="b"/>
              <a:pathLst>
                <a:path w="2111" h="2143" extrusionOk="0">
                  <a:moveTo>
                    <a:pt x="1040" y="693"/>
                  </a:moveTo>
                  <a:cubicBezTo>
                    <a:pt x="1260" y="693"/>
                    <a:pt x="1418" y="851"/>
                    <a:pt x="1418" y="1040"/>
                  </a:cubicBezTo>
                  <a:cubicBezTo>
                    <a:pt x="1418" y="1229"/>
                    <a:pt x="1260" y="1386"/>
                    <a:pt x="1040" y="1386"/>
                  </a:cubicBezTo>
                  <a:cubicBezTo>
                    <a:pt x="851" y="1386"/>
                    <a:pt x="693" y="1229"/>
                    <a:pt x="693" y="1040"/>
                  </a:cubicBezTo>
                  <a:cubicBezTo>
                    <a:pt x="693" y="851"/>
                    <a:pt x="851" y="693"/>
                    <a:pt x="1040" y="693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43"/>
                    <a:pt x="1040" y="2143"/>
                  </a:cubicBezTo>
                  <a:cubicBezTo>
                    <a:pt x="1638" y="2143"/>
                    <a:pt x="2111" y="1670"/>
                    <a:pt x="2111" y="1071"/>
                  </a:cubicBezTo>
                  <a:cubicBezTo>
                    <a:pt x="2111" y="473"/>
                    <a:pt x="1638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3" name="Google Shape;13663;p142"/>
          <p:cNvSpPr/>
          <p:nvPr/>
        </p:nvSpPr>
        <p:spPr>
          <a:xfrm>
            <a:off x="2680515" y="3446569"/>
            <a:ext cx="360006" cy="471471"/>
          </a:xfrm>
          <a:custGeom>
            <a:avLst/>
            <a:gdLst/>
            <a:ahLst/>
            <a:cxnLst/>
            <a:rect l="l" t="t" r="r" b="b"/>
            <a:pathLst>
              <a:path w="9263" h="12131" extrusionOk="0">
                <a:moveTo>
                  <a:pt x="6207" y="694"/>
                </a:moveTo>
                <a:lnTo>
                  <a:pt x="5829" y="1419"/>
                </a:lnTo>
                <a:lnTo>
                  <a:pt x="3434" y="1419"/>
                </a:lnTo>
                <a:lnTo>
                  <a:pt x="3088" y="694"/>
                </a:lnTo>
                <a:close/>
                <a:moveTo>
                  <a:pt x="2363" y="946"/>
                </a:moveTo>
                <a:lnTo>
                  <a:pt x="2773" y="1671"/>
                </a:lnTo>
                <a:lnTo>
                  <a:pt x="1702" y="2742"/>
                </a:lnTo>
                <a:lnTo>
                  <a:pt x="945" y="2364"/>
                </a:lnTo>
                <a:lnTo>
                  <a:pt x="2363" y="946"/>
                </a:lnTo>
                <a:close/>
                <a:moveTo>
                  <a:pt x="6900" y="946"/>
                </a:moveTo>
                <a:lnTo>
                  <a:pt x="8318" y="2364"/>
                </a:lnTo>
                <a:lnTo>
                  <a:pt x="7561" y="2742"/>
                </a:lnTo>
                <a:lnTo>
                  <a:pt x="6522" y="1671"/>
                </a:lnTo>
                <a:lnTo>
                  <a:pt x="6900" y="946"/>
                </a:lnTo>
                <a:close/>
                <a:moveTo>
                  <a:pt x="725" y="3025"/>
                </a:moveTo>
                <a:lnTo>
                  <a:pt x="1418" y="3372"/>
                </a:lnTo>
                <a:lnTo>
                  <a:pt x="1418" y="8696"/>
                </a:lnTo>
                <a:lnTo>
                  <a:pt x="725" y="9043"/>
                </a:lnTo>
                <a:lnTo>
                  <a:pt x="725" y="3025"/>
                </a:lnTo>
                <a:close/>
                <a:moveTo>
                  <a:pt x="8570" y="3025"/>
                </a:moveTo>
                <a:lnTo>
                  <a:pt x="8570" y="9043"/>
                </a:lnTo>
                <a:lnTo>
                  <a:pt x="7845" y="8696"/>
                </a:lnTo>
                <a:lnTo>
                  <a:pt x="7845" y="3372"/>
                </a:lnTo>
                <a:lnTo>
                  <a:pt x="8570" y="3025"/>
                </a:lnTo>
                <a:close/>
                <a:moveTo>
                  <a:pt x="5923" y="2080"/>
                </a:moveTo>
                <a:lnTo>
                  <a:pt x="7152" y="3277"/>
                </a:lnTo>
                <a:lnTo>
                  <a:pt x="7152" y="8759"/>
                </a:lnTo>
                <a:lnTo>
                  <a:pt x="5923" y="9988"/>
                </a:lnTo>
                <a:lnTo>
                  <a:pt x="3371" y="9988"/>
                </a:lnTo>
                <a:lnTo>
                  <a:pt x="2143" y="8759"/>
                </a:lnTo>
                <a:lnTo>
                  <a:pt x="2143" y="3277"/>
                </a:lnTo>
                <a:lnTo>
                  <a:pt x="3371" y="2080"/>
                </a:lnTo>
                <a:close/>
                <a:moveTo>
                  <a:pt x="1702" y="9358"/>
                </a:moveTo>
                <a:lnTo>
                  <a:pt x="2773" y="10429"/>
                </a:lnTo>
                <a:lnTo>
                  <a:pt x="2395" y="11154"/>
                </a:lnTo>
                <a:lnTo>
                  <a:pt x="945" y="9736"/>
                </a:lnTo>
                <a:lnTo>
                  <a:pt x="1702" y="9358"/>
                </a:lnTo>
                <a:close/>
                <a:moveTo>
                  <a:pt x="7530" y="9358"/>
                </a:moveTo>
                <a:lnTo>
                  <a:pt x="8286" y="9767"/>
                </a:lnTo>
                <a:lnTo>
                  <a:pt x="6868" y="11185"/>
                </a:lnTo>
                <a:lnTo>
                  <a:pt x="6459" y="10429"/>
                </a:lnTo>
                <a:lnTo>
                  <a:pt x="7530" y="9358"/>
                </a:lnTo>
                <a:close/>
                <a:moveTo>
                  <a:pt x="5829" y="10713"/>
                </a:moveTo>
                <a:lnTo>
                  <a:pt x="6207" y="11406"/>
                </a:lnTo>
                <a:lnTo>
                  <a:pt x="3088" y="11406"/>
                </a:lnTo>
                <a:lnTo>
                  <a:pt x="3434" y="10713"/>
                </a:lnTo>
                <a:close/>
                <a:moveTo>
                  <a:pt x="2489" y="1"/>
                </a:moveTo>
                <a:cubicBezTo>
                  <a:pt x="2426" y="1"/>
                  <a:pt x="2300" y="32"/>
                  <a:pt x="2269" y="95"/>
                </a:cubicBezTo>
                <a:lnTo>
                  <a:pt x="126" y="2238"/>
                </a:lnTo>
                <a:cubicBezTo>
                  <a:pt x="63" y="2301"/>
                  <a:pt x="0" y="2395"/>
                  <a:pt x="0" y="2458"/>
                </a:cubicBezTo>
                <a:lnTo>
                  <a:pt x="0" y="9641"/>
                </a:lnTo>
                <a:cubicBezTo>
                  <a:pt x="0" y="9704"/>
                  <a:pt x="63" y="9830"/>
                  <a:pt x="126" y="9862"/>
                </a:cubicBezTo>
                <a:lnTo>
                  <a:pt x="2269" y="12004"/>
                </a:lnTo>
                <a:cubicBezTo>
                  <a:pt x="2332" y="12067"/>
                  <a:pt x="2426" y="12130"/>
                  <a:pt x="2489" y="12130"/>
                </a:cubicBezTo>
                <a:lnTo>
                  <a:pt x="6774" y="12130"/>
                </a:lnTo>
                <a:cubicBezTo>
                  <a:pt x="6868" y="12130"/>
                  <a:pt x="6994" y="12067"/>
                  <a:pt x="7026" y="12004"/>
                </a:cubicBezTo>
                <a:lnTo>
                  <a:pt x="9137" y="9862"/>
                </a:lnTo>
                <a:cubicBezTo>
                  <a:pt x="9231" y="9830"/>
                  <a:pt x="9263" y="9736"/>
                  <a:pt x="9263" y="9641"/>
                </a:cubicBezTo>
                <a:lnTo>
                  <a:pt x="9263" y="2458"/>
                </a:lnTo>
                <a:cubicBezTo>
                  <a:pt x="9263" y="2395"/>
                  <a:pt x="9231" y="2269"/>
                  <a:pt x="9137" y="2238"/>
                </a:cubicBezTo>
                <a:lnTo>
                  <a:pt x="7026" y="95"/>
                </a:lnTo>
                <a:cubicBezTo>
                  <a:pt x="6931" y="32"/>
                  <a:pt x="6868" y="1"/>
                  <a:pt x="677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4" name="Google Shape;13664;p142"/>
          <p:cNvSpPr/>
          <p:nvPr/>
        </p:nvSpPr>
        <p:spPr>
          <a:xfrm>
            <a:off x="1428633" y="1688459"/>
            <a:ext cx="471471" cy="473920"/>
          </a:xfrm>
          <a:custGeom>
            <a:avLst/>
            <a:gdLst/>
            <a:ahLst/>
            <a:cxnLst/>
            <a:rect l="l" t="t" r="r" b="b"/>
            <a:pathLst>
              <a:path w="12131" h="12194" extrusionOk="0">
                <a:moveTo>
                  <a:pt x="4632" y="725"/>
                </a:moveTo>
                <a:cubicBezTo>
                  <a:pt x="5609" y="725"/>
                  <a:pt x="6396" y="1513"/>
                  <a:pt x="6396" y="2490"/>
                </a:cubicBezTo>
                <a:cubicBezTo>
                  <a:pt x="6365" y="2679"/>
                  <a:pt x="6522" y="2836"/>
                  <a:pt x="6680" y="2899"/>
                </a:cubicBezTo>
                <a:cubicBezTo>
                  <a:pt x="7341" y="2994"/>
                  <a:pt x="7814" y="3592"/>
                  <a:pt x="7814" y="4317"/>
                </a:cubicBezTo>
                <a:cubicBezTo>
                  <a:pt x="7814" y="4695"/>
                  <a:pt x="7656" y="5042"/>
                  <a:pt x="7404" y="5325"/>
                </a:cubicBezTo>
                <a:cubicBezTo>
                  <a:pt x="7184" y="5483"/>
                  <a:pt x="7278" y="5798"/>
                  <a:pt x="7530" y="5924"/>
                </a:cubicBezTo>
                <a:cubicBezTo>
                  <a:pt x="8129" y="6207"/>
                  <a:pt x="8539" y="6869"/>
                  <a:pt x="8539" y="7530"/>
                </a:cubicBezTo>
                <a:cubicBezTo>
                  <a:pt x="8539" y="8507"/>
                  <a:pt x="7751" y="9295"/>
                  <a:pt x="6774" y="9295"/>
                </a:cubicBezTo>
                <a:lnTo>
                  <a:pt x="4979" y="9295"/>
                </a:lnTo>
                <a:lnTo>
                  <a:pt x="4979" y="6932"/>
                </a:lnTo>
                <a:lnTo>
                  <a:pt x="6333" y="5609"/>
                </a:lnTo>
                <a:cubicBezTo>
                  <a:pt x="6491" y="5451"/>
                  <a:pt x="6491" y="5231"/>
                  <a:pt x="6333" y="5073"/>
                </a:cubicBezTo>
                <a:cubicBezTo>
                  <a:pt x="6254" y="4994"/>
                  <a:pt x="6168" y="4955"/>
                  <a:pt x="6081" y="4955"/>
                </a:cubicBezTo>
                <a:cubicBezTo>
                  <a:pt x="5995" y="4955"/>
                  <a:pt x="5908" y="4994"/>
                  <a:pt x="5829" y="5073"/>
                </a:cubicBezTo>
                <a:lnTo>
                  <a:pt x="4979" y="5924"/>
                </a:lnTo>
                <a:lnTo>
                  <a:pt x="4979" y="2490"/>
                </a:lnTo>
                <a:cubicBezTo>
                  <a:pt x="4979" y="2301"/>
                  <a:pt x="4821" y="2143"/>
                  <a:pt x="4632" y="2143"/>
                </a:cubicBezTo>
                <a:cubicBezTo>
                  <a:pt x="4443" y="2143"/>
                  <a:pt x="4285" y="2301"/>
                  <a:pt x="4285" y="2490"/>
                </a:cubicBezTo>
                <a:lnTo>
                  <a:pt x="4285" y="4506"/>
                </a:lnTo>
                <a:lnTo>
                  <a:pt x="3466" y="3655"/>
                </a:lnTo>
                <a:cubicBezTo>
                  <a:pt x="3388" y="3577"/>
                  <a:pt x="3293" y="3537"/>
                  <a:pt x="3198" y="3537"/>
                </a:cubicBezTo>
                <a:cubicBezTo>
                  <a:pt x="3104" y="3537"/>
                  <a:pt x="3009" y="3577"/>
                  <a:pt x="2931" y="3655"/>
                </a:cubicBezTo>
                <a:cubicBezTo>
                  <a:pt x="2773" y="3844"/>
                  <a:pt x="2773" y="4033"/>
                  <a:pt x="2931" y="4191"/>
                </a:cubicBezTo>
                <a:lnTo>
                  <a:pt x="4285" y="5514"/>
                </a:lnTo>
                <a:lnTo>
                  <a:pt x="4285" y="7373"/>
                </a:lnTo>
                <a:lnTo>
                  <a:pt x="3466" y="6554"/>
                </a:lnTo>
                <a:cubicBezTo>
                  <a:pt x="3388" y="6475"/>
                  <a:pt x="3293" y="6436"/>
                  <a:pt x="3198" y="6436"/>
                </a:cubicBezTo>
                <a:cubicBezTo>
                  <a:pt x="3104" y="6436"/>
                  <a:pt x="3009" y="6475"/>
                  <a:pt x="2931" y="6554"/>
                </a:cubicBezTo>
                <a:cubicBezTo>
                  <a:pt x="2773" y="6711"/>
                  <a:pt x="2773" y="6900"/>
                  <a:pt x="2931" y="7058"/>
                </a:cubicBezTo>
                <a:lnTo>
                  <a:pt x="4285" y="8413"/>
                </a:lnTo>
                <a:lnTo>
                  <a:pt x="4285" y="9295"/>
                </a:lnTo>
                <a:lnTo>
                  <a:pt x="2521" y="9295"/>
                </a:lnTo>
                <a:cubicBezTo>
                  <a:pt x="1513" y="9295"/>
                  <a:pt x="694" y="8507"/>
                  <a:pt x="694" y="7530"/>
                </a:cubicBezTo>
                <a:cubicBezTo>
                  <a:pt x="694" y="6837"/>
                  <a:pt x="1103" y="6207"/>
                  <a:pt x="1734" y="5924"/>
                </a:cubicBezTo>
                <a:cubicBezTo>
                  <a:pt x="1954" y="5798"/>
                  <a:pt x="1986" y="5514"/>
                  <a:pt x="1828" y="5325"/>
                </a:cubicBezTo>
                <a:cubicBezTo>
                  <a:pt x="1576" y="5042"/>
                  <a:pt x="1418" y="4695"/>
                  <a:pt x="1418" y="4317"/>
                </a:cubicBezTo>
                <a:cubicBezTo>
                  <a:pt x="1418" y="3624"/>
                  <a:pt x="1891" y="3057"/>
                  <a:pt x="2584" y="2899"/>
                </a:cubicBezTo>
                <a:cubicBezTo>
                  <a:pt x="2742" y="2836"/>
                  <a:pt x="2899" y="2679"/>
                  <a:pt x="2868" y="2490"/>
                </a:cubicBezTo>
                <a:cubicBezTo>
                  <a:pt x="2868" y="1513"/>
                  <a:pt x="3655" y="725"/>
                  <a:pt x="4632" y="725"/>
                </a:cubicBezTo>
                <a:close/>
                <a:moveTo>
                  <a:pt x="7467" y="725"/>
                </a:moveTo>
                <a:cubicBezTo>
                  <a:pt x="8444" y="725"/>
                  <a:pt x="9295" y="1513"/>
                  <a:pt x="9232" y="2584"/>
                </a:cubicBezTo>
                <a:cubicBezTo>
                  <a:pt x="9232" y="2742"/>
                  <a:pt x="9358" y="2899"/>
                  <a:pt x="9515" y="2931"/>
                </a:cubicBezTo>
                <a:cubicBezTo>
                  <a:pt x="10177" y="3057"/>
                  <a:pt x="10712" y="3624"/>
                  <a:pt x="10712" y="4348"/>
                </a:cubicBezTo>
                <a:cubicBezTo>
                  <a:pt x="10712" y="4726"/>
                  <a:pt x="10555" y="5105"/>
                  <a:pt x="10271" y="5357"/>
                </a:cubicBezTo>
                <a:cubicBezTo>
                  <a:pt x="10082" y="5514"/>
                  <a:pt x="10145" y="5829"/>
                  <a:pt x="10397" y="5955"/>
                </a:cubicBezTo>
                <a:cubicBezTo>
                  <a:pt x="11027" y="6239"/>
                  <a:pt x="11406" y="6900"/>
                  <a:pt x="11406" y="7562"/>
                </a:cubicBezTo>
                <a:cubicBezTo>
                  <a:pt x="11406" y="8570"/>
                  <a:pt x="10586" y="9358"/>
                  <a:pt x="9610" y="9358"/>
                </a:cubicBezTo>
                <a:lnTo>
                  <a:pt x="8507" y="9358"/>
                </a:lnTo>
                <a:cubicBezTo>
                  <a:pt x="8980" y="8885"/>
                  <a:pt x="9232" y="8224"/>
                  <a:pt x="9232" y="7562"/>
                </a:cubicBezTo>
                <a:cubicBezTo>
                  <a:pt x="9232" y="6743"/>
                  <a:pt x="8854" y="5987"/>
                  <a:pt x="8192" y="5514"/>
                </a:cubicBezTo>
                <a:cubicBezTo>
                  <a:pt x="8413" y="5168"/>
                  <a:pt x="8539" y="4789"/>
                  <a:pt x="8539" y="4348"/>
                </a:cubicBezTo>
                <a:cubicBezTo>
                  <a:pt x="8539" y="3435"/>
                  <a:pt x="7940" y="2616"/>
                  <a:pt x="7089" y="2332"/>
                </a:cubicBezTo>
                <a:cubicBezTo>
                  <a:pt x="7058" y="1828"/>
                  <a:pt x="6837" y="1387"/>
                  <a:pt x="6554" y="1009"/>
                </a:cubicBezTo>
                <a:cubicBezTo>
                  <a:pt x="6837" y="788"/>
                  <a:pt x="7152" y="725"/>
                  <a:pt x="7467" y="725"/>
                </a:cubicBezTo>
                <a:close/>
                <a:moveTo>
                  <a:pt x="7121" y="10019"/>
                </a:moveTo>
                <a:lnTo>
                  <a:pt x="7121" y="11469"/>
                </a:lnTo>
                <a:lnTo>
                  <a:pt x="4979" y="11469"/>
                </a:lnTo>
                <a:lnTo>
                  <a:pt x="4979" y="10019"/>
                </a:lnTo>
                <a:close/>
                <a:moveTo>
                  <a:pt x="4632" y="1"/>
                </a:moveTo>
                <a:cubicBezTo>
                  <a:pt x="3340" y="1"/>
                  <a:pt x="2269" y="1009"/>
                  <a:pt x="2175" y="2301"/>
                </a:cubicBezTo>
                <a:cubicBezTo>
                  <a:pt x="1292" y="2616"/>
                  <a:pt x="694" y="3403"/>
                  <a:pt x="694" y="4317"/>
                </a:cubicBezTo>
                <a:cubicBezTo>
                  <a:pt x="694" y="4726"/>
                  <a:pt x="820" y="5136"/>
                  <a:pt x="1072" y="5483"/>
                </a:cubicBezTo>
                <a:cubicBezTo>
                  <a:pt x="379" y="5955"/>
                  <a:pt x="1" y="6711"/>
                  <a:pt x="1" y="7530"/>
                </a:cubicBezTo>
                <a:cubicBezTo>
                  <a:pt x="1" y="8917"/>
                  <a:pt x="1135" y="10019"/>
                  <a:pt x="2521" y="10019"/>
                </a:cubicBezTo>
                <a:lnTo>
                  <a:pt x="4285" y="10019"/>
                </a:lnTo>
                <a:lnTo>
                  <a:pt x="4285" y="11469"/>
                </a:lnTo>
                <a:lnTo>
                  <a:pt x="2521" y="11469"/>
                </a:lnTo>
                <a:cubicBezTo>
                  <a:pt x="2332" y="11469"/>
                  <a:pt x="2175" y="11626"/>
                  <a:pt x="2175" y="11815"/>
                </a:cubicBezTo>
                <a:cubicBezTo>
                  <a:pt x="2175" y="12036"/>
                  <a:pt x="2332" y="12193"/>
                  <a:pt x="2521" y="12193"/>
                </a:cubicBezTo>
                <a:lnTo>
                  <a:pt x="9641" y="12193"/>
                </a:lnTo>
                <a:cubicBezTo>
                  <a:pt x="9830" y="12193"/>
                  <a:pt x="9988" y="12036"/>
                  <a:pt x="9988" y="11815"/>
                </a:cubicBezTo>
                <a:cubicBezTo>
                  <a:pt x="9988" y="11626"/>
                  <a:pt x="9830" y="11469"/>
                  <a:pt x="9641" y="11469"/>
                </a:cubicBezTo>
                <a:lnTo>
                  <a:pt x="7877" y="11469"/>
                </a:lnTo>
                <a:lnTo>
                  <a:pt x="7877" y="10019"/>
                </a:lnTo>
                <a:lnTo>
                  <a:pt x="9610" y="10019"/>
                </a:lnTo>
                <a:cubicBezTo>
                  <a:pt x="10964" y="10019"/>
                  <a:pt x="12130" y="8917"/>
                  <a:pt x="12130" y="7530"/>
                </a:cubicBezTo>
                <a:cubicBezTo>
                  <a:pt x="12130" y="6711"/>
                  <a:pt x="11721" y="5955"/>
                  <a:pt x="11059" y="5483"/>
                </a:cubicBezTo>
                <a:cubicBezTo>
                  <a:pt x="11280" y="5136"/>
                  <a:pt x="11406" y="4726"/>
                  <a:pt x="11406" y="4317"/>
                </a:cubicBezTo>
                <a:cubicBezTo>
                  <a:pt x="11406" y="3403"/>
                  <a:pt x="10838" y="2584"/>
                  <a:pt x="9956" y="2301"/>
                </a:cubicBezTo>
                <a:cubicBezTo>
                  <a:pt x="9830" y="1040"/>
                  <a:pt x="8791" y="1"/>
                  <a:pt x="7467" y="1"/>
                </a:cubicBezTo>
                <a:cubicBezTo>
                  <a:pt x="6963" y="1"/>
                  <a:pt x="6459" y="158"/>
                  <a:pt x="6050" y="442"/>
                </a:cubicBezTo>
                <a:cubicBezTo>
                  <a:pt x="5672" y="158"/>
                  <a:pt x="5168" y="1"/>
                  <a:pt x="463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5" name="Google Shape;13665;p142"/>
          <p:cNvSpPr/>
          <p:nvPr/>
        </p:nvSpPr>
        <p:spPr>
          <a:xfrm>
            <a:off x="1428633" y="2274689"/>
            <a:ext cx="471471" cy="473609"/>
          </a:xfrm>
          <a:custGeom>
            <a:avLst/>
            <a:gdLst/>
            <a:ahLst/>
            <a:cxnLst/>
            <a:rect l="l" t="t" r="r" b="b"/>
            <a:pathLst>
              <a:path w="12131" h="12186" extrusionOk="0">
                <a:moveTo>
                  <a:pt x="6050" y="1442"/>
                </a:moveTo>
                <a:cubicBezTo>
                  <a:pt x="6396" y="1442"/>
                  <a:pt x="6774" y="1757"/>
                  <a:pt x="6774" y="2167"/>
                </a:cubicBezTo>
                <a:cubicBezTo>
                  <a:pt x="6774" y="2576"/>
                  <a:pt x="6459" y="2891"/>
                  <a:pt x="6050" y="2891"/>
                </a:cubicBezTo>
                <a:cubicBezTo>
                  <a:pt x="5672" y="2891"/>
                  <a:pt x="5357" y="2576"/>
                  <a:pt x="5357" y="2167"/>
                </a:cubicBezTo>
                <a:cubicBezTo>
                  <a:pt x="5357" y="1789"/>
                  <a:pt x="5672" y="1442"/>
                  <a:pt x="6050" y="1442"/>
                </a:cubicBezTo>
                <a:close/>
                <a:moveTo>
                  <a:pt x="6018" y="3585"/>
                </a:moveTo>
                <a:cubicBezTo>
                  <a:pt x="6207" y="3585"/>
                  <a:pt x="6365" y="3742"/>
                  <a:pt x="6365" y="3963"/>
                </a:cubicBezTo>
                <a:lnTo>
                  <a:pt x="6365" y="4309"/>
                </a:lnTo>
                <a:cubicBezTo>
                  <a:pt x="6239" y="4467"/>
                  <a:pt x="6176" y="4593"/>
                  <a:pt x="6018" y="4782"/>
                </a:cubicBezTo>
                <a:cubicBezTo>
                  <a:pt x="5861" y="4593"/>
                  <a:pt x="5766" y="4467"/>
                  <a:pt x="5672" y="4309"/>
                </a:cubicBezTo>
                <a:lnTo>
                  <a:pt x="5672" y="3963"/>
                </a:lnTo>
                <a:cubicBezTo>
                  <a:pt x="5672" y="3742"/>
                  <a:pt x="5829" y="3585"/>
                  <a:pt x="6018" y="3585"/>
                </a:cubicBezTo>
                <a:close/>
                <a:moveTo>
                  <a:pt x="1009" y="2891"/>
                </a:moveTo>
                <a:cubicBezTo>
                  <a:pt x="2710" y="2891"/>
                  <a:pt x="4317" y="3679"/>
                  <a:pt x="5325" y="5002"/>
                </a:cubicBezTo>
                <a:lnTo>
                  <a:pt x="1544" y="5002"/>
                </a:lnTo>
                <a:cubicBezTo>
                  <a:pt x="1040" y="5002"/>
                  <a:pt x="662" y="4624"/>
                  <a:pt x="662" y="4152"/>
                </a:cubicBezTo>
                <a:lnTo>
                  <a:pt x="662" y="3238"/>
                </a:lnTo>
                <a:cubicBezTo>
                  <a:pt x="662" y="3049"/>
                  <a:pt x="820" y="2891"/>
                  <a:pt x="1009" y="2891"/>
                </a:cubicBezTo>
                <a:close/>
                <a:moveTo>
                  <a:pt x="11059" y="2891"/>
                </a:moveTo>
                <a:cubicBezTo>
                  <a:pt x="11248" y="2891"/>
                  <a:pt x="11406" y="3049"/>
                  <a:pt x="11406" y="3238"/>
                </a:cubicBezTo>
                <a:lnTo>
                  <a:pt x="11406" y="4152"/>
                </a:lnTo>
                <a:cubicBezTo>
                  <a:pt x="11406" y="4624"/>
                  <a:pt x="11027" y="5002"/>
                  <a:pt x="10555" y="5002"/>
                </a:cubicBezTo>
                <a:lnTo>
                  <a:pt x="6774" y="5002"/>
                </a:lnTo>
                <a:cubicBezTo>
                  <a:pt x="7782" y="3679"/>
                  <a:pt x="9358" y="2891"/>
                  <a:pt x="11059" y="2891"/>
                </a:cubicBezTo>
                <a:close/>
                <a:moveTo>
                  <a:pt x="6018" y="5884"/>
                </a:moveTo>
                <a:lnTo>
                  <a:pt x="6365" y="6231"/>
                </a:lnTo>
                <a:lnTo>
                  <a:pt x="6365" y="6798"/>
                </a:lnTo>
                <a:cubicBezTo>
                  <a:pt x="6365" y="6987"/>
                  <a:pt x="6207" y="7145"/>
                  <a:pt x="6018" y="7145"/>
                </a:cubicBezTo>
                <a:cubicBezTo>
                  <a:pt x="5829" y="7145"/>
                  <a:pt x="5672" y="6987"/>
                  <a:pt x="5672" y="6798"/>
                </a:cubicBezTo>
                <a:lnTo>
                  <a:pt x="5672" y="6231"/>
                </a:lnTo>
                <a:lnTo>
                  <a:pt x="6018" y="5884"/>
                </a:lnTo>
                <a:close/>
                <a:moveTo>
                  <a:pt x="9893" y="5727"/>
                </a:moveTo>
                <a:cubicBezTo>
                  <a:pt x="10334" y="5727"/>
                  <a:pt x="10744" y="6105"/>
                  <a:pt x="10744" y="6578"/>
                </a:cubicBezTo>
                <a:lnTo>
                  <a:pt x="10744" y="6798"/>
                </a:lnTo>
                <a:lnTo>
                  <a:pt x="10712" y="6798"/>
                </a:lnTo>
                <a:cubicBezTo>
                  <a:pt x="10712" y="6987"/>
                  <a:pt x="10555" y="7145"/>
                  <a:pt x="10334" y="7145"/>
                </a:cubicBezTo>
                <a:cubicBezTo>
                  <a:pt x="9043" y="7145"/>
                  <a:pt x="7814" y="6641"/>
                  <a:pt x="6932" y="5727"/>
                </a:cubicBezTo>
                <a:close/>
                <a:moveTo>
                  <a:pt x="5136" y="5758"/>
                </a:moveTo>
                <a:cubicBezTo>
                  <a:pt x="4254" y="6672"/>
                  <a:pt x="3025" y="7176"/>
                  <a:pt x="1734" y="7176"/>
                </a:cubicBezTo>
                <a:cubicBezTo>
                  <a:pt x="1513" y="7145"/>
                  <a:pt x="1355" y="6987"/>
                  <a:pt x="1355" y="6798"/>
                </a:cubicBezTo>
                <a:lnTo>
                  <a:pt x="1355" y="6578"/>
                </a:lnTo>
                <a:cubicBezTo>
                  <a:pt x="1355" y="6357"/>
                  <a:pt x="1450" y="6168"/>
                  <a:pt x="1607" y="6010"/>
                </a:cubicBezTo>
                <a:cubicBezTo>
                  <a:pt x="1765" y="5853"/>
                  <a:pt x="1986" y="5758"/>
                  <a:pt x="2206" y="5758"/>
                </a:cubicBezTo>
                <a:close/>
                <a:moveTo>
                  <a:pt x="4616" y="1"/>
                </a:moveTo>
                <a:cubicBezTo>
                  <a:pt x="4522" y="1"/>
                  <a:pt x="4427" y="40"/>
                  <a:pt x="4348" y="119"/>
                </a:cubicBezTo>
                <a:cubicBezTo>
                  <a:pt x="4191" y="277"/>
                  <a:pt x="4191" y="466"/>
                  <a:pt x="4348" y="655"/>
                </a:cubicBezTo>
                <a:lnTo>
                  <a:pt x="4947" y="1222"/>
                </a:lnTo>
                <a:cubicBezTo>
                  <a:pt x="4726" y="1505"/>
                  <a:pt x="4600" y="1820"/>
                  <a:pt x="4600" y="2167"/>
                </a:cubicBezTo>
                <a:cubicBezTo>
                  <a:pt x="4600" y="2639"/>
                  <a:pt x="4821" y="3049"/>
                  <a:pt x="5199" y="3333"/>
                </a:cubicBezTo>
                <a:cubicBezTo>
                  <a:pt x="5105" y="3427"/>
                  <a:pt x="5073" y="3522"/>
                  <a:pt x="5042" y="3679"/>
                </a:cubicBezTo>
                <a:cubicBezTo>
                  <a:pt x="3939" y="2734"/>
                  <a:pt x="2521" y="2167"/>
                  <a:pt x="1040" y="2167"/>
                </a:cubicBezTo>
                <a:cubicBezTo>
                  <a:pt x="473" y="2167"/>
                  <a:pt x="1" y="2639"/>
                  <a:pt x="1" y="3238"/>
                </a:cubicBezTo>
                <a:lnTo>
                  <a:pt x="1" y="4152"/>
                </a:lnTo>
                <a:cubicBezTo>
                  <a:pt x="1" y="4845"/>
                  <a:pt x="410" y="5412"/>
                  <a:pt x="1009" y="5632"/>
                </a:cubicBezTo>
                <a:cubicBezTo>
                  <a:pt x="820" y="5916"/>
                  <a:pt x="694" y="6231"/>
                  <a:pt x="694" y="6578"/>
                </a:cubicBezTo>
                <a:lnTo>
                  <a:pt x="694" y="6798"/>
                </a:lnTo>
                <a:cubicBezTo>
                  <a:pt x="694" y="7365"/>
                  <a:pt x="1166" y="7838"/>
                  <a:pt x="1765" y="7838"/>
                </a:cubicBezTo>
                <a:cubicBezTo>
                  <a:pt x="2931" y="7838"/>
                  <a:pt x="4033" y="7491"/>
                  <a:pt x="4979" y="6830"/>
                </a:cubicBezTo>
                <a:cubicBezTo>
                  <a:pt x="4979" y="7271"/>
                  <a:pt x="5294" y="7649"/>
                  <a:pt x="5703" y="7806"/>
                </a:cubicBezTo>
                <a:lnTo>
                  <a:pt x="5703" y="11839"/>
                </a:lnTo>
                <a:cubicBezTo>
                  <a:pt x="5703" y="12028"/>
                  <a:pt x="5861" y="12185"/>
                  <a:pt x="6050" y="12185"/>
                </a:cubicBezTo>
                <a:cubicBezTo>
                  <a:pt x="6239" y="12185"/>
                  <a:pt x="6396" y="12028"/>
                  <a:pt x="6396" y="11839"/>
                </a:cubicBezTo>
                <a:lnTo>
                  <a:pt x="6396" y="7806"/>
                </a:lnTo>
                <a:cubicBezTo>
                  <a:pt x="6806" y="7649"/>
                  <a:pt x="7121" y="7302"/>
                  <a:pt x="7121" y="6830"/>
                </a:cubicBezTo>
                <a:cubicBezTo>
                  <a:pt x="8066" y="7491"/>
                  <a:pt x="9200" y="7838"/>
                  <a:pt x="10334" y="7838"/>
                </a:cubicBezTo>
                <a:cubicBezTo>
                  <a:pt x="10933" y="7838"/>
                  <a:pt x="11406" y="7365"/>
                  <a:pt x="11406" y="6798"/>
                </a:cubicBezTo>
                <a:lnTo>
                  <a:pt x="11406" y="6578"/>
                </a:lnTo>
                <a:cubicBezTo>
                  <a:pt x="11406" y="6231"/>
                  <a:pt x="11280" y="5916"/>
                  <a:pt x="11090" y="5632"/>
                </a:cubicBezTo>
                <a:cubicBezTo>
                  <a:pt x="11689" y="5443"/>
                  <a:pt x="12130" y="4845"/>
                  <a:pt x="12130" y="4152"/>
                </a:cubicBezTo>
                <a:lnTo>
                  <a:pt x="12130" y="3238"/>
                </a:lnTo>
                <a:cubicBezTo>
                  <a:pt x="12130" y="2639"/>
                  <a:pt x="11658" y="2167"/>
                  <a:pt x="11059" y="2167"/>
                </a:cubicBezTo>
                <a:cubicBezTo>
                  <a:pt x="9610" y="2167"/>
                  <a:pt x="8129" y="2734"/>
                  <a:pt x="7089" y="3679"/>
                </a:cubicBezTo>
                <a:cubicBezTo>
                  <a:pt x="7058" y="3553"/>
                  <a:pt x="6995" y="3427"/>
                  <a:pt x="6932" y="3333"/>
                </a:cubicBezTo>
                <a:cubicBezTo>
                  <a:pt x="7278" y="3049"/>
                  <a:pt x="7530" y="2639"/>
                  <a:pt x="7530" y="2167"/>
                </a:cubicBezTo>
                <a:cubicBezTo>
                  <a:pt x="7530" y="1820"/>
                  <a:pt x="7404" y="1505"/>
                  <a:pt x="7152" y="1222"/>
                </a:cubicBezTo>
                <a:lnTo>
                  <a:pt x="7751" y="655"/>
                </a:lnTo>
                <a:cubicBezTo>
                  <a:pt x="7908" y="466"/>
                  <a:pt x="7908" y="277"/>
                  <a:pt x="7751" y="119"/>
                </a:cubicBezTo>
                <a:cubicBezTo>
                  <a:pt x="7672" y="40"/>
                  <a:pt x="7586" y="1"/>
                  <a:pt x="7499" y="1"/>
                </a:cubicBezTo>
                <a:cubicBezTo>
                  <a:pt x="7412" y="1"/>
                  <a:pt x="7326" y="40"/>
                  <a:pt x="7247" y="119"/>
                </a:cubicBezTo>
                <a:lnTo>
                  <a:pt x="6522" y="844"/>
                </a:lnTo>
                <a:cubicBezTo>
                  <a:pt x="6365" y="812"/>
                  <a:pt x="6207" y="749"/>
                  <a:pt x="6050" y="749"/>
                </a:cubicBezTo>
                <a:cubicBezTo>
                  <a:pt x="5892" y="749"/>
                  <a:pt x="5735" y="812"/>
                  <a:pt x="5577" y="844"/>
                </a:cubicBezTo>
                <a:lnTo>
                  <a:pt x="4884" y="119"/>
                </a:lnTo>
                <a:cubicBezTo>
                  <a:pt x="4805" y="40"/>
                  <a:pt x="4711" y="1"/>
                  <a:pt x="461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66" name="Google Shape;13666;p142"/>
          <p:cNvGrpSpPr/>
          <p:nvPr/>
        </p:nvGrpSpPr>
        <p:grpSpPr>
          <a:xfrm>
            <a:off x="1457493" y="2850904"/>
            <a:ext cx="416283" cy="473881"/>
            <a:chOff x="-20904875" y="2788575"/>
            <a:chExt cx="267775" cy="304825"/>
          </a:xfrm>
        </p:grpSpPr>
        <p:sp>
          <p:nvSpPr>
            <p:cNvPr id="13667" name="Google Shape;13667;p142"/>
            <p:cNvSpPr/>
            <p:nvPr/>
          </p:nvSpPr>
          <p:spPr>
            <a:xfrm>
              <a:off x="-20904875" y="2788575"/>
              <a:ext cx="267775" cy="304825"/>
            </a:xfrm>
            <a:custGeom>
              <a:avLst/>
              <a:gdLst/>
              <a:ahLst/>
              <a:cxnLst/>
              <a:rect l="l" t="t" r="r" b="b"/>
              <a:pathLst>
                <a:path w="10711" h="12193" extrusionOk="0">
                  <a:moveTo>
                    <a:pt x="5294" y="725"/>
                  </a:moveTo>
                  <a:cubicBezTo>
                    <a:pt x="5483" y="725"/>
                    <a:pt x="5640" y="882"/>
                    <a:pt x="5640" y="1103"/>
                  </a:cubicBezTo>
                  <a:lnTo>
                    <a:pt x="5640" y="1166"/>
                  </a:lnTo>
                  <a:cubicBezTo>
                    <a:pt x="5640" y="1373"/>
                    <a:pt x="5803" y="1512"/>
                    <a:pt x="5977" y="1512"/>
                  </a:cubicBezTo>
                  <a:cubicBezTo>
                    <a:pt x="6068" y="1512"/>
                    <a:pt x="6163" y="1473"/>
                    <a:pt x="6239" y="1387"/>
                  </a:cubicBezTo>
                  <a:lnTo>
                    <a:pt x="6270" y="1355"/>
                  </a:lnTo>
                  <a:cubicBezTo>
                    <a:pt x="6341" y="1284"/>
                    <a:pt x="6429" y="1252"/>
                    <a:pt x="6514" y="1252"/>
                  </a:cubicBezTo>
                  <a:cubicBezTo>
                    <a:pt x="6695" y="1252"/>
                    <a:pt x="6869" y="1393"/>
                    <a:pt x="6869" y="1607"/>
                  </a:cubicBezTo>
                  <a:cubicBezTo>
                    <a:pt x="6869" y="1765"/>
                    <a:pt x="6774" y="1828"/>
                    <a:pt x="6711" y="1922"/>
                  </a:cubicBezTo>
                  <a:cubicBezTo>
                    <a:pt x="6459" y="2143"/>
                    <a:pt x="6617" y="2489"/>
                    <a:pt x="6932" y="2489"/>
                  </a:cubicBezTo>
                  <a:lnTo>
                    <a:pt x="7026" y="2489"/>
                  </a:lnTo>
                  <a:cubicBezTo>
                    <a:pt x="7215" y="2489"/>
                    <a:pt x="7373" y="2678"/>
                    <a:pt x="7373" y="2867"/>
                  </a:cubicBezTo>
                  <a:cubicBezTo>
                    <a:pt x="7373" y="3056"/>
                    <a:pt x="7215" y="3214"/>
                    <a:pt x="7026" y="3214"/>
                  </a:cubicBezTo>
                  <a:lnTo>
                    <a:pt x="6932" y="3214"/>
                  </a:lnTo>
                  <a:cubicBezTo>
                    <a:pt x="6774" y="3214"/>
                    <a:pt x="6648" y="3277"/>
                    <a:pt x="6617" y="3466"/>
                  </a:cubicBezTo>
                  <a:cubicBezTo>
                    <a:pt x="6585" y="3560"/>
                    <a:pt x="6585" y="3718"/>
                    <a:pt x="6711" y="3844"/>
                  </a:cubicBezTo>
                  <a:lnTo>
                    <a:pt x="6743" y="3875"/>
                  </a:lnTo>
                  <a:cubicBezTo>
                    <a:pt x="6806" y="3970"/>
                    <a:pt x="6869" y="4033"/>
                    <a:pt x="6869" y="4127"/>
                  </a:cubicBezTo>
                  <a:cubicBezTo>
                    <a:pt x="6869" y="4334"/>
                    <a:pt x="6693" y="4473"/>
                    <a:pt x="6518" y="4473"/>
                  </a:cubicBezTo>
                  <a:cubicBezTo>
                    <a:pt x="6427" y="4473"/>
                    <a:pt x="6335" y="4435"/>
                    <a:pt x="6270" y="4348"/>
                  </a:cubicBezTo>
                  <a:lnTo>
                    <a:pt x="6239" y="4316"/>
                  </a:lnTo>
                  <a:cubicBezTo>
                    <a:pt x="6156" y="4234"/>
                    <a:pt x="6063" y="4199"/>
                    <a:pt x="5976" y="4199"/>
                  </a:cubicBezTo>
                  <a:cubicBezTo>
                    <a:pt x="5797" y="4199"/>
                    <a:pt x="5640" y="4346"/>
                    <a:pt x="5640" y="4537"/>
                  </a:cubicBezTo>
                  <a:lnTo>
                    <a:pt x="5640" y="4632"/>
                  </a:lnTo>
                  <a:cubicBezTo>
                    <a:pt x="5640" y="4821"/>
                    <a:pt x="5483" y="4978"/>
                    <a:pt x="5294" y="4978"/>
                  </a:cubicBezTo>
                  <a:cubicBezTo>
                    <a:pt x="5073" y="4978"/>
                    <a:pt x="4916" y="4821"/>
                    <a:pt x="4916" y="4632"/>
                  </a:cubicBezTo>
                  <a:lnTo>
                    <a:pt x="4916" y="4537"/>
                  </a:lnTo>
                  <a:cubicBezTo>
                    <a:pt x="4958" y="4346"/>
                    <a:pt x="4801" y="4213"/>
                    <a:pt x="4626" y="4213"/>
                  </a:cubicBezTo>
                  <a:cubicBezTo>
                    <a:pt x="4541" y="4213"/>
                    <a:pt x="4452" y="4244"/>
                    <a:pt x="4380" y="4316"/>
                  </a:cubicBezTo>
                  <a:lnTo>
                    <a:pt x="4349" y="4348"/>
                  </a:lnTo>
                  <a:cubicBezTo>
                    <a:pt x="4270" y="4427"/>
                    <a:pt x="4175" y="4466"/>
                    <a:pt x="4081" y="4466"/>
                  </a:cubicBezTo>
                  <a:cubicBezTo>
                    <a:pt x="3986" y="4466"/>
                    <a:pt x="3892" y="4427"/>
                    <a:pt x="3813" y="4348"/>
                  </a:cubicBezTo>
                  <a:cubicBezTo>
                    <a:pt x="3655" y="4190"/>
                    <a:pt x="3655" y="4001"/>
                    <a:pt x="3813" y="3844"/>
                  </a:cubicBezTo>
                  <a:lnTo>
                    <a:pt x="3876" y="3812"/>
                  </a:lnTo>
                  <a:cubicBezTo>
                    <a:pt x="4096" y="3560"/>
                    <a:pt x="3939" y="3214"/>
                    <a:pt x="3624" y="3214"/>
                  </a:cubicBezTo>
                  <a:lnTo>
                    <a:pt x="3561" y="3214"/>
                  </a:lnTo>
                  <a:cubicBezTo>
                    <a:pt x="3340" y="3214"/>
                    <a:pt x="3183" y="3056"/>
                    <a:pt x="3183" y="2867"/>
                  </a:cubicBezTo>
                  <a:cubicBezTo>
                    <a:pt x="3183" y="2678"/>
                    <a:pt x="3340" y="2489"/>
                    <a:pt x="3561" y="2489"/>
                  </a:cubicBezTo>
                  <a:lnTo>
                    <a:pt x="3624" y="2489"/>
                  </a:lnTo>
                  <a:cubicBezTo>
                    <a:pt x="3939" y="2489"/>
                    <a:pt x="4096" y="2111"/>
                    <a:pt x="3876" y="1922"/>
                  </a:cubicBezTo>
                  <a:cubicBezTo>
                    <a:pt x="3813" y="1891"/>
                    <a:pt x="3718" y="1796"/>
                    <a:pt x="3718" y="1607"/>
                  </a:cubicBezTo>
                  <a:cubicBezTo>
                    <a:pt x="3718" y="1393"/>
                    <a:pt x="3892" y="1252"/>
                    <a:pt x="4063" y="1252"/>
                  </a:cubicBezTo>
                  <a:cubicBezTo>
                    <a:pt x="4144" y="1252"/>
                    <a:pt x="4225" y="1284"/>
                    <a:pt x="4286" y="1355"/>
                  </a:cubicBezTo>
                  <a:lnTo>
                    <a:pt x="4349" y="1387"/>
                  </a:lnTo>
                  <a:cubicBezTo>
                    <a:pt x="4424" y="1473"/>
                    <a:pt x="4515" y="1512"/>
                    <a:pt x="4602" y="1512"/>
                  </a:cubicBezTo>
                  <a:cubicBezTo>
                    <a:pt x="4767" y="1512"/>
                    <a:pt x="4916" y="1373"/>
                    <a:pt x="4916" y="1166"/>
                  </a:cubicBezTo>
                  <a:lnTo>
                    <a:pt x="4916" y="1103"/>
                  </a:lnTo>
                  <a:cubicBezTo>
                    <a:pt x="4916" y="882"/>
                    <a:pt x="5073" y="725"/>
                    <a:pt x="5294" y="725"/>
                  </a:cubicBezTo>
                  <a:close/>
                  <a:moveTo>
                    <a:pt x="757" y="5766"/>
                  </a:moveTo>
                  <a:lnTo>
                    <a:pt x="757" y="5766"/>
                  </a:lnTo>
                  <a:cubicBezTo>
                    <a:pt x="1482" y="5892"/>
                    <a:pt x="2647" y="6144"/>
                    <a:pt x="3120" y="6648"/>
                  </a:cubicBezTo>
                  <a:cubicBezTo>
                    <a:pt x="3624" y="7152"/>
                    <a:pt x="3624" y="7498"/>
                    <a:pt x="3340" y="7908"/>
                  </a:cubicBezTo>
                  <a:lnTo>
                    <a:pt x="2616" y="7152"/>
                  </a:lnTo>
                  <a:cubicBezTo>
                    <a:pt x="2537" y="7073"/>
                    <a:pt x="2442" y="7034"/>
                    <a:pt x="2348" y="7034"/>
                  </a:cubicBezTo>
                  <a:cubicBezTo>
                    <a:pt x="2253" y="7034"/>
                    <a:pt x="2159" y="7073"/>
                    <a:pt x="2080" y="7152"/>
                  </a:cubicBezTo>
                  <a:cubicBezTo>
                    <a:pt x="1923" y="7309"/>
                    <a:pt x="1923" y="7498"/>
                    <a:pt x="2080" y="7656"/>
                  </a:cubicBezTo>
                  <a:lnTo>
                    <a:pt x="2836" y="8412"/>
                  </a:lnTo>
                  <a:cubicBezTo>
                    <a:pt x="2695" y="8515"/>
                    <a:pt x="2554" y="8575"/>
                    <a:pt x="2401" y="8575"/>
                  </a:cubicBezTo>
                  <a:cubicBezTo>
                    <a:pt x="2176" y="8575"/>
                    <a:pt x="1925" y="8446"/>
                    <a:pt x="1608" y="8129"/>
                  </a:cubicBezTo>
                  <a:cubicBezTo>
                    <a:pt x="1135" y="7656"/>
                    <a:pt x="883" y="6490"/>
                    <a:pt x="757" y="5766"/>
                  </a:cubicBezTo>
                  <a:close/>
                  <a:moveTo>
                    <a:pt x="9893" y="6459"/>
                  </a:moveTo>
                  <a:cubicBezTo>
                    <a:pt x="9799" y="7183"/>
                    <a:pt x="9578" y="8381"/>
                    <a:pt x="9074" y="8853"/>
                  </a:cubicBezTo>
                  <a:cubicBezTo>
                    <a:pt x="8805" y="9123"/>
                    <a:pt x="8570" y="9287"/>
                    <a:pt x="8321" y="9287"/>
                  </a:cubicBezTo>
                  <a:cubicBezTo>
                    <a:pt x="8162" y="9287"/>
                    <a:pt x="7998" y="9221"/>
                    <a:pt x="7814" y="9074"/>
                  </a:cubicBezTo>
                  <a:lnTo>
                    <a:pt x="8570" y="8349"/>
                  </a:lnTo>
                  <a:cubicBezTo>
                    <a:pt x="8728" y="8192"/>
                    <a:pt x="8728" y="7971"/>
                    <a:pt x="8570" y="7814"/>
                  </a:cubicBezTo>
                  <a:cubicBezTo>
                    <a:pt x="8491" y="7735"/>
                    <a:pt x="8397" y="7695"/>
                    <a:pt x="8302" y="7695"/>
                  </a:cubicBezTo>
                  <a:cubicBezTo>
                    <a:pt x="8208" y="7695"/>
                    <a:pt x="8113" y="7735"/>
                    <a:pt x="8035" y="7814"/>
                  </a:cubicBezTo>
                  <a:lnTo>
                    <a:pt x="7278" y="8570"/>
                  </a:lnTo>
                  <a:cubicBezTo>
                    <a:pt x="7026" y="8192"/>
                    <a:pt x="7026" y="7814"/>
                    <a:pt x="7531" y="7309"/>
                  </a:cubicBezTo>
                  <a:cubicBezTo>
                    <a:pt x="8003" y="6837"/>
                    <a:pt x="9169" y="6553"/>
                    <a:pt x="9893" y="6459"/>
                  </a:cubicBezTo>
                  <a:close/>
                  <a:moveTo>
                    <a:pt x="5357" y="0"/>
                  </a:moveTo>
                  <a:cubicBezTo>
                    <a:pt x="4979" y="0"/>
                    <a:pt x="4601" y="221"/>
                    <a:pt x="4412" y="536"/>
                  </a:cubicBezTo>
                  <a:cubicBezTo>
                    <a:pt x="4313" y="500"/>
                    <a:pt x="4206" y="482"/>
                    <a:pt x="4097" y="482"/>
                  </a:cubicBezTo>
                  <a:cubicBezTo>
                    <a:pt x="3826" y="482"/>
                    <a:pt x="3543" y="594"/>
                    <a:pt x="3340" y="819"/>
                  </a:cubicBezTo>
                  <a:cubicBezTo>
                    <a:pt x="3088" y="1103"/>
                    <a:pt x="2962" y="1513"/>
                    <a:pt x="3088" y="1891"/>
                  </a:cubicBezTo>
                  <a:cubicBezTo>
                    <a:pt x="2710" y="2080"/>
                    <a:pt x="2521" y="2426"/>
                    <a:pt x="2521" y="2836"/>
                  </a:cubicBezTo>
                  <a:cubicBezTo>
                    <a:pt x="2521" y="3214"/>
                    <a:pt x="2773" y="3560"/>
                    <a:pt x="3088" y="3781"/>
                  </a:cubicBezTo>
                  <a:cubicBezTo>
                    <a:pt x="2962" y="4127"/>
                    <a:pt x="3057" y="4569"/>
                    <a:pt x="3340" y="4821"/>
                  </a:cubicBezTo>
                  <a:cubicBezTo>
                    <a:pt x="3549" y="5030"/>
                    <a:pt x="3844" y="5153"/>
                    <a:pt x="4123" y="5153"/>
                  </a:cubicBezTo>
                  <a:cubicBezTo>
                    <a:pt x="4223" y="5153"/>
                    <a:pt x="4320" y="5137"/>
                    <a:pt x="4412" y="5104"/>
                  </a:cubicBezTo>
                  <a:cubicBezTo>
                    <a:pt x="4538" y="5325"/>
                    <a:pt x="4758" y="5545"/>
                    <a:pt x="5010" y="5608"/>
                  </a:cubicBezTo>
                  <a:lnTo>
                    <a:pt x="5010" y="9483"/>
                  </a:lnTo>
                  <a:lnTo>
                    <a:pt x="3907" y="8381"/>
                  </a:lnTo>
                  <a:cubicBezTo>
                    <a:pt x="4538" y="7593"/>
                    <a:pt x="4380" y="6837"/>
                    <a:pt x="3655" y="6144"/>
                  </a:cubicBezTo>
                  <a:cubicBezTo>
                    <a:pt x="2773" y="5230"/>
                    <a:pt x="505" y="5041"/>
                    <a:pt x="410" y="5041"/>
                  </a:cubicBezTo>
                  <a:cubicBezTo>
                    <a:pt x="158" y="5041"/>
                    <a:pt x="1" y="5199"/>
                    <a:pt x="1" y="5419"/>
                  </a:cubicBezTo>
                  <a:cubicBezTo>
                    <a:pt x="1" y="5482"/>
                    <a:pt x="190" y="7751"/>
                    <a:pt x="1104" y="8696"/>
                  </a:cubicBezTo>
                  <a:cubicBezTo>
                    <a:pt x="1517" y="9091"/>
                    <a:pt x="1951" y="9312"/>
                    <a:pt x="2382" y="9312"/>
                  </a:cubicBezTo>
                  <a:cubicBezTo>
                    <a:pt x="2706" y="9312"/>
                    <a:pt x="3029" y="9187"/>
                    <a:pt x="3340" y="8916"/>
                  </a:cubicBezTo>
                  <a:lnTo>
                    <a:pt x="4979" y="10554"/>
                  </a:lnTo>
                  <a:lnTo>
                    <a:pt x="4979" y="11500"/>
                  </a:lnTo>
                  <a:lnTo>
                    <a:pt x="2490" y="11500"/>
                  </a:lnTo>
                  <a:cubicBezTo>
                    <a:pt x="2301" y="11500"/>
                    <a:pt x="2143" y="11657"/>
                    <a:pt x="2143" y="11846"/>
                  </a:cubicBezTo>
                  <a:cubicBezTo>
                    <a:pt x="2143" y="12035"/>
                    <a:pt x="2301" y="12193"/>
                    <a:pt x="2490" y="12193"/>
                  </a:cubicBezTo>
                  <a:lnTo>
                    <a:pt x="8192" y="12193"/>
                  </a:lnTo>
                  <a:cubicBezTo>
                    <a:pt x="8381" y="12193"/>
                    <a:pt x="8539" y="12035"/>
                    <a:pt x="8539" y="11846"/>
                  </a:cubicBezTo>
                  <a:cubicBezTo>
                    <a:pt x="8539" y="11657"/>
                    <a:pt x="8381" y="11500"/>
                    <a:pt x="8192" y="11500"/>
                  </a:cubicBezTo>
                  <a:lnTo>
                    <a:pt x="5703" y="11500"/>
                  </a:lnTo>
                  <a:lnTo>
                    <a:pt x="5703" y="11248"/>
                  </a:lnTo>
                  <a:lnTo>
                    <a:pt x="7342" y="9641"/>
                  </a:lnTo>
                  <a:cubicBezTo>
                    <a:pt x="7677" y="9909"/>
                    <a:pt x="8000" y="10034"/>
                    <a:pt x="8317" y="10034"/>
                  </a:cubicBezTo>
                  <a:cubicBezTo>
                    <a:pt x="8746" y="10034"/>
                    <a:pt x="9162" y="9805"/>
                    <a:pt x="9578" y="9389"/>
                  </a:cubicBezTo>
                  <a:cubicBezTo>
                    <a:pt x="10492" y="8507"/>
                    <a:pt x="10681" y="6238"/>
                    <a:pt x="10681" y="6144"/>
                  </a:cubicBezTo>
                  <a:cubicBezTo>
                    <a:pt x="10710" y="5910"/>
                    <a:pt x="10550" y="5731"/>
                    <a:pt x="10376" y="5731"/>
                  </a:cubicBezTo>
                  <a:cubicBezTo>
                    <a:pt x="10362" y="5731"/>
                    <a:pt x="10348" y="5732"/>
                    <a:pt x="10334" y="5734"/>
                  </a:cubicBezTo>
                  <a:cubicBezTo>
                    <a:pt x="10240" y="5734"/>
                    <a:pt x="8003" y="5923"/>
                    <a:pt x="7058" y="6837"/>
                  </a:cubicBezTo>
                  <a:cubicBezTo>
                    <a:pt x="6333" y="7561"/>
                    <a:pt x="6176" y="8286"/>
                    <a:pt x="6806" y="9074"/>
                  </a:cubicBezTo>
                  <a:lnTo>
                    <a:pt x="5703" y="10176"/>
                  </a:lnTo>
                  <a:lnTo>
                    <a:pt x="5703" y="5608"/>
                  </a:lnTo>
                  <a:cubicBezTo>
                    <a:pt x="5955" y="5545"/>
                    <a:pt x="6176" y="5356"/>
                    <a:pt x="6302" y="5104"/>
                  </a:cubicBezTo>
                  <a:cubicBezTo>
                    <a:pt x="6401" y="5140"/>
                    <a:pt x="6508" y="5158"/>
                    <a:pt x="6616" y="5158"/>
                  </a:cubicBezTo>
                  <a:cubicBezTo>
                    <a:pt x="6888" y="5158"/>
                    <a:pt x="7170" y="5046"/>
                    <a:pt x="7373" y="4821"/>
                  </a:cubicBezTo>
                  <a:cubicBezTo>
                    <a:pt x="7562" y="4632"/>
                    <a:pt x="7688" y="4348"/>
                    <a:pt x="7688" y="4096"/>
                  </a:cubicBezTo>
                  <a:cubicBezTo>
                    <a:pt x="7688" y="3970"/>
                    <a:pt x="7688" y="3875"/>
                    <a:pt x="7657" y="3781"/>
                  </a:cubicBezTo>
                  <a:cubicBezTo>
                    <a:pt x="8003" y="3560"/>
                    <a:pt x="8192" y="3214"/>
                    <a:pt x="8192" y="2836"/>
                  </a:cubicBezTo>
                  <a:cubicBezTo>
                    <a:pt x="8192" y="2426"/>
                    <a:pt x="7972" y="2080"/>
                    <a:pt x="7657" y="1891"/>
                  </a:cubicBezTo>
                  <a:cubicBezTo>
                    <a:pt x="7751" y="1513"/>
                    <a:pt x="7688" y="1103"/>
                    <a:pt x="7373" y="819"/>
                  </a:cubicBezTo>
                  <a:cubicBezTo>
                    <a:pt x="7164" y="610"/>
                    <a:pt x="6869" y="487"/>
                    <a:pt x="6590" y="487"/>
                  </a:cubicBezTo>
                  <a:cubicBezTo>
                    <a:pt x="6491" y="487"/>
                    <a:pt x="6393" y="503"/>
                    <a:pt x="6302" y="536"/>
                  </a:cubicBezTo>
                  <a:cubicBezTo>
                    <a:pt x="6113" y="189"/>
                    <a:pt x="5766" y="0"/>
                    <a:pt x="53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8" name="Google Shape;13668;p142"/>
            <p:cNvSpPr/>
            <p:nvPr/>
          </p:nvSpPr>
          <p:spPr>
            <a:xfrm>
              <a:off x="-20788300" y="2842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040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69" name="Google Shape;13669;p142"/>
          <p:cNvGrpSpPr/>
          <p:nvPr/>
        </p:nvGrpSpPr>
        <p:grpSpPr>
          <a:xfrm>
            <a:off x="4397908" y="2275564"/>
            <a:ext cx="360045" cy="471471"/>
            <a:chOff x="-19006700" y="2434925"/>
            <a:chExt cx="231600" cy="303275"/>
          </a:xfrm>
        </p:grpSpPr>
        <p:sp>
          <p:nvSpPr>
            <p:cNvPr id="13670" name="Google Shape;13670;p142"/>
            <p:cNvSpPr/>
            <p:nvPr/>
          </p:nvSpPr>
          <p:spPr>
            <a:xfrm>
              <a:off x="-18906675" y="2552275"/>
              <a:ext cx="36275" cy="44150"/>
            </a:xfrm>
            <a:custGeom>
              <a:avLst/>
              <a:gdLst/>
              <a:ahLst/>
              <a:cxnLst/>
              <a:rect l="l" t="t" r="r" b="b"/>
              <a:pathLst>
                <a:path w="1451" h="1766" extrusionOk="0">
                  <a:moveTo>
                    <a:pt x="1000" y="0"/>
                  </a:moveTo>
                  <a:cubicBezTo>
                    <a:pt x="853" y="0"/>
                    <a:pt x="718" y="108"/>
                    <a:pt x="694" y="253"/>
                  </a:cubicBezTo>
                  <a:cubicBezTo>
                    <a:pt x="641" y="95"/>
                    <a:pt x="478" y="25"/>
                    <a:pt x="334" y="25"/>
                  </a:cubicBezTo>
                  <a:cubicBezTo>
                    <a:pt x="306" y="25"/>
                    <a:pt x="279" y="27"/>
                    <a:pt x="253" y="32"/>
                  </a:cubicBezTo>
                  <a:cubicBezTo>
                    <a:pt x="64" y="95"/>
                    <a:pt x="1" y="316"/>
                    <a:pt x="32" y="473"/>
                  </a:cubicBezTo>
                  <a:lnTo>
                    <a:pt x="284" y="1513"/>
                  </a:lnTo>
                  <a:cubicBezTo>
                    <a:pt x="347" y="1671"/>
                    <a:pt x="505" y="1765"/>
                    <a:pt x="663" y="1765"/>
                  </a:cubicBezTo>
                  <a:cubicBezTo>
                    <a:pt x="820" y="1765"/>
                    <a:pt x="946" y="1671"/>
                    <a:pt x="1009" y="1513"/>
                  </a:cubicBezTo>
                  <a:lnTo>
                    <a:pt x="1356" y="473"/>
                  </a:lnTo>
                  <a:cubicBezTo>
                    <a:pt x="1450" y="253"/>
                    <a:pt x="1324" y="64"/>
                    <a:pt x="1135" y="32"/>
                  </a:cubicBezTo>
                  <a:cubicBezTo>
                    <a:pt x="1091" y="10"/>
                    <a:pt x="1045" y="0"/>
                    <a:pt x="10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1" name="Google Shape;13671;p142"/>
            <p:cNvSpPr/>
            <p:nvPr/>
          </p:nvSpPr>
          <p:spPr>
            <a:xfrm>
              <a:off x="-18935800" y="25255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2" name="Google Shape;13672;p142"/>
            <p:cNvSpPr/>
            <p:nvPr/>
          </p:nvSpPr>
          <p:spPr>
            <a:xfrm>
              <a:off x="-18864125" y="25255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3" name="Google Shape;13673;p142"/>
            <p:cNvSpPr/>
            <p:nvPr/>
          </p:nvSpPr>
          <p:spPr>
            <a:xfrm>
              <a:off x="-19006700" y="2434925"/>
              <a:ext cx="231600" cy="303275"/>
            </a:xfrm>
            <a:custGeom>
              <a:avLst/>
              <a:gdLst/>
              <a:ahLst/>
              <a:cxnLst/>
              <a:rect l="l" t="t" r="r" b="b"/>
              <a:pathLst>
                <a:path w="9264" h="12131" extrusionOk="0">
                  <a:moveTo>
                    <a:pt x="6302" y="757"/>
                  </a:moveTo>
                  <a:cubicBezTo>
                    <a:pt x="6774" y="851"/>
                    <a:pt x="7089" y="1292"/>
                    <a:pt x="7089" y="1765"/>
                  </a:cubicBezTo>
                  <a:lnTo>
                    <a:pt x="7089" y="2521"/>
                  </a:lnTo>
                  <a:cubicBezTo>
                    <a:pt x="6774" y="2269"/>
                    <a:pt x="6428" y="2175"/>
                    <a:pt x="6018" y="2175"/>
                  </a:cubicBezTo>
                  <a:cubicBezTo>
                    <a:pt x="5451" y="2175"/>
                    <a:pt x="4916" y="2427"/>
                    <a:pt x="4601" y="2868"/>
                  </a:cubicBezTo>
                  <a:cubicBezTo>
                    <a:pt x="4285" y="2427"/>
                    <a:pt x="3781" y="2175"/>
                    <a:pt x="3183" y="2175"/>
                  </a:cubicBezTo>
                  <a:cubicBezTo>
                    <a:pt x="2805" y="2175"/>
                    <a:pt x="2395" y="2269"/>
                    <a:pt x="2143" y="2521"/>
                  </a:cubicBezTo>
                  <a:lnTo>
                    <a:pt x="2143" y="1765"/>
                  </a:lnTo>
                  <a:cubicBezTo>
                    <a:pt x="2143" y="1261"/>
                    <a:pt x="2458" y="851"/>
                    <a:pt x="2931" y="757"/>
                  </a:cubicBezTo>
                  <a:cubicBezTo>
                    <a:pt x="3088" y="1135"/>
                    <a:pt x="3466" y="1418"/>
                    <a:pt x="3907" y="1418"/>
                  </a:cubicBezTo>
                  <a:lnTo>
                    <a:pt x="5325" y="1418"/>
                  </a:lnTo>
                  <a:cubicBezTo>
                    <a:pt x="5766" y="1418"/>
                    <a:pt x="6144" y="1135"/>
                    <a:pt x="6302" y="757"/>
                  </a:cubicBezTo>
                  <a:close/>
                  <a:moveTo>
                    <a:pt x="6050" y="2899"/>
                  </a:moveTo>
                  <a:cubicBezTo>
                    <a:pt x="6617" y="2899"/>
                    <a:pt x="7089" y="3372"/>
                    <a:pt x="7089" y="3970"/>
                  </a:cubicBezTo>
                  <a:lnTo>
                    <a:pt x="7089" y="4695"/>
                  </a:lnTo>
                  <a:cubicBezTo>
                    <a:pt x="7089" y="6050"/>
                    <a:pt x="5987" y="7152"/>
                    <a:pt x="4632" y="7152"/>
                  </a:cubicBezTo>
                  <a:cubicBezTo>
                    <a:pt x="3246" y="7152"/>
                    <a:pt x="2143" y="6050"/>
                    <a:pt x="2143" y="4695"/>
                  </a:cubicBezTo>
                  <a:lnTo>
                    <a:pt x="2143" y="3970"/>
                  </a:lnTo>
                  <a:cubicBezTo>
                    <a:pt x="2143" y="3372"/>
                    <a:pt x="2616" y="2899"/>
                    <a:pt x="3183" y="2899"/>
                  </a:cubicBezTo>
                  <a:cubicBezTo>
                    <a:pt x="3781" y="2899"/>
                    <a:pt x="4254" y="3372"/>
                    <a:pt x="4254" y="3970"/>
                  </a:cubicBezTo>
                  <a:cubicBezTo>
                    <a:pt x="4254" y="4159"/>
                    <a:pt x="4411" y="4317"/>
                    <a:pt x="4632" y="4317"/>
                  </a:cubicBezTo>
                  <a:cubicBezTo>
                    <a:pt x="4821" y="4317"/>
                    <a:pt x="4979" y="4159"/>
                    <a:pt x="4979" y="3970"/>
                  </a:cubicBezTo>
                  <a:cubicBezTo>
                    <a:pt x="4979" y="3372"/>
                    <a:pt x="5451" y="2899"/>
                    <a:pt x="6050" y="2899"/>
                  </a:cubicBezTo>
                  <a:close/>
                  <a:moveTo>
                    <a:pt x="7121" y="7152"/>
                  </a:moveTo>
                  <a:cubicBezTo>
                    <a:pt x="7909" y="7152"/>
                    <a:pt x="8539" y="7782"/>
                    <a:pt x="8539" y="8570"/>
                  </a:cubicBezTo>
                  <a:lnTo>
                    <a:pt x="8539" y="9956"/>
                  </a:lnTo>
                  <a:cubicBezTo>
                    <a:pt x="8129" y="9799"/>
                    <a:pt x="7846" y="9421"/>
                    <a:pt x="7846" y="8948"/>
                  </a:cubicBezTo>
                  <a:cubicBezTo>
                    <a:pt x="7846" y="8728"/>
                    <a:pt x="7688" y="8570"/>
                    <a:pt x="7499" y="8570"/>
                  </a:cubicBezTo>
                  <a:cubicBezTo>
                    <a:pt x="7278" y="8570"/>
                    <a:pt x="7121" y="8728"/>
                    <a:pt x="7121" y="8948"/>
                  </a:cubicBezTo>
                  <a:cubicBezTo>
                    <a:pt x="7121" y="9799"/>
                    <a:pt x="7751" y="10523"/>
                    <a:pt x="8539" y="10681"/>
                  </a:cubicBezTo>
                  <a:lnTo>
                    <a:pt x="8539" y="11405"/>
                  </a:lnTo>
                  <a:cubicBezTo>
                    <a:pt x="6963" y="11405"/>
                    <a:pt x="5703" y="10114"/>
                    <a:pt x="5703" y="8570"/>
                  </a:cubicBezTo>
                  <a:cubicBezTo>
                    <a:pt x="5703" y="7782"/>
                    <a:pt x="6333" y="7152"/>
                    <a:pt x="7121" y="7152"/>
                  </a:cubicBezTo>
                  <a:close/>
                  <a:moveTo>
                    <a:pt x="2868" y="7373"/>
                  </a:moveTo>
                  <a:cubicBezTo>
                    <a:pt x="3435" y="7719"/>
                    <a:pt x="4033" y="7908"/>
                    <a:pt x="4664" y="7908"/>
                  </a:cubicBezTo>
                  <a:cubicBezTo>
                    <a:pt x="4821" y="7908"/>
                    <a:pt x="4979" y="7908"/>
                    <a:pt x="5168" y="7877"/>
                  </a:cubicBezTo>
                  <a:lnTo>
                    <a:pt x="5168" y="7877"/>
                  </a:lnTo>
                  <a:cubicBezTo>
                    <a:pt x="5073" y="8097"/>
                    <a:pt x="5042" y="8349"/>
                    <a:pt x="5042" y="8633"/>
                  </a:cubicBezTo>
                  <a:cubicBezTo>
                    <a:pt x="5042" y="9799"/>
                    <a:pt x="5609" y="10838"/>
                    <a:pt x="6459" y="11468"/>
                  </a:cubicBezTo>
                  <a:lnTo>
                    <a:pt x="5357" y="11468"/>
                  </a:lnTo>
                  <a:cubicBezTo>
                    <a:pt x="3970" y="11468"/>
                    <a:pt x="2868" y="10334"/>
                    <a:pt x="2868" y="8980"/>
                  </a:cubicBezTo>
                  <a:lnTo>
                    <a:pt x="2868" y="7373"/>
                  </a:lnTo>
                  <a:close/>
                  <a:moveTo>
                    <a:pt x="3246" y="1"/>
                  </a:moveTo>
                  <a:cubicBezTo>
                    <a:pt x="2238" y="1"/>
                    <a:pt x="1450" y="788"/>
                    <a:pt x="1450" y="1765"/>
                  </a:cubicBezTo>
                  <a:lnTo>
                    <a:pt x="1450" y="4695"/>
                  </a:lnTo>
                  <a:cubicBezTo>
                    <a:pt x="1450" y="5420"/>
                    <a:pt x="1734" y="6144"/>
                    <a:pt x="2175" y="6680"/>
                  </a:cubicBezTo>
                  <a:lnTo>
                    <a:pt x="2175" y="8948"/>
                  </a:lnTo>
                  <a:cubicBezTo>
                    <a:pt x="2175" y="9956"/>
                    <a:pt x="2647" y="10838"/>
                    <a:pt x="3340" y="11405"/>
                  </a:cubicBezTo>
                  <a:lnTo>
                    <a:pt x="2017" y="11405"/>
                  </a:lnTo>
                  <a:lnTo>
                    <a:pt x="1387" y="10208"/>
                  </a:lnTo>
                  <a:cubicBezTo>
                    <a:pt x="1319" y="10094"/>
                    <a:pt x="1184" y="10013"/>
                    <a:pt x="1055" y="10013"/>
                  </a:cubicBezTo>
                  <a:cubicBezTo>
                    <a:pt x="1006" y="10013"/>
                    <a:pt x="958" y="10025"/>
                    <a:pt x="914" y="10051"/>
                  </a:cubicBezTo>
                  <a:cubicBezTo>
                    <a:pt x="757" y="10114"/>
                    <a:pt x="662" y="10366"/>
                    <a:pt x="757" y="10523"/>
                  </a:cubicBezTo>
                  <a:lnTo>
                    <a:pt x="1229" y="11405"/>
                  </a:lnTo>
                  <a:lnTo>
                    <a:pt x="347" y="11405"/>
                  </a:lnTo>
                  <a:cubicBezTo>
                    <a:pt x="158" y="11405"/>
                    <a:pt x="1" y="11563"/>
                    <a:pt x="1" y="11783"/>
                  </a:cubicBezTo>
                  <a:cubicBezTo>
                    <a:pt x="1" y="11973"/>
                    <a:pt x="158" y="12130"/>
                    <a:pt x="347" y="12130"/>
                  </a:cubicBezTo>
                  <a:lnTo>
                    <a:pt x="8917" y="12130"/>
                  </a:lnTo>
                  <a:cubicBezTo>
                    <a:pt x="9106" y="12130"/>
                    <a:pt x="9263" y="11973"/>
                    <a:pt x="9263" y="11783"/>
                  </a:cubicBezTo>
                  <a:lnTo>
                    <a:pt x="9263" y="8633"/>
                  </a:lnTo>
                  <a:cubicBezTo>
                    <a:pt x="9263" y="7467"/>
                    <a:pt x="8381" y="6585"/>
                    <a:pt x="7278" y="6459"/>
                  </a:cubicBezTo>
                  <a:cubicBezTo>
                    <a:pt x="7657" y="5955"/>
                    <a:pt x="7846" y="5325"/>
                    <a:pt x="7846" y="4695"/>
                  </a:cubicBezTo>
                  <a:lnTo>
                    <a:pt x="7846" y="1765"/>
                  </a:lnTo>
                  <a:cubicBezTo>
                    <a:pt x="7846" y="788"/>
                    <a:pt x="7058" y="1"/>
                    <a:pt x="6081" y="1"/>
                  </a:cubicBezTo>
                  <a:cubicBezTo>
                    <a:pt x="5861" y="1"/>
                    <a:pt x="5703" y="158"/>
                    <a:pt x="5703" y="347"/>
                  </a:cubicBezTo>
                  <a:cubicBezTo>
                    <a:pt x="5703" y="536"/>
                    <a:pt x="5546" y="694"/>
                    <a:pt x="5357" y="694"/>
                  </a:cubicBezTo>
                  <a:lnTo>
                    <a:pt x="3939" y="694"/>
                  </a:lnTo>
                  <a:cubicBezTo>
                    <a:pt x="3750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74" name="Google Shape;13674;p142"/>
          <p:cNvSpPr/>
          <p:nvPr/>
        </p:nvSpPr>
        <p:spPr>
          <a:xfrm>
            <a:off x="4340441" y="2851728"/>
            <a:ext cx="472676" cy="472676"/>
          </a:xfrm>
          <a:custGeom>
            <a:avLst/>
            <a:gdLst/>
            <a:ahLst/>
            <a:cxnLst/>
            <a:rect l="l" t="t" r="r" b="b"/>
            <a:pathLst>
              <a:path w="12162" h="12162" extrusionOk="0">
                <a:moveTo>
                  <a:pt x="1072" y="3561"/>
                </a:moveTo>
                <a:cubicBezTo>
                  <a:pt x="1229" y="3561"/>
                  <a:pt x="1418" y="3813"/>
                  <a:pt x="1418" y="4254"/>
                </a:cubicBezTo>
                <a:cubicBezTo>
                  <a:pt x="1418" y="4695"/>
                  <a:pt x="1229" y="4979"/>
                  <a:pt x="1072" y="4979"/>
                </a:cubicBezTo>
                <a:cubicBezTo>
                  <a:pt x="914" y="4979"/>
                  <a:pt x="694" y="4695"/>
                  <a:pt x="694" y="4254"/>
                </a:cubicBezTo>
                <a:cubicBezTo>
                  <a:pt x="694" y="3813"/>
                  <a:pt x="914" y="3561"/>
                  <a:pt x="1072" y="3561"/>
                </a:cubicBezTo>
                <a:close/>
                <a:moveTo>
                  <a:pt x="4632" y="3561"/>
                </a:moveTo>
                <a:cubicBezTo>
                  <a:pt x="4821" y="3561"/>
                  <a:pt x="5010" y="3813"/>
                  <a:pt x="5010" y="4254"/>
                </a:cubicBezTo>
                <a:cubicBezTo>
                  <a:pt x="5010" y="4695"/>
                  <a:pt x="4758" y="4979"/>
                  <a:pt x="4632" y="4979"/>
                </a:cubicBezTo>
                <a:cubicBezTo>
                  <a:pt x="4474" y="4979"/>
                  <a:pt x="4285" y="4695"/>
                  <a:pt x="4285" y="4254"/>
                </a:cubicBezTo>
                <a:cubicBezTo>
                  <a:pt x="4285" y="3813"/>
                  <a:pt x="4474" y="3561"/>
                  <a:pt x="4632" y="3561"/>
                </a:cubicBezTo>
                <a:close/>
                <a:moveTo>
                  <a:pt x="2836" y="2080"/>
                </a:moveTo>
                <a:cubicBezTo>
                  <a:pt x="3466" y="2080"/>
                  <a:pt x="4065" y="2395"/>
                  <a:pt x="4443" y="2836"/>
                </a:cubicBezTo>
                <a:cubicBezTo>
                  <a:pt x="3939" y="2962"/>
                  <a:pt x="3529" y="3498"/>
                  <a:pt x="3529" y="4254"/>
                </a:cubicBezTo>
                <a:cubicBezTo>
                  <a:pt x="3529" y="4979"/>
                  <a:pt x="3939" y="5546"/>
                  <a:pt x="4443" y="5672"/>
                </a:cubicBezTo>
                <a:cubicBezTo>
                  <a:pt x="4065" y="6113"/>
                  <a:pt x="3466" y="6428"/>
                  <a:pt x="2836" y="6428"/>
                </a:cubicBezTo>
                <a:cubicBezTo>
                  <a:pt x="2206" y="6428"/>
                  <a:pt x="1607" y="6144"/>
                  <a:pt x="1229" y="5672"/>
                </a:cubicBezTo>
                <a:cubicBezTo>
                  <a:pt x="1733" y="5546"/>
                  <a:pt x="2143" y="5010"/>
                  <a:pt x="2143" y="4254"/>
                </a:cubicBezTo>
                <a:cubicBezTo>
                  <a:pt x="2143" y="3561"/>
                  <a:pt x="1733" y="2962"/>
                  <a:pt x="1229" y="2836"/>
                </a:cubicBezTo>
                <a:cubicBezTo>
                  <a:pt x="1607" y="2395"/>
                  <a:pt x="2206" y="2080"/>
                  <a:pt x="2836" y="2080"/>
                </a:cubicBezTo>
                <a:close/>
                <a:moveTo>
                  <a:pt x="11090" y="6459"/>
                </a:moveTo>
                <a:cubicBezTo>
                  <a:pt x="11311" y="6459"/>
                  <a:pt x="11468" y="6617"/>
                  <a:pt x="11468" y="6806"/>
                </a:cubicBezTo>
                <a:cubicBezTo>
                  <a:pt x="11468" y="7027"/>
                  <a:pt x="11311" y="7184"/>
                  <a:pt x="11090" y="7184"/>
                </a:cubicBezTo>
                <a:cubicBezTo>
                  <a:pt x="10901" y="7184"/>
                  <a:pt x="10744" y="7027"/>
                  <a:pt x="10744" y="6806"/>
                </a:cubicBezTo>
                <a:cubicBezTo>
                  <a:pt x="10744" y="6617"/>
                  <a:pt x="10901" y="6459"/>
                  <a:pt x="11090" y="6459"/>
                </a:cubicBezTo>
                <a:close/>
                <a:moveTo>
                  <a:pt x="4222" y="6774"/>
                </a:moveTo>
                <a:cubicBezTo>
                  <a:pt x="4254" y="6901"/>
                  <a:pt x="4285" y="7058"/>
                  <a:pt x="4285" y="7184"/>
                </a:cubicBezTo>
                <a:cubicBezTo>
                  <a:pt x="4285" y="7972"/>
                  <a:pt x="3655" y="8602"/>
                  <a:pt x="2868" y="8602"/>
                </a:cubicBezTo>
                <a:cubicBezTo>
                  <a:pt x="2080" y="8539"/>
                  <a:pt x="1418" y="7909"/>
                  <a:pt x="1418" y="7121"/>
                </a:cubicBezTo>
                <a:cubicBezTo>
                  <a:pt x="1418" y="7027"/>
                  <a:pt x="1418" y="6901"/>
                  <a:pt x="1450" y="6774"/>
                </a:cubicBezTo>
                <a:cubicBezTo>
                  <a:pt x="1859" y="7027"/>
                  <a:pt x="2332" y="7121"/>
                  <a:pt x="2836" y="7121"/>
                </a:cubicBezTo>
                <a:cubicBezTo>
                  <a:pt x="3340" y="7121"/>
                  <a:pt x="3813" y="7027"/>
                  <a:pt x="4222" y="6774"/>
                </a:cubicBezTo>
                <a:close/>
                <a:moveTo>
                  <a:pt x="10744" y="7877"/>
                </a:moveTo>
                <a:cubicBezTo>
                  <a:pt x="11153" y="7877"/>
                  <a:pt x="11468" y="8192"/>
                  <a:pt x="11468" y="8602"/>
                </a:cubicBezTo>
                <a:cubicBezTo>
                  <a:pt x="11468" y="8980"/>
                  <a:pt x="11153" y="9295"/>
                  <a:pt x="10744" y="9295"/>
                </a:cubicBezTo>
                <a:cubicBezTo>
                  <a:pt x="10618" y="8917"/>
                  <a:pt x="10397" y="8539"/>
                  <a:pt x="10114" y="8287"/>
                </a:cubicBezTo>
                <a:cubicBezTo>
                  <a:pt x="10240" y="8035"/>
                  <a:pt x="10492" y="7877"/>
                  <a:pt x="10744" y="7877"/>
                </a:cubicBezTo>
                <a:close/>
                <a:moveTo>
                  <a:pt x="8979" y="8539"/>
                </a:moveTo>
                <a:cubicBezTo>
                  <a:pt x="9578" y="8539"/>
                  <a:pt x="10051" y="9011"/>
                  <a:pt x="10051" y="9610"/>
                </a:cubicBezTo>
                <a:cubicBezTo>
                  <a:pt x="10051" y="10240"/>
                  <a:pt x="9578" y="10713"/>
                  <a:pt x="8979" y="10713"/>
                </a:cubicBezTo>
                <a:cubicBezTo>
                  <a:pt x="8822" y="10713"/>
                  <a:pt x="8664" y="10681"/>
                  <a:pt x="8538" y="10650"/>
                </a:cubicBezTo>
                <a:cubicBezTo>
                  <a:pt x="8570" y="10429"/>
                  <a:pt x="8633" y="10240"/>
                  <a:pt x="8633" y="10019"/>
                </a:cubicBezTo>
                <a:cubicBezTo>
                  <a:pt x="8633" y="9578"/>
                  <a:pt x="8507" y="9169"/>
                  <a:pt x="8255" y="8822"/>
                </a:cubicBezTo>
                <a:cubicBezTo>
                  <a:pt x="8475" y="8665"/>
                  <a:pt x="8696" y="8539"/>
                  <a:pt x="8979" y="8539"/>
                </a:cubicBezTo>
                <a:close/>
                <a:moveTo>
                  <a:pt x="4852" y="8003"/>
                </a:moveTo>
                <a:cubicBezTo>
                  <a:pt x="5356" y="8224"/>
                  <a:pt x="5734" y="8759"/>
                  <a:pt x="5734" y="9326"/>
                </a:cubicBezTo>
                <a:cubicBezTo>
                  <a:pt x="5734" y="10114"/>
                  <a:pt x="5104" y="10744"/>
                  <a:pt x="4317" y="10744"/>
                </a:cubicBezTo>
                <a:cubicBezTo>
                  <a:pt x="3529" y="10713"/>
                  <a:pt x="2868" y="10083"/>
                  <a:pt x="2868" y="9295"/>
                </a:cubicBezTo>
                <a:cubicBezTo>
                  <a:pt x="3781" y="9295"/>
                  <a:pt x="4537" y="8759"/>
                  <a:pt x="4852" y="8003"/>
                </a:cubicBezTo>
                <a:close/>
                <a:moveTo>
                  <a:pt x="6459" y="8633"/>
                </a:moveTo>
                <a:cubicBezTo>
                  <a:pt x="7247" y="8633"/>
                  <a:pt x="7877" y="9263"/>
                  <a:pt x="7877" y="10051"/>
                </a:cubicBezTo>
                <a:cubicBezTo>
                  <a:pt x="7877" y="10807"/>
                  <a:pt x="7247" y="11469"/>
                  <a:pt x="6459" y="11469"/>
                </a:cubicBezTo>
                <a:cubicBezTo>
                  <a:pt x="6113" y="11469"/>
                  <a:pt x="5734" y="11343"/>
                  <a:pt x="5514" y="11122"/>
                </a:cubicBezTo>
                <a:cubicBezTo>
                  <a:pt x="6113" y="10713"/>
                  <a:pt x="6459" y="10083"/>
                  <a:pt x="6459" y="9326"/>
                </a:cubicBezTo>
                <a:cubicBezTo>
                  <a:pt x="6459" y="9106"/>
                  <a:pt x="6428" y="8854"/>
                  <a:pt x="6333" y="8633"/>
                </a:cubicBezTo>
                <a:close/>
                <a:moveTo>
                  <a:pt x="1418" y="1"/>
                </a:moveTo>
                <a:cubicBezTo>
                  <a:pt x="631" y="1"/>
                  <a:pt x="1" y="631"/>
                  <a:pt x="1" y="1419"/>
                </a:cubicBezTo>
                <a:cubicBezTo>
                  <a:pt x="1" y="1891"/>
                  <a:pt x="221" y="2269"/>
                  <a:pt x="599" y="2553"/>
                </a:cubicBezTo>
                <a:cubicBezTo>
                  <a:pt x="221" y="3025"/>
                  <a:pt x="1" y="3624"/>
                  <a:pt x="1" y="4254"/>
                </a:cubicBezTo>
                <a:cubicBezTo>
                  <a:pt x="1" y="5042"/>
                  <a:pt x="316" y="5798"/>
                  <a:pt x="851" y="6302"/>
                </a:cubicBezTo>
                <a:cubicBezTo>
                  <a:pt x="757" y="6554"/>
                  <a:pt x="694" y="6806"/>
                  <a:pt x="694" y="7090"/>
                </a:cubicBezTo>
                <a:cubicBezTo>
                  <a:pt x="694" y="8035"/>
                  <a:pt x="1324" y="8822"/>
                  <a:pt x="2174" y="9137"/>
                </a:cubicBezTo>
                <a:lnTo>
                  <a:pt x="2174" y="9263"/>
                </a:lnTo>
                <a:cubicBezTo>
                  <a:pt x="2174" y="10429"/>
                  <a:pt x="3151" y="11437"/>
                  <a:pt x="4317" y="11437"/>
                </a:cubicBezTo>
                <a:cubicBezTo>
                  <a:pt x="4474" y="11437"/>
                  <a:pt x="4695" y="11374"/>
                  <a:pt x="4852" y="11374"/>
                </a:cubicBezTo>
                <a:cubicBezTo>
                  <a:pt x="5230" y="11847"/>
                  <a:pt x="5829" y="12162"/>
                  <a:pt x="6491" y="12162"/>
                </a:cubicBezTo>
                <a:cubicBezTo>
                  <a:pt x="7215" y="12162"/>
                  <a:pt x="7845" y="11815"/>
                  <a:pt x="8223" y="11311"/>
                </a:cubicBezTo>
                <a:cubicBezTo>
                  <a:pt x="8475" y="11437"/>
                  <a:pt x="8727" y="11469"/>
                  <a:pt x="8979" y="11469"/>
                </a:cubicBezTo>
                <a:cubicBezTo>
                  <a:pt x="9830" y="11469"/>
                  <a:pt x="10555" y="10839"/>
                  <a:pt x="10712" y="10051"/>
                </a:cubicBezTo>
                <a:lnTo>
                  <a:pt x="10744" y="10051"/>
                </a:lnTo>
                <a:cubicBezTo>
                  <a:pt x="11531" y="10051"/>
                  <a:pt x="12161" y="9421"/>
                  <a:pt x="12161" y="8633"/>
                </a:cubicBezTo>
                <a:cubicBezTo>
                  <a:pt x="12161" y="8287"/>
                  <a:pt x="12004" y="7909"/>
                  <a:pt x="11783" y="7657"/>
                </a:cubicBezTo>
                <a:cubicBezTo>
                  <a:pt x="12004" y="7436"/>
                  <a:pt x="12161" y="7121"/>
                  <a:pt x="12161" y="6806"/>
                </a:cubicBezTo>
                <a:cubicBezTo>
                  <a:pt x="12161" y="6239"/>
                  <a:pt x="11689" y="5766"/>
                  <a:pt x="11090" y="5766"/>
                </a:cubicBezTo>
                <a:cubicBezTo>
                  <a:pt x="10523" y="5766"/>
                  <a:pt x="10051" y="6239"/>
                  <a:pt x="10051" y="6806"/>
                </a:cubicBezTo>
                <a:cubicBezTo>
                  <a:pt x="10051" y="6964"/>
                  <a:pt x="10082" y="7184"/>
                  <a:pt x="10145" y="7279"/>
                </a:cubicBezTo>
                <a:cubicBezTo>
                  <a:pt x="10051" y="7342"/>
                  <a:pt x="9925" y="7405"/>
                  <a:pt x="9799" y="7531"/>
                </a:cubicBezTo>
                <a:cubicBezTo>
                  <a:pt x="9641" y="7657"/>
                  <a:pt x="9515" y="7783"/>
                  <a:pt x="9452" y="7940"/>
                </a:cubicBezTo>
                <a:cubicBezTo>
                  <a:pt x="9295" y="7909"/>
                  <a:pt x="9137" y="7877"/>
                  <a:pt x="8948" y="7877"/>
                </a:cubicBezTo>
                <a:cubicBezTo>
                  <a:pt x="8507" y="7877"/>
                  <a:pt x="8066" y="8035"/>
                  <a:pt x="7751" y="8318"/>
                </a:cubicBezTo>
                <a:cubicBezTo>
                  <a:pt x="7404" y="8035"/>
                  <a:pt x="6932" y="7877"/>
                  <a:pt x="6459" y="7877"/>
                </a:cubicBezTo>
                <a:cubicBezTo>
                  <a:pt x="6302" y="7877"/>
                  <a:pt x="6113" y="7909"/>
                  <a:pt x="5955" y="7909"/>
                </a:cubicBezTo>
                <a:cubicBezTo>
                  <a:pt x="5703" y="7594"/>
                  <a:pt x="5356" y="7373"/>
                  <a:pt x="5010" y="7247"/>
                </a:cubicBezTo>
                <a:lnTo>
                  <a:pt x="5010" y="7121"/>
                </a:lnTo>
                <a:cubicBezTo>
                  <a:pt x="5010" y="6869"/>
                  <a:pt x="4915" y="6585"/>
                  <a:pt x="4789" y="6302"/>
                </a:cubicBezTo>
                <a:cubicBezTo>
                  <a:pt x="5356" y="5798"/>
                  <a:pt x="5671" y="5042"/>
                  <a:pt x="5671" y="4254"/>
                </a:cubicBezTo>
                <a:cubicBezTo>
                  <a:pt x="5671" y="3624"/>
                  <a:pt x="5482" y="3025"/>
                  <a:pt x="5073" y="2553"/>
                </a:cubicBezTo>
                <a:cubicBezTo>
                  <a:pt x="5419" y="2301"/>
                  <a:pt x="5671" y="1891"/>
                  <a:pt x="5671" y="1419"/>
                </a:cubicBezTo>
                <a:cubicBezTo>
                  <a:pt x="5671" y="631"/>
                  <a:pt x="5041" y="1"/>
                  <a:pt x="4254" y="1"/>
                </a:cubicBezTo>
                <a:cubicBezTo>
                  <a:pt x="4065" y="1"/>
                  <a:pt x="3907" y="158"/>
                  <a:pt x="3907" y="348"/>
                </a:cubicBezTo>
                <a:cubicBezTo>
                  <a:pt x="3907" y="568"/>
                  <a:pt x="4065" y="726"/>
                  <a:pt x="4254" y="726"/>
                </a:cubicBezTo>
                <a:cubicBezTo>
                  <a:pt x="4632" y="726"/>
                  <a:pt x="4947" y="1041"/>
                  <a:pt x="4947" y="1419"/>
                </a:cubicBezTo>
                <a:cubicBezTo>
                  <a:pt x="4947" y="1702"/>
                  <a:pt x="4789" y="1923"/>
                  <a:pt x="4600" y="2049"/>
                </a:cubicBezTo>
                <a:cubicBezTo>
                  <a:pt x="4128" y="1671"/>
                  <a:pt x="3498" y="1419"/>
                  <a:pt x="2836" y="1419"/>
                </a:cubicBezTo>
                <a:cubicBezTo>
                  <a:pt x="2174" y="1419"/>
                  <a:pt x="1544" y="1671"/>
                  <a:pt x="1072" y="2049"/>
                </a:cubicBezTo>
                <a:cubicBezTo>
                  <a:pt x="820" y="1923"/>
                  <a:pt x="694" y="1702"/>
                  <a:pt x="694" y="1419"/>
                </a:cubicBezTo>
                <a:cubicBezTo>
                  <a:pt x="694" y="1041"/>
                  <a:pt x="1009" y="726"/>
                  <a:pt x="1418" y="726"/>
                </a:cubicBezTo>
                <a:cubicBezTo>
                  <a:pt x="1607" y="726"/>
                  <a:pt x="1765" y="568"/>
                  <a:pt x="1765" y="348"/>
                </a:cubicBezTo>
                <a:cubicBezTo>
                  <a:pt x="1765" y="158"/>
                  <a:pt x="1607" y="1"/>
                  <a:pt x="141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5" name="Google Shape;13675;p142"/>
          <p:cNvSpPr/>
          <p:nvPr/>
        </p:nvSpPr>
        <p:spPr>
          <a:xfrm>
            <a:off x="7304850" y="1688478"/>
            <a:ext cx="415117" cy="473881"/>
          </a:xfrm>
          <a:custGeom>
            <a:avLst/>
            <a:gdLst/>
            <a:ahLst/>
            <a:cxnLst/>
            <a:rect l="l" t="t" r="r" b="b"/>
            <a:pathLst>
              <a:path w="10681" h="12193" extrusionOk="0">
                <a:moveTo>
                  <a:pt x="8475" y="693"/>
                </a:moveTo>
                <a:cubicBezTo>
                  <a:pt x="8318" y="1513"/>
                  <a:pt x="7562" y="2111"/>
                  <a:pt x="6742" y="2111"/>
                </a:cubicBezTo>
                <a:cubicBezTo>
                  <a:pt x="6333" y="2111"/>
                  <a:pt x="5986" y="2237"/>
                  <a:pt x="5671" y="2426"/>
                </a:cubicBezTo>
                <a:lnTo>
                  <a:pt x="5671" y="1765"/>
                </a:lnTo>
                <a:cubicBezTo>
                  <a:pt x="5671" y="1166"/>
                  <a:pt x="6144" y="693"/>
                  <a:pt x="6742" y="693"/>
                </a:cubicBezTo>
                <a:close/>
                <a:moveTo>
                  <a:pt x="7089" y="4285"/>
                </a:moveTo>
                <a:cubicBezTo>
                  <a:pt x="8853" y="4285"/>
                  <a:pt x="9924" y="5356"/>
                  <a:pt x="9924" y="7120"/>
                </a:cubicBezTo>
                <a:cubicBezTo>
                  <a:pt x="9956" y="8129"/>
                  <a:pt x="9609" y="9231"/>
                  <a:pt x="9074" y="10082"/>
                </a:cubicBezTo>
                <a:cubicBezTo>
                  <a:pt x="8507" y="10933"/>
                  <a:pt x="7814" y="11405"/>
                  <a:pt x="7089" y="11405"/>
                </a:cubicBezTo>
                <a:cubicBezTo>
                  <a:pt x="6931" y="11405"/>
                  <a:pt x="6774" y="11374"/>
                  <a:pt x="6648" y="11342"/>
                </a:cubicBezTo>
                <a:cubicBezTo>
                  <a:pt x="6238" y="11216"/>
                  <a:pt x="5766" y="11122"/>
                  <a:pt x="5325" y="11122"/>
                </a:cubicBezTo>
                <a:cubicBezTo>
                  <a:pt x="4884" y="11122"/>
                  <a:pt x="4411" y="11216"/>
                  <a:pt x="3970" y="11342"/>
                </a:cubicBezTo>
                <a:cubicBezTo>
                  <a:pt x="3812" y="11374"/>
                  <a:pt x="3655" y="11405"/>
                  <a:pt x="3560" y="11405"/>
                </a:cubicBezTo>
                <a:cubicBezTo>
                  <a:pt x="2836" y="11405"/>
                  <a:pt x="2143" y="10901"/>
                  <a:pt x="1576" y="10082"/>
                </a:cubicBezTo>
                <a:cubicBezTo>
                  <a:pt x="1040" y="9200"/>
                  <a:pt x="725" y="8097"/>
                  <a:pt x="725" y="7120"/>
                </a:cubicBezTo>
                <a:cubicBezTo>
                  <a:pt x="725" y="5356"/>
                  <a:pt x="1765" y="4285"/>
                  <a:pt x="3560" y="4285"/>
                </a:cubicBezTo>
                <a:cubicBezTo>
                  <a:pt x="3970" y="4285"/>
                  <a:pt x="4380" y="4348"/>
                  <a:pt x="4726" y="4474"/>
                </a:cubicBezTo>
                <a:cubicBezTo>
                  <a:pt x="4821" y="4506"/>
                  <a:pt x="4884" y="4506"/>
                  <a:pt x="4978" y="4569"/>
                </a:cubicBezTo>
                <a:lnTo>
                  <a:pt x="4978" y="5293"/>
                </a:lnTo>
                <a:cubicBezTo>
                  <a:pt x="4663" y="5262"/>
                  <a:pt x="4348" y="5199"/>
                  <a:pt x="4065" y="5041"/>
                </a:cubicBezTo>
                <a:cubicBezTo>
                  <a:pt x="4021" y="5015"/>
                  <a:pt x="3971" y="5003"/>
                  <a:pt x="3919" y="5003"/>
                </a:cubicBezTo>
                <a:cubicBezTo>
                  <a:pt x="3783" y="5003"/>
                  <a:pt x="3638" y="5084"/>
                  <a:pt x="3592" y="5199"/>
                </a:cubicBezTo>
                <a:cubicBezTo>
                  <a:pt x="3497" y="5356"/>
                  <a:pt x="3592" y="5577"/>
                  <a:pt x="3749" y="5671"/>
                </a:cubicBezTo>
                <a:cubicBezTo>
                  <a:pt x="4254" y="5892"/>
                  <a:pt x="4758" y="6018"/>
                  <a:pt x="5325" y="6018"/>
                </a:cubicBezTo>
                <a:cubicBezTo>
                  <a:pt x="5860" y="6018"/>
                  <a:pt x="6427" y="5892"/>
                  <a:pt x="6900" y="5671"/>
                </a:cubicBezTo>
                <a:cubicBezTo>
                  <a:pt x="7057" y="5577"/>
                  <a:pt x="7120" y="5356"/>
                  <a:pt x="7057" y="5199"/>
                </a:cubicBezTo>
                <a:cubicBezTo>
                  <a:pt x="6989" y="5084"/>
                  <a:pt x="6854" y="5003"/>
                  <a:pt x="6725" y="5003"/>
                </a:cubicBezTo>
                <a:cubicBezTo>
                  <a:pt x="6676" y="5003"/>
                  <a:pt x="6628" y="5015"/>
                  <a:pt x="6585" y="5041"/>
                </a:cubicBezTo>
                <a:cubicBezTo>
                  <a:pt x="6301" y="5199"/>
                  <a:pt x="5986" y="5262"/>
                  <a:pt x="5671" y="5293"/>
                </a:cubicBezTo>
                <a:lnTo>
                  <a:pt x="5671" y="4569"/>
                </a:lnTo>
                <a:cubicBezTo>
                  <a:pt x="5766" y="4569"/>
                  <a:pt x="5829" y="4506"/>
                  <a:pt x="5923" y="4474"/>
                </a:cubicBezTo>
                <a:cubicBezTo>
                  <a:pt x="6270" y="4348"/>
                  <a:pt x="6648" y="4285"/>
                  <a:pt x="7089" y="4285"/>
                </a:cubicBezTo>
                <a:close/>
                <a:moveTo>
                  <a:pt x="6774" y="0"/>
                </a:moveTo>
                <a:cubicBezTo>
                  <a:pt x="5797" y="0"/>
                  <a:pt x="5010" y="788"/>
                  <a:pt x="5010" y="1765"/>
                </a:cubicBezTo>
                <a:cubicBezTo>
                  <a:pt x="4695" y="1513"/>
                  <a:pt x="4348" y="1418"/>
                  <a:pt x="3938" y="1418"/>
                </a:cubicBezTo>
                <a:cubicBezTo>
                  <a:pt x="3749" y="1418"/>
                  <a:pt x="3592" y="1576"/>
                  <a:pt x="3592" y="1765"/>
                </a:cubicBezTo>
                <a:cubicBezTo>
                  <a:pt x="3592" y="1954"/>
                  <a:pt x="3749" y="2111"/>
                  <a:pt x="3938" y="2111"/>
                </a:cubicBezTo>
                <a:cubicBezTo>
                  <a:pt x="4537" y="2111"/>
                  <a:pt x="5010" y="2584"/>
                  <a:pt x="5010" y="3182"/>
                </a:cubicBezTo>
                <a:lnTo>
                  <a:pt x="5010" y="3812"/>
                </a:lnTo>
                <a:cubicBezTo>
                  <a:pt x="4569" y="3655"/>
                  <a:pt x="4096" y="3560"/>
                  <a:pt x="3592" y="3560"/>
                </a:cubicBezTo>
                <a:cubicBezTo>
                  <a:pt x="1513" y="3560"/>
                  <a:pt x="0" y="4884"/>
                  <a:pt x="0" y="7152"/>
                </a:cubicBezTo>
                <a:cubicBezTo>
                  <a:pt x="0" y="8286"/>
                  <a:pt x="347" y="9515"/>
                  <a:pt x="977" y="10491"/>
                </a:cubicBezTo>
                <a:cubicBezTo>
                  <a:pt x="1702" y="11594"/>
                  <a:pt x="2615" y="12193"/>
                  <a:pt x="3560" y="12193"/>
                </a:cubicBezTo>
                <a:cubicBezTo>
                  <a:pt x="3781" y="12193"/>
                  <a:pt x="3970" y="12161"/>
                  <a:pt x="4222" y="12130"/>
                </a:cubicBezTo>
                <a:cubicBezTo>
                  <a:pt x="4600" y="12004"/>
                  <a:pt x="4970" y="11941"/>
                  <a:pt x="5340" y="11941"/>
                </a:cubicBezTo>
                <a:cubicBezTo>
                  <a:pt x="5711" y="11941"/>
                  <a:pt x="6081" y="12004"/>
                  <a:pt x="6459" y="12130"/>
                </a:cubicBezTo>
                <a:cubicBezTo>
                  <a:pt x="6648" y="12193"/>
                  <a:pt x="6900" y="12193"/>
                  <a:pt x="7152" y="12193"/>
                </a:cubicBezTo>
                <a:cubicBezTo>
                  <a:pt x="8097" y="12193"/>
                  <a:pt x="8979" y="11594"/>
                  <a:pt x="9704" y="10491"/>
                </a:cubicBezTo>
                <a:cubicBezTo>
                  <a:pt x="10334" y="9546"/>
                  <a:pt x="10681" y="8286"/>
                  <a:pt x="10681" y="7152"/>
                </a:cubicBezTo>
                <a:cubicBezTo>
                  <a:pt x="10681" y="4884"/>
                  <a:pt x="9168" y="3560"/>
                  <a:pt x="7089" y="3560"/>
                </a:cubicBezTo>
                <a:cubicBezTo>
                  <a:pt x="6585" y="3560"/>
                  <a:pt x="6112" y="3655"/>
                  <a:pt x="5671" y="3812"/>
                </a:cubicBezTo>
                <a:lnTo>
                  <a:pt x="5671" y="3340"/>
                </a:lnTo>
                <a:lnTo>
                  <a:pt x="5797" y="3214"/>
                </a:lnTo>
                <a:cubicBezTo>
                  <a:pt x="6081" y="2930"/>
                  <a:pt x="6396" y="2836"/>
                  <a:pt x="6774" y="2836"/>
                </a:cubicBezTo>
                <a:cubicBezTo>
                  <a:pt x="8160" y="2836"/>
                  <a:pt x="9263" y="1733"/>
                  <a:pt x="9263" y="347"/>
                </a:cubicBezTo>
                <a:cubicBezTo>
                  <a:pt x="9263" y="158"/>
                  <a:pt x="9105" y="0"/>
                  <a:pt x="891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76" name="Google Shape;13676;p142"/>
          <p:cNvGrpSpPr/>
          <p:nvPr/>
        </p:nvGrpSpPr>
        <p:grpSpPr>
          <a:xfrm>
            <a:off x="7276507" y="2289051"/>
            <a:ext cx="473881" cy="444499"/>
            <a:chOff x="-17190425" y="2435725"/>
            <a:chExt cx="304825" cy="285925"/>
          </a:xfrm>
        </p:grpSpPr>
        <p:sp>
          <p:nvSpPr>
            <p:cNvPr id="13677" name="Google Shape;13677;p142"/>
            <p:cNvSpPr/>
            <p:nvPr/>
          </p:nvSpPr>
          <p:spPr>
            <a:xfrm>
              <a:off x="-16994325" y="25964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8" name="Google Shape;13678;p142"/>
            <p:cNvSpPr/>
            <p:nvPr/>
          </p:nvSpPr>
          <p:spPr>
            <a:xfrm>
              <a:off x="-17100650" y="25964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9" name="Google Shape;13679;p142"/>
            <p:cNvSpPr/>
            <p:nvPr/>
          </p:nvSpPr>
          <p:spPr>
            <a:xfrm>
              <a:off x="-17190425" y="2435725"/>
              <a:ext cx="304825" cy="285925"/>
            </a:xfrm>
            <a:custGeom>
              <a:avLst/>
              <a:gdLst/>
              <a:ahLst/>
              <a:cxnLst/>
              <a:rect l="l" t="t" r="r" b="b"/>
              <a:pathLst>
                <a:path w="12193" h="11437" extrusionOk="0">
                  <a:moveTo>
                    <a:pt x="2111" y="725"/>
                  </a:moveTo>
                  <a:cubicBezTo>
                    <a:pt x="2836" y="725"/>
                    <a:pt x="3434" y="1292"/>
                    <a:pt x="3529" y="2016"/>
                  </a:cubicBezTo>
                  <a:cubicBezTo>
                    <a:pt x="2804" y="2363"/>
                    <a:pt x="2174" y="2867"/>
                    <a:pt x="1702" y="3497"/>
                  </a:cubicBezTo>
                  <a:cubicBezTo>
                    <a:pt x="1103" y="3308"/>
                    <a:pt x="693" y="2773"/>
                    <a:pt x="693" y="2143"/>
                  </a:cubicBezTo>
                  <a:cubicBezTo>
                    <a:pt x="693" y="1355"/>
                    <a:pt x="1323" y="725"/>
                    <a:pt x="2111" y="725"/>
                  </a:cubicBezTo>
                  <a:close/>
                  <a:moveTo>
                    <a:pt x="10019" y="693"/>
                  </a:moveTo>
                  <a:cubicBezTo>
                    <a:pt x="10806" y="693"/>
                    <a:pt x="11437" y="1323"/>
                    <a:pt x="11437" y="2111"/>
                  </a:cubicBezTo>
                  <a:cubicBezTo>
                    <a:pt x="11437" y="2773"/>
                    <a:pt x="11027" y="3308"/>
                    <a:pt x="10397" y="3497"/>
                  </a:cubicBezTo>
                  <a:cubicBezTo>
                    <a:pt x="9924" y="2867"/>
                    <a:pt x="9294" y="2363"/>
                    <a:pt x="8601" y="2016"/>
                  </a:cubicBezTo>
                  <a:cubicBezTo>
                    <a:pt x="8696" y="1260"/>
                    <a:pt x="9263" y="693"/>
                    <a:pt x="10019" y="693"/>
                  </a:cubicBezTo>
                  <a:close/>
                  <a:moveTo>
                    <a:pt x="7959" y="4997"/>
                  </a:moveTo>
                  <a:cubicBezTo>
                    <a:pt x="8453" y="4997"/>
                    <a:pt x="8961" y="5407"/>
                    <a:pt x="9200" y="6018"/>
                  </a:cubicBezTo>
                  <a:cubicBezTo>
                    <a:pt x="9452" y="6774"/>
                    <a:pt x="9231" y="7530"/>
                    <a:pt x="8664" y="7719"/>
                  </a:cubicBezTo>
                  <a:cubicBezTo>
                    <a:pt x="8555" y="7741"/>
                    <a:pt x="8447" y="7777"/>
                    <a:pt x="8338" y="7777"/>
                  </a:cubicBezTo>
                  <a:cubicBezTo>
                    <a:pt x="8289" y="7777"/>
                    <a:pt x="8240" y="7770"/>
                    <a:pt x="8192" y="7750"/>
                  </a:cubicBezTo>
                  <a:cubicBezTo>
                    <a:pt x="8003" y="7372"/>
                    <a:pt x="7624" y="6900"/>
                    <a:pt x="7183" y="6711"/>
                  </a:cubicBezTo>
                  <a:cubicBezTo>
                    <a:pt x="6900" y="5955"/>
                    <a:pt x="7152" y="5230"/>
                    <a:pt x="7687" y="5041"/>
                  </a:cubicBezTo>
                  <a:cubicBezTo>
                    <a:pt x="7776" y="5011"/>
                    <a:pt x="7868" y="4997"/>
                    <a:pt x="7959" y="4997"/>
                  </a:cubicBezTo>
                  <a:close/>
                  <a:moveTo>
                    <a:pt x="4107" y="4995"/>
                  </a:moveTo>
                  <a:cubicBezTo>
                    <a:pt x="4200" y="4995"/>
                    <a:pt x="4292" y="5010"/>
                    <a:pt x="4379" y="5041"/>
                  </a:cubicBezTo>
                  <a:cubicBezTo>
                    <a:pt x="4947" y="5230"/>
                    <a:pt x="5167" y="6081"/>
                    <a:pt x="4852" y="6805"/>
                  </a:cubicBezTo>
                  <a:cubicBezTo>
                    <a:pt x="4568" y="7026"/>
                    <a:pt x="4222" y="7404"/>
                    <a:pt x="4064" y="7687"/>
                  </a:cubicBezTo>
                  <a:cubicBezTo>
                    <a:pt x="3946" y="7755"/>
                    <a:pt x="3819" y="7786"/>
                    <a:pt x="3697" y="7786"/>
                  </a:cubicBezTo>
                  <a:cubicBezTo>
                    <a:pt x="3592" y="7786"/>
                    <a:pt x="3491" y="7763"/>
                    <a:pt x="3403" y="7719"/>
                  </a:cubicBezTo>
                  <a:cubicBezTo>
                    <a:pt x="2836" y="7530"/>
                    <a:pt x="2615" y="6742"/>
                    <a:pt x="2899" y="6018"/>
                  </a:cubicBezTo>
                  <a:cubicBezTo>
                    <a:pt x="3110" y="5385"/>
                    <a:pt x="3629" y="4995"/>
                    <a:pt x="4107" y="4995"/>
                  </a:cubicBezTo>
                  <a:close/>
                  <a:moveTo>
                    <a:pt x="6081" y="8538"/>
                  </a:moveTo>
                  <a:cubicBezTo>
                    <a:pt x="6207" y="8538"/>
                    <a:pt x="6364" y="8632"/>
                    <a:pt x="6396" y="8790"/>
                  </a:cubicBezTo>
                  <a:lnTo>
                    <a:pt x="6081" y="9105"/>
                  </a:lnTo>
                  <a:lnTo>
                    <a:pt x="5766" y="8790"/>
                  </a:lnTo>
                  <a:cubicBezTo>
                    <a:pt x="5797" y="8664"/>
                    <a:pt x="5955" y="8538"/>
                    <a:pt x="6081" y="8538"/>
                  </a:cubicBezTo>
                  <a:close/>
                  <a:moveTo>
                    <a:pt x="6144" y="2111"/>
                  </a:moveTo>
                  <a:cubicBezTo>
                    <a:pt x="8727" y="2111"/>
                    <a:pt x="10806" y="4064"/>
                    <a:pt x="10806" y="6427"/>
                  </a:cubicBezTo>
                  <a:cubicBezTo>
                    <a:pt x="10712" y="7908"/>
                    <a:pt x="9893" y="9263"/>
                    <a:pt x="8570" y="10050"/>
                  </a:cubicBezTo>
                  <a:cubicBezTo>
                    <a:pt x="8570" y="9924"/>
                    <a:pt x="8601" y="9767"/>
                    <a:pt x="8601" y="9609"/>
                  </a:cubicBezTo>
                  <a:cubicBezTo>
                    <a:pt x="8601" y="9168"/>
                    <a:pt x="8570" y="8790"/>
                    <a:pt x="8475" y="8475"/>
                  </a:cubicBezTo>
                  <a:cubicBezTo>
                    <a:pt x="8633" y="8475"/>
                    <a:pt x="8790" y="8443"/>
                    <a:pt x="8916" y="8380"/>
                  </a:cubicBezTo>
                  <a:cubicBezTo>
                    <a:pt x="9861" y="8034"/>
                    <a:pt x="10239" y="6868"/>
                    <a:pt x="9861" y="5766"/>
                  </a:cubicBezTo>
                  <a:cubicBezTo>
                    <a:pt x="9523" y="4855"/>
                    <a:pt x="8755" y="4267"/>
                    <a:pt x="7966" y="4267"/>
                  </a:cubicBezTo>
                  <a:cubicBezTo>
                    <a:pt x="7799" y="4267"/>
                    <a:pt x="7632" y="4293"/>
                    <a:pt x="7467" y="4348"/>
                  </a:cubicBezTo>
                  <a:cubicBezTo>
                    <a:pt x="6679" y="4600"/>
                    <a:pt x="6270" y="5514"/>
                    <a:pt x="6396" y="6396"/>
                  </a:cubicBezTo>
                  <a:cubicBezTo>
                    <a:pt x="6337" y="6376"/>
                    <a:pt x="6272" y="6369"/>
                    <a:pt x="6205" y="6369"/>
                  </a:cubicBezTo>
                  <a:cubicBezTo>
                    <a:pt x="6053" y="6369"/>
                    <a:pt x="5886" y="6405"/>
                    <a:pt x="5734" y="6427"/>
                  </a:cubicBezTo>
                  <a:cubicBezTo>
                    <a:pt x="5829" y="5514"/>
                    <a:pt x="5451" y="4600"/>
                    <a:pt x="4663" y="4348"/>
                  </a:cubicBezTo>
                  <a:cubicBezTo>
                    <a:pt x="4486" y="4277"/>
                    <a:pt x="4304" y="4244"/>
                    <a:pt x="4124" y="4244"/>
                  </a:cubicBezTo>
                  <a:cubicBezTo>
                    <a:pt x="3341" y="4244"/>
                    <a:pt x="2576" y="4869"/>
                    <a:pt x="2269" y="5766"/>
                  </a:cubicBezTo>
                  <a:cubicBezTo>
                    <a:pt x="1859" y="6868"/>
                    <a:pt x="2269" y="8034"/>
                    <a:pt x="3214" y="8380"/>
                  </a:cubicBezTo>
                  <a:cubicBezTo>
                    <a:pt x="3371" y="8475"/>
                    <a:pt x="3560" y="8475"/>
                    <a:pt x="3718" y="8475"/>
                  </a:cubicBezTo>
                  <a:lnTo>
                    <a:pt x="3749" y="8475"/>
                  </a:lnTo>
                  <a:cubicBezTo>
                    <a:pt x="3686" y="8790"/>
                    <a:pt x="3623" y="9137"/>
                    <a:pt x="3623" y="9609"/>
                  </a:cubicBezTo>
                  <a:cubicBezTo>
                    <a:pt x="3623" y="9767"/>
                    <a:pt x="3623" y="9893"/>
                    <a:pt x="3686" y="10050"/>
                  </a:cubicBezTo>
                  <a:cubicBezTo>
                    <a:pt x="2332" y="9263"/>
                    <a:pt x="1512" y="7908"/>
                    <a:pt x="1512" y="6427"/>
                  </a:cubicBezTo>
                  <a:cubicBezTo>
                    <a:pt x="1512" y="4064"/>
                    <a:pt x="3592" y="2111"/>
                    <a:pt x="6144" y="2111"/>
                  </a:cubicBezTo>
                  <a:close/>
                  <a:moveTo>
                    <a:pt x="6127" y="7151"/>
                  </a:moveTo>
                  <a:cubicBezTo>
                    <a:pt x="6481" y="7151"/>
                    <a:pt x="6828" y="7269"/>
                    <a:pt x="7057" y="7498"/>
                  </a:cubicBezTo>
                  <a:cubicBezTo>
                    <a:pt x="7656" y="8065"/>
                    <a:pt x="7845" y="8601"/>
                    <a:pt x="7845" y="9609"/>
                  </a:cubicBezTo>
                  <a:cubicBezTo>
                    <a:pt x="7845" y="10050"/>
                    <a:pt x="7782" y="10334"/>
                    <a:pt x="7624" y="10491"/>
                  </a:cubicBezTo>
                  <a:cubicBezTo>
                    <a:pt x="7451" y="10640"/>
                    <a:pt x="7123" y="10691"/>
                    <a:pt x="6746" y="10691"/>
                  </a:cubicBezTo>
                  <a:cubicBezTo>
                    <a:pt x="6643" y="10691"/>
                    <a:pt x="6536" y="10687"/>
                    <a:pt x="6427" y="10680"/>
                  </a:cubicBezTo>
                  <a:lnTo>
                    <a:pt x="6427" y="9767"/>
                  </a:lnTo>
                  <a:lnTo>
                    <a:pt x="7026" y="9168"/>
                  </a:lnTo>
                  <a:cubicBezTo>
                    <a:pt x="7089" y="9105"/>
                    <a:pt x="7152" y="9011"/>
                    <a:pt x="7152" y="8948"/>
                  </a:cubicBezTo>
                  <a:cubicBezTo>
                    <a:pt x="7152" y="8349"/>
                    <a:pt x="6679" y="7876"/>
                    <a:pt x="6081" y="7876"/>
                  </a:cubicBezTo>
                  <a:cubicBezTo>
                    <a:pt x="5482" y="7876"/>
                    <a:pt x="5010" y="8349"/>
                    <a:pt x="5010" y="8948"/>
                  </a:cubicBezTo>
                  <a:cubicBezTo>
                    <a:pt x="5010" y="9011"/>
                    <a:pt x="5041" y="9137"/>
                    <a:pt x="5136" y="9168"/>
                  </a:cubicBezTo>
                  <a:lnTo>
                    <a:pt x="5734" y="9767"/>
                  </a:lnTo>
                  <a:lnTo>
                    <a:pt x="5734" y="10680"/>
                  </a:lnTo>
                  <a:lnTo>
                    <a:pt x="5356" y="10680"/>
                  </a:lnTo>
                  <a:cubicBezTo>
                    <a:pt x="4631" y="10680"/>
                    <a:pt x="4316" y="10554"/>
                    <a:pt x="4316" y="9609"/>
                  </a:cubicBezTo>
                  <a:cubicBezTo>
                    <a:pt x="4316" y="8601"/>
                    <a:pt x="4537" y="8160"/>
                    <a:pt x="5104" y="7561"/>
                  </a:cubicBezTo>
                  <a:cubicBezTo>
                    <a:pt x="5364" y="7285"/>
                    <a:pt x="5750" y="7151"/>
                    <a:pt x="6127" y="7151"/>
                  </a:cubicBezTo>
                  <a:close/>
                  <a:moveTo>
                    <a:pt x="2143" y="0"/>
                  </a:moveTo>
                  <a:cubicBezTo>
                    <a:pt x="945" y="0"/>
                    <a:pt x="0" y="945"/>
                    <a:pt x="0" y="2143"/>
                  </a:cubicBezTo>
                  <a:cubicBezTo>
                    <a:pt x="0" y="2647"/>
                    <a:pt x="221" y="3151"/>
                    <a:pt x="536" y="3560"/>
                  </a:cubicBezTo>
                  <a:cubicBezTo>
                    <a:pt x="756" y="3812"/>
                    <a:pt x="1040" y="4001"/>
                    <a:pt x="1355" y="4127"/>
                  </a:cubicBezTo>
                  <a:cubicBezTo>
                    <a:pt x="945" y="4852"/>
                    <a:pt x="756" y="5640"/>
                    <a:pt x="756" y="6427"/>
                  </a:cubicBezTo>
                  <a:cubicBezTo>
                    <a:pt x="756" y="8506"/>
                    <a:pt x="2143" y="10334"/>
                    <a:pt x="4096" y="11058"/>
                  </a:cubicBezTo>
                  <a:cubicBezTo>
                    <a:pt x="4474" y="11373"/>
                    <a:pt x="4947" y="11436"/>
                    <a:pt x="5356" y="11436"/>
                  </a:cubicBezTo>
                  <a:lnTo>
                    <a:pt x="6364" y="11436"/>
                  </a:lnTo>
                  <a:cubicBezTo>
                    <a:pt x="7026" y="11436"/>
                    <a:pt x="7656" y="11436"/>
                    <a:pt x="8097" y="11058"/>
                  </a:cubicBezTo>
                  <a:cubicBezTo>
                    <a:pt x="10050" y="10334"/>
                    <a:pt x="11437" y="8506"/>
                    <a:pt x="11437" y="6427"/>
                  </a:cubicBezTo>
                  <a:cubicBezTo>
                    <a:pt x="11437" y="5608"/>
                    <a:pt x="11248" y="4820"/>
                    <a:pt x="10838" y="4127"/>
                  </a:cubicBezTo>
                  <a:cubicBezTo>
                    <a:pt x="11153" y="4001"/>
                    <a:pt x="11437" y="3812"/>
                    <a:pt x="11657" y="3560"/>
                  </a:cubicBezTo>
                  <a:cubicBezTo>
                    <a:pt x="12035" y="3151"/>
                    <a:pt x="12193" y="2647"/>
                    <a:pt x="12193" y="2143"/>
                  </a:cubicBezTo>
                  <a:cubicBezTo>
                    <a:pt x="12193" y="945"/>
                    <a:pt x="11185" y="0"/>
                    <a:pt x="10019" y="0"/>
                  </a:cubicBezTo>
                  <a:cubicBezTo>
                    <a:pt x="8979" y="0"/>
                    <a:pt x="8129" y="756"/>
                    <a:pt x="7939" y="1733"/>
                  </a:cubicBezTo>
                  <a:cubicBezTo>
                    <a:pt x="7341" y="1544"/>
                    <a:pt x="6711" y="1418"/>
                    <a:pt x="6081" y="1418"/>
                  </a:cubicBezTo>
                  <a:cubicBezTo>
                    <a:pt x="5451" y="1418"/>
                    <a:pt x="4821" y="1544"/>
                    <a:pt x="4222" y="1733"/>
                  </a:cubicBezTo>
                  <a:cubicBezTo>
                    <a:pt x="4033" y="756"/>
                    <a:pt x="3151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80" name="Google Shape;13680;p142"/>
          <p:cNvSpPr/>
          <p:nvPr/>
        </p:nvSpPr>
        <p:spPr>
          <a:xfrm>
            <a:off x="7277916" y="2853555"/>
            <a:ext cx="468984" cy="469023"/>
          </a:xfrm>
          <a:custGeom>
            <a:avLst/>
            <a:gdLst/>
            <a:ahLst/>
            <a:cxnLst/>
            <a:rect l="l" t="t" r="r" b="b"/>
            <a:pathLst>
              <a:path w="12067" h="12068" extrusionOk="0">
                <a:moveTo>
                  <a:pt x="5955" y="1104"/>
                </a:moveTo>
                <a:lnTo>
                  <a:pt x="6270" y="1734"/>
                </a:lnTo>
                <a:lnTo>
                  <a:pt x="5955" y="2364"/>
                </a:lnTo>
                <a:lnTo>
                  <a:pt x="5640" y="1734"/>
                </a:lnTo>
                <a:lnTo>
                  <a:pt x="5955" y="1104"/>
                </a:lnTo>
                <a:close/>
                <a:moveTo>
                  <a:pt x="9420" y="2521"/>
                </a:moveTo>
                <a:lnTo>
                  <a:pt x="9168" y="3183"/>
                </a:lnTo>
                <a:lnTo>
                  <a:pt x="8507" y="3435"/>
                </a:lnTo>
                <a:lnTo>
                  <a:pt x="8759" y="2773"/>
                </a:lnTo>
                <a:lnTo>
                  <a:pt x="9420" y="2521"/>
                </a:lnTo>
                <a:close/>
                <a:moveTo>
                  <a:pt x="2489" y="2553"/>
                </a:moveTo>
                <a:lnTo>
                  <a:pt x="3151" y="2805"/>
                </a:lnTo>
                <a:lnTo>
                  <a:pt x="3403" y="3466"/>
                </a:lnTo>
                <a:lnTo>
                  <a:pt x="2710" y="3246"/>
                </a:lnTo>
                <a:lnTo>
                  <a:pt x="2489" y="2553"/>
                </a:lnTo>
                <a:close/>
                <a:moveTo>
                  <a:pt x="4663" y="2931"/>
                </a:moveTo>
                <a:lnTo>
                  <a:pt x="5608" y="3403"/>
                </a:lnTo>
                <a:lnTo>
                  <a:pt x="5608" y="4254"/>
                </a:lnTo>
                <a:cubicBezTo>
                  <a:pt x="5356" y="4286"/>
                  <a:pt x="5167" y="4380"/>
                  <a:pt x="4978" y="4538"/>
                </a:cubicBezTo>
                <a:lnTo>
                  <a:pt x="4348" y="3908"/>
                </a:lnTo>
                <a:lnTo>
                  <a:pt x="4663" y="2931"/>
                </a:lnTo>
                <a:close/>
                <a:moveTo>
                  <a:pt x="7246" y="2931"/>
                </a:moveTo>
                <a:lnTo>
                  <a:pt x="7561" y="3908"/>
                </a:lnTo>
                <a:lnTo>
                  <a:pt x="6931" y="4538"/>
                </a:lnTo>
                <a:cubicBezTo>
                  <a:pt x="6742" y="4412"/>
                  <a:pt x="6553" y="4349"/>
                  <a:pt x="6301" y="4254"/>
                </a:cubicBezTo>
                <a:lnTo>
                  <a:pt x="6301" y="3403"/>
                </a:lnTo>
                <a:lnTo>
                  <a:pt x="7246" y="2931"/>
                </a:lnTo>
                <a:close/>
                <a:moveTo>
                  <a:pt x="3812" y="4412"/>
                </a:moveTo>
                <a:lnTo>
                  <a:pt x="4442" y="5042"/>
                </a:lnTo>
                <a:cubicBezTo>
                  <a:pt x="4348" y="5231"/>
                  <a:pt x="4253" y="5451"/>
                  <a:pt x="4190" y="5672"/>
                </a:cubicBezTo>
                <a:lnTo>
                  <a:pt x="3308" y="5672"/>
                </a:lnTo>
                <a:lnTo>
                  <a:pt x="2836" y="4727"/>
                </a:lnTo>
                <a:lnTo>
                  <a:pt x="3812" y="4412"/>
                </a:lnTo>
                <a:close/>
                <a:moveTo>
                  <a:pt x="8034" y="4412"/>
                </a:moveTo>
                <a:lnTo>
                  <a:pt x="9011" y="4727"/>
                </a:lnTo>
                <a:lnTo>
                  <a:pt x="8538" y="5672"/>
                </a:lnTo>
                <a:lnTo>
                  <a:pt x="7687" y="5672"/>
                </a:lnTo>
                <a:cubicBezTo>
                  <a:pt x="7656" y="5451"/>
                  <a:pt x="7561" y="5231"/>
                  <a:pt x="7404" y="5042"/>
                </a:cubicBezTo>
                <a:lnTo>
                  <a:pt x="8034" y="4412"/>
                </a:lnTo>
                <a:close/>
                <a:moveTo>
                  <a:pt x="1670" y="5703"/>
                </a:moveTo>
                <a:lnTo>
                  <a:pt x="2300" y="6018"/>
                </a:lnTo>
                <a:lnTo>
                  <a:pt x="1670" y="6333"/>
                </a:lnTo>
                <a:lnTo>
                  <a:pt x="1040" y="6018"/>
                </a:lnTo>
                <a:lnTo>
                  <a:pt x="1670" y="5703"/>
                </a:lnTo>
                <a:close/>
                <a:moveTo>
                  <a:pt x="10239" y="5703"/>
                </a:moveTo>
                <a:lnTo>
                  <a:pt x="10869" y="6018"/>
                </a:lnTo>
                <a:lnTo>
                  <a:pt x="10239" y="6333"/>
                </a:lnTo>
                <a:lnTo>
                  <a:pt x="9609" y="6018"/>
                </a:lnTo>
                <a:lnTo>
                  <a:pt x="10239" y="5703"/>
                </a:lnTo>
                <a:close/>
                <a:moveTo>
                  <a:pt x="5955" y="4979"/>
                </a:moveTo>
                <a:cubicBezTo>
                  <a:pt x="6553" y="4979"/>
                  <a:pt x="7026" y="5451"/>
                  <a:pt x="7026" y="6018"/>
                </a:cubicBezTo>
                <a:cubicBezTo>
                  <a:pt x="7026" y="6617"/>
                  <a:pt x="6553" y="7089"/>
                  <a:pt x="5955" y="7089"/>
                </a:cubicBezTo>
                <a:cubicBezTo>
                  <a:pt x="5356" y="7089"/>
                  <a:pt x="4884" y="6617"/>
                  <a:pt x="4884" y="6018"/>
                </a:cubicBezTo>
                <a:cubicBezTo>
                  <a:pt x="4884" y="5451"/>
                  <a:pt x="5356" y="4979"/>
                  <a:pt x="5955" y="4979"/>
                </a:cubicBezTo>
                <a:close/>
                <a:moveTo>
                  <a:pt x="4222" y="6365"/>
                </a:moveTo>
                <a:lnTo>
                  <a:pt x="4222" y="6396"/>
                </a:lnTo>
                <a:cubicBezTo>
                  <a:pt x="4253" y="6617"/>
                  <a:pt x="4348" y="6806"/>
                  <a:pt x="4505" y="7026"/>
                </a:cubicBezTo>
                <a:lnTo>
                  <a:pt x="3875" y="7657"/>
                </a:lnTo>
                <a:lnTo>
                  <a:pt x="2867" y="7310"/>
                </a:lnTo>
                <a:lnTo>
                  <a:pt x="3340" y="6365"/>
                </a:lnTo>
                <a:close/>
                <a:moveTo>
                  <a:pt x="8601" y="6396"/>
                </a:moveTo>
                <a:lnTo>
                  <a:pt x="9074" y="7342"/>
                </a:lnTo>
                <a:lnTo>
                  <a:pt x="8066" y="7657"/>
                </a:lnTo>
                <a:lnTo>
                  <a:pt x="7435" y="7026"/>
                </a:lnTo>
                <a:cubicBezTo>
                  <a:pt x="7561" y="6806"/>
                  <a:pt x="7656" y="6617"/>
                  <a:pt x="7719" y="6396"/>
                </a:cubicBezTo>
                <a:close/>
                <a:moveTo>
                  <a:pt x="4978" y="7531"/>
                </a:moveTo>
                <a:cubicBezTo>
                  <a:pt x="5167" y="7657"/>
                  <a:pt x="5356" y="7720"/>
                  <a:pt x="5608" y="7814"/>
                </a:cubicBezTo>
                <a:lnTo>
                  <a:pt x="5608" y="8665"/>
                </a:lnTo>
                <a:lnTo>
                  <a:pt x="4663" y="9137"/>
                </a:lnTo>
                <a:lnTo>
                  <a:pt x="4348" y="8161"/>
                </a:lnTo>
                <a:lnTo>
                  <a:pt x="4978" y="7531"/>
                </a:lnTo>
                <a:close/>
                <a:moveTo>
                  <a:pt x="6931" y="7531"/>
                </a:moveTo>
                <a:lnTo>
                  <a:pt x="7561" y="8161"/>
                </a:lnTo>
                <a:lnTo>
                  <a:pt x="7246" y="9137"/>
                </a:lnTo>
                <a:lnTo>
                  <a:pt x="6301" y="8665"/>
                </a:lnTo>
                <a:lnTo>
                  <a:pt x="6301" y="7814"/>
                </a:lnTo>
                <a:cubicBezTo>
                  <a:pt x="6553" y="7751"/>
                  <a:pt x="6742" y="7688"/>
                  <a:pt x="6931" y="7531"/>
                </a:cubicBezTo>
                <a:close/>
                <a:moveTo>
                  <a:pt x="8507" y="8602"/>
                </a:moveTo>
                <a:lnTo>
                  <a:pt x="9168" y="8822"/>
                </a:lnTo>
                <a:lnTo>
                  <a:pt x="9420" y="9484"/>
                </a:lnTo>
                <a:lnTo>
                  <a:pt x="8759" y="9263"/>
                </a:lnTo>
                <a:lnTo>
                  <a:pt x="8507" y="8602"/>
                </a:lnTo>
                <a:close/>
                <a:moveTo>
                  <a:pt x="3403" y="8633"/>
                </a:moveTo>
                <a:lnTo>
                  <a:pt x="3151" y="9295"/>
                </a:lnTo>
                <a:lnTo>
                  <a:pt x="2489" y="9547"/>
                </a:lnTo>
                <a:lnTo>
                  <a:pt x="2710" y="8854"/>
                </a:lnTo>
                <a:lnTo>
                  <a:pt x="3403" y="8633"/>
                </a:lnTo>
                <a:close/>
                <a:moveTo>
                  <a:pt x="5955" y="9704"/>
                </a:moveTo>
                <a:lnTo>
                  <a:pt x="6270" y="10334"/>
                </a:lnTo>
                <a:lnTo>
                  <a:pt x="5955" y="10965"/>
                </a:lnTo>
                <a:lnTo>
                  <a:pt x="5640" y="10334"/>
                </a:lnTo>
                <a:lnTo>
                  <a:pt x="5955" y="9704"/>
                </a:lnTo>
                <a:close/>
                <a:moveTo>
                  <a:pt x="6018" y="1"/>
                </a:moveTo>
                <a:cubicBezTo>
                  <a:pt x="5923" y="1"/>
                  <a:pt x="5766" y="95"/>
                  <a:pt x="5703" y="190"/>
                </a:cubicBezTo>
                <a:lnTo>
                  <a:pt x="5010" y="1671"/>
                </a:lnTo>
                <a:cubicBezTo>
                  <a:pt x="4978" y="1765"/>
                  <a:pt x="4978" y="1891"/>
                  <a:pt x="5010" y="1986"/>
                </a:cubicBezTo>
                <a:lnTo>
                  <a:pt x="5230" y="2458"/>
                </a:lnTo>
                <a:lnTo>
                  <a:pt x="4758" y="2206"/>
                </a:lnTo>
                <a:cubicBezTo>
                  <a:pt x="4710" y="2190"/>
                  <a:pt x="4655" y="2183"/>
                  <a:pt x="4596" y="2183"/>
                </a:cubicBezTo>
                <a:cubicBezTo>
                  <a:pt x="4537" y="2183"/>
                  <a:pt x="4474" y="2190"/>
                  <a:pt x="4411" y="2206"/>
                </a:cubicBezTo>
                <a:cubicBezTo>
                  <a:pt x="4285" y="2238"/>
                  <a:pt x="4222" y="2332"/>
                  <a:pt x="4190" y="2458"/>
                </a:cubicBezTo>
                <a:lnTo>
                  <a:pt x="4033" y="2962"/>
                </a:lnTo>
                <a:lnTo>
                  <a:pt x="3875" y="2458"/>
                </a:lnTo>
                <a:cubicBezTo>
                  <a:pt x="3812" y="2332"/>
                  <a:pt x="3749" y="2238"/>
                  <a:pt x="3623" y="2206"/>
                </a:cubicBezTo>
                <a:lnTo>
                  <a:pt x="2143" y="1702"/>
                </a:lnTo>
                <a:cubicBezTo>
                  <a:pt x="2109" y="1694"/>
                  <a:pt x="2073" y="1690"/>
                  <a:pt x="2036" y="1690"/>
                </a:cubicBezTo>
                <a:cubicBezTo>
                  <a:pt x="1937" y="1690"/>
                  <a:pt x="1834" y="1719"/>
                  <a:pt x="1765" y="1765"/>
                </a:cubicBezTo>
                <a:cubicBezTo>
                  <a:pt x="1702" y="1860"/>
                  <a:pt x="1670" y="2017"/>
                  <a:pt x="1702" y="2143"/>
                </a:cubicBezTo>
                <a:lnTo>
                  <a:pt x="2206" y="3624"/>
                </a:lnTo>
                <a:cubicBezTo>
                  <a:pt x="2237" y="3750"/>
                  <a:pt x="2332" y="3813"/>
                  <a:pt x="2458" y="3876"/>
                </a:cubicBezTo>
                <a:lnTo>
                  <a:pt x="2962" y="4034"/>
                </a:lnTo>
                <a:lnTo>
                  <a:pt x="2458" y="4191"/>
                </a:lnTo>
                <a:cubicBezTo>
                  <a:pt x="2332" y="4223"/>
                  <a:pt x="2237" y="4286"/>
                  <a:pt x="2206" y="4412"/>
                </a:cubicBezTo>
                <a:cubicBezTo>
                  <a:pt x="2174" y="4538"/>
                  <a:pt x="2143" y="4664"/>
                  <a:pt x="2206" y="4758"/>
                </a:cubicBezTo>
                <a:lnTo>
                  <a:pt x="2458" y="5231"/>
                </a:lnTo>
                <a:lnTo>
                  <a:pt x="1985" y="5010"/>
                </a:lnTo>
                <a:cubicBezTo>
                  <a:pt x="1922" y="4994"/>
                  <a:pt x="1859" y="4987"/>
                  <a:pt x="1804" y="4987"/>
                </a:cubicBezTo>
                <a:cubicBezTo>
                  <a:pt x="1749" y="4987"/>
                  <a:pt x="1702" y="4994"/>
                  <a:pt x="1670" y="5010"/>
                </a:cubicBezTo>
                <a:lnTo>
                  <a:pt x="189" y="5703"/>
                </a:lnTo>
                <a:cubicBezTo>
                  <a:pt x="95" y="5798"/>
                  <a:pt x="0" y="5924"/>
                  <a:pt x="0" y="6018"/>
                </a:cubicBezTo>
                <a:cubicBezTo>
                  <a:pt x="0" y="6144"/>
                  <a:pt x="95" y="6302"/>
                  <a:pt x="189" y="6333"/>
                </a:cubicBezTo>
                <a:lnTo>
                  <a:pt x="1670" y="7058"/>
                </a:lnTo>
                <a:cubicBezTo>
                  <a:pt x="1717" y="7074"/>
                  <a:pt x="1772" y="7082"/>
                  <a:pt x="1828" y="7082"/>
                </a:cubicBezTo>
                <a:cubicBezTo>
                  <a:pt x="1883" y="7082"/>
                  <a:pt x="1938" y="7074"/>
                  <a:pt x="1985" y="7058"/>
                </a:cubicBezTo>
                <a:lnTo>
                  <a:pt x="2458" y="6806"/>
                </a:lnTo>
                <a:lnTo>
                  <a:pt x="2206" y="7279"/>
                </a:lnTo>
                <a:cubicBezTo>
                  <a:pt x="2174" y="7405"/>
                  <a:pt x="2174" y="7531"/>
                  <a:pt x="2206" y="7657"/>
                </a:cubicBezTo>
                <a:cubicBezTo>
                  <a:pt x="2237" y="7751"/>
                  <a:pt x="2332" y="7846"/>
                  <a:pt x="2458" y="7877"/>
                </a:cubicBezTo>
                <a:lnTo>
                  <a:pt x="2962" y="8035"/>
                </a:lnTo>
                <a:lnTo>
                  <a:pt x="2458" y="8192"/>
                </a:lnTo>
                <a:cubicBezTo>
                  <a:pt x="2332" y="8224"/>
                  <a:pt x="2237" y="8318"/>
                  <a:pt x="2206" y="8444"/>
                </a:cubicBezTo>
                <a:lnTo>
                  <a:pt x="1702" y="9925"/>
                </a:lnTo>
                <a:cubicBezTo>
                  <a:pt x="1623" y="10161"/>
                  <a:pt x="1784" y="10397"/>
                  <a:pt x="2004" y="10397"/>
                </a:cubicBezTo>
                <a:cubicBezTo>
                  <a:pt x="2048" y="10397"/>
                  <a:pt x="2095" y="10387"/>
                  <a:pt x="2143" y="10366"/>
                </a:cubicBezTo>
                <a:lnTo>
                  <a:pt x="3623" y="9862"/>
                </a:lnTo>
                <a:cubicBezTo>
                  <a:pt x="3749" y="9799"/>
                  <a:pt x="3812" y="9736"/>
                  <a:pt x="3875" y="9610"/>
                </a:cubicBezTo>
                <a:lnTo>
                  <a:pt x="4033" y="9106"/>
                </a:lnTo>
                <a:lnTo>
                  <a:pt x="4190" y="9610"/>
                </a:lnTo>
                <a:cubicBezTo>
                  <a:pt x="4222" y="9736"/>
                  <a:pt x="4285" y="9799"/>
                  <a:pt x="4411" y="9862"/>
                </a:cubicBezTo>
                <a:cubicBezTo>
                  <a:pt x="4484" y="9880"/>
                  <a:pt x="4556" y="9898"/>
                  <a:pt x="4623" y="9898"/>
                </a:cubicBezTo>
                <a:cubicBezTo>
                  <a:pt x="4672" y="9898"/>
                  <a:pt x="4718" y="9889"/>
                  <a:pt x="4758" y="9862"/>
                </a:cubicBezTo>
                <a:lnTo>
                  <a:pt x="5230" y="9610"/>
                </a:lnTo>
                <a:lnTo>
                  <a:pt x="5010" y="10082"/>
                </a:lnTo>
                <a:cubicBezTo>
                  <a:pt x="4978" y="10208"/>
                  <a:pt x="4978" y="10334"/>
                  <a:pt x="5010" y="10398"/>
                </a:cubicBezTo>
                <a:lnTo>
                  <a:pt x="5703" y="11847"/>
                </a:lnTo>
                <a:cubicBezTo>
                  <a:pt x="5797" y="11973"/>
                  <a:pt x="5923" y="12067"/>
                  <a:pt x="6018" y="12067"/>
                </a:cubicBezTo>
                <a:cubicBezTo>
                  <a:pt x="6144" y="12067"/>
                  <a:pt x="6301" y="11973"/>
                  <a:pt x="6333" y="11847"/>
                </a:cubicBezTo>
                <a:lnTo>
                  <a:pt x="7057" y="10398"/>
                </a:lnTo>
                <a:cubicBezTo>
                  <a:pt x="7089" y="10271"/>
                  <a:pt x="7089" y="10177"/>
                  <a:pt x="7057" y="10082"/>
                </a:cubicBezTo>
                <a:lnTo>
                  <a:pt x="6805" y="9610"/>
                </a:lnTo>
                <a:lnTo>
                  <a:pt x="7278" y="9862"/>
                </a:lnTo>
                <a:cubicBezTo>
                  <a:pt x="7341" y="9878"/>
                  <a:pt x="7404" y="9886"/>
                  <a:pt x="7467" y="9886"/>
                </a:cubicBezTo>
                <a:cubicBezTo>
                  <a:pt x="7530" y="9886"/>
                  <a:pt x="7593" y="9878"/>
                  <a:pt x="7656" y="9862"/>
                </a:cubicBezTo>
                <a:cubicBezTo>
                  <a:pt x="7750" y="9799"/>
                  <a:pt x="7845" y="9736"/>
                  <a:pt x="7877" y="9610"/>
                </a:cubicBezTo>
                <a:lnTo>
                  <a:pt x="8034" y="9106"/>
                </a:lnTo>
                <a:lnTo>
                  <a:pt x="8192" y="9610"/>
                </a:lnTo>
                <a:cubicBezTo>
                  <a:pt x="8223" y="9736"/>
                  <a:pt x="8318" y="9799"/>
                  <a:pt x="8444" y="9862"/>
                </a:cubicBezTo>
                <a:lnTo>
                  <a:pt x="9924" y="10366"/>
                </a:lnTo>
                <a:cubicBezTo>
                  <a:pt x="9957" y="10373"/>
                  <a:pt x="9990" y="10377"/>
                  <a:pt x="10023" y="10377"/>
                </a:cubicBezTo>
                <a:cubicBezTo>
                  <a:pt x="10268" y="10377"/>
                  <a:pt x="10477" y="10175"/>
                  <a:pt x="10365" y="9925"/>
                </a:cubicBezTo>
                <a:lnTo>
                  <a:pt x="9861" y="8444"/>
                </a:lnTo>
                <a:cubicBezTo>
                  <a:pt x="9798" y="8318"/>
                  <a:pt x="9735" y="8224"/>
                  <a:pt x="9609" y="8192"/>
                </a:cubicBezTo>
                <a:lnTo>
                  <a:pt x="9105" y="8035"/>
                </a:lnTo>
                <a:lnTo>
                  <a:pt x="9609" y="7877"/>
                </a:lnTo>
                <a:cubicBezTo>
                  <a:pt x="9735" y="7846"/>
                  <a:pt x="9798" y="7751"/>
                  <a:pt x="9861" y="7657"/>
                </a:cubicBezTo>
                <a:cubicBezTo>
                  <a:pt x="9893" y="7531"/>
                  <a:pt x="9924" y="7405"/>
                  <a:pt x="9861" y="7279"/>
                </a:cubicBezTo>
                <a:lnTo>
                  <a:pt x="9609" y="6806"/>
                </a:lnTo>
                <a:lnTo>
                  <a:pt x="10082" y="7058"/>
                </a:lnTo>
                <a:cubicBezTo>
                  <a:pt x="10145" y="7074"/>
                  <a:pt x="10208" y="7082"/>
                  <a:pt x="10263" y="7082"/>
                </a:cubicBezTo>
                <a:cubicBezTo>
                  <a:pt x="10318" y="7082"/>
                  <a:pt x="10365" y="7074"/>
                  <a:pt x="10397" y="7058"/>
                </a:cubicBezTo>
                <a:lnTo>
                  <a:pt x="11846" y="6333"/>
                </a:lnTo>
                <a:cubicBezTo>
                  <a:pt x="11972" y="6270"/>
                  <a:pt x="12067" y="6144"/>
                  <a:pt x="12067" y="6018"/>
                </a:cubicBezTo>
                <a:cubicBezTo>
                  <a:pt x="12067" y="5924"/>
                  <a:pt x="11972" y="5766"/>
                  <a:pt x="11846" y="5703"/>
                </a:cubicBezTo>
                <a:lnTo>
                  <a:pt x="10397" y="5010"/>
                </a:lnTo>
                <a:cubicBezTo>
                  <a:pt x="10334" y="4994"/>
                  <a:pt x="10279" y="4987"/>
                  <a:pt x="10228" y="4987"/>
                </a:cubicBezTo>
                <a:cubicBezTo>
                  <a:pt x="10176" y="4987"/>
                  <a:pt x="10129" y="4994"/>
                  <a:pt x="10082" y="5010"/>
                </a:cubicBezTo>
                <a:lnTo>
                  <a:pt x="9609" y="5231"/>
                </a:lnTo>
                <a:lnTo>
                  <a:pt x="9861" y="4758"/>
                </a:lnTo>
                <a:cubicBezTo>
                  <a:pt x="9893" y="4664"/>
                  <a:pt x="9893" y="4538"/>
                  <a:pt x="9861" y="4412"/>
                </a:cubicBezTo>
                <a:cubicBezTo>
                  <a:pt x="9798" y="4286"/>
                  <a:pt x="9735" y="4223"/>
                  <a:pt x="9609" y="4191"/>
                </a:cubicBezTo>
                <a:lnTo>
                  <a:pt x="9105" y="4034"/>
                </a:lnTo>
                <a:lnTo>
                  <a:pt x="9609" y="3876"/>
                </a:lnTo>
                <a:cubicBezTo>
                  <a:pt x="9735" y="3813"/>
                  <a:pt x="9798" y="3750"/>
                  <a:pt x="9861" y="3624"/>
                </a:cubicBezTo>
                <a:lnTo>
                  <a:pt x="10365" y="2143"/>
                </a:lnTo>
                <a:cubicBezTo>
                  <a:pt x="10397" y="2017"/>
                  <a:pt x="10365" y="1860"/>
                  <a:pt x="10271" y="1765"/>
                </a:cubicBezTo>
                <a:cubicBezTo>
                  <a:pt x="10226" y="1721"/>
                  <a:pt x="10135" y="1676"/>
                  <a:pt x="10040" y="1676"/>
                </a:cubicBezTo>
                <a:cubicBezTo>
                  <a:pt x="10001" y="1676"/>
                  <a:pt x="9961" y="1684"/>
                  <a:pt x="9924" y="1702"/>
                </a:cubicBezTo>
                <a:lnTo>
                  <a:pt x="8444" y="2206"/>
                </a:lnTo>
                <a:cubicBezTo>
                  <a:pt x="8318" y="2238"/>
                  <a:pt x="8223" y="2332"/>
                  <a:pt x="8192" y="2458"/>
                </a:cubicBezTo>
                <a:lnTo>
                  <a:pt x="8034" y="2962"/>
                </a:lnTo>
                <a:lnTo>
                  <a:pt x="7877" y="2458"/>
                </a:lnTo>
                <a:cubicBezTo>
                  <a:pt x="7845" y="2332"/>
                  <a:pt x="7750" y="2238"/>
                  <a:pt x="7656" y="2206"/>
                </a:cubicBezTo>
                <a:cubicBezTo>
                  <a:pt x="7583" y="2188"/>
                  <a:pt x="7510" y="2170"/>
                  <a:pt x="7438" y="2170"/>
                </a:cubicBezTo>
                <a:cubicBezTo>
                  <a:pt x="7384" y="2170"/>
                  <a:pt x="7331" y="2180"/>
                  <a:pt x="7278" y="2206"/>
                </a:cubicBezTo>
                <a:lnTo>
                  <a:pt x="6805" y="2458"/>
                </a:lnTo>
                <a:lnTo>
                  <a:pt x="7057" y="1986"/>
                </a:lnTo>
                <a:cubicBezTo>
                  <a:pt x="7089" y="1860"/>
                  <a:pt x="7089" y="1734"/>
                  <a:pt x="7057" y="1671"/>
                </a:cubicBezTo>
                <a:lnTo>
                  <a:pt x="6333" y="190"/>
                </a:lnTo>
                <a:cubicBezTo>
                  <a:pt x="6270" y="95"/>
                  <a:pt x="6144" y="1"/>
                  <a:pt x="601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1" name="Google Shape;13681;p142"/>
          <p:cNvGrpSpPr/>
          <p:nvPr/>
        </p:nvGrpSpPr>
        <p:grpSpPr>
          <a:xfrm>
            <a:off x="4931233" y="3444650"/>
            <a:ext cx="476329" cy="475086"/>
            <a:chOff x="-15719925" y="2416825"/>
            <a:chExt cx="306400" cy="305600"/>
          </a:xfrm>
        </p:grpSpPr>
        <p:sp>
          <p:nvSpPr>
            <p:cNvPr id="13682" name="Google Shape;13682;p142"/>
            <p:cNvSpPr/>
            <p:nvPr/>
          </p:nvSpPr>
          <p:spPr>
            <a:xfrm>
              <a:off x="-15719925" y="2416825"/>
              <a:ext cx="306400" cy="305600"/>
            </a:xfrm>
            <a:custGeom>
              <a:avLst/>
              <a:gdLst/>
              <a:ahLst/>
              <a:cxnLst/>
              <a:rect l="l" t="t" r="r" b="b"/>
              <a:pathLst>
                <a:path w="12256" h="12224" extrusionOk="0">
                  <a:moveTo>
                    <a:pt x="6648" y="756"/>
                  </a:moveTo>
                  <a:lnTo>
                    <a:pt x="8002" y="3466"/>
                  </a:lnTo>
                  <a:cubicBezTo>
                    <a:pt x="8034" y="3560"/>
                    <a:pt x="8065" y="3592"/>
                    <a:pt x="8160" y="3623"/>
                  </a:cubicBezTo>
                  <a:lnTo>
                    <a:pt x="9451" y="4316"/>
                  </a:lnTo>
                  <a:lnTo>
                    <a:pt x="10617" y="7246"/>
                  </a:lnTo>
                  <a:lnTo>
                    <a:pt x="7845" y="7246"/>
                  </a:lnTo>
                  <a:lnTo>
                    <a:pt x="7215" y="5356"/>
                  </a:lnTo>
                  <a:cubicBezTo>
                    <a:pt x="7135" y="5198"/>
                    <a:pt x="6990" y="5128"/>
                    <a:pt x="6852" y="5128"/>
                  </a:cubicBezTo>
                  <a:cubicBezTo>
                    <a:pt x="6826" y="5128"/>
                    <a:pt x="6799" y="5130"/>
                    <a:pt x="6774" y="5135"/>
                  </a:cubicBezTo>
                  <a:cubicBezTo>
                    <a:pt x="6616" y="5167"/>
                    <a:pt x="6490" y="5419"/>
                    <a:pt x="6522" y="5576"/>
                  </a:cubicBezTo>
                  <a:lnTo>
                    <a:pt x="7089" y="7215"/>
                  </a:lnTo>
                  <a:lnTo>
                    <a:pt x="5167" y="7215"/>
                  </a:lnTo>
                  <a:lnTo>
                    <a:pt x="5797" y="4064"/>
                  </a:lnTo>
                  <a:cubicBezTo>
                    <a:pt x="5828" y="3875"/>
                    <a:pt x="5702" y="3686"/>
                    <a:pt x="5513" y="3623"/>
                  </a:cubicBezTo>
                  <a:cubicBezTo>
                    <a:pt x="5494" y="3620"/>
                    <a:pt x="5474" y="3618"/>
                    <a:pt x="5454" y="3618"/>
                  </a:cubicBezTo>
                  <a:cubicBezTo>
                    <a:pt x="5281" y="3618"/>
                    <a:pt x="5101" y="3737"/>
                    <a:pt x="5072" y="3907"/>
                  </a:cubicBezTo>
                  <a:lnTo>
                    <a:pt x="4411" y="7183"/>
                  </a:lnTo>
                  <a:lnTo>
                    <a:pt x="1607" y="7183"/>
                  </a:lnTo>
                  <a:lnTo>
                    <a:pt x="2142" y="4946"/>
                  </a:lnTo>
                  <a:lnTo>
                    <a:pt x="3466" y="4316"/>
                  </a:lnTo>
                  <a:cubicBezTo>
                    <a:pt x="3529" y="4253"/>
                    <a:pt x="3560" y="4222"/>
                    <a:pt x="3623" y="4159"/>
                  </a:cubicBezTo>
                  <a:lnTo>
                    <a:pt x="4253" y="2930"/>
                  </a:lnTo>
                  <a:lnTo>
                    <a:pt x="6175" y="2930"/>
                  </a:lnTo>
                  <a:cubicBezTo>
                    <a:pt x="6364" y="2930"/>
                    <a:pt x="6522" y="2772"/>
                    <a:pt x="6522" y="2583"/>
                  </a:cubicBezTo>
                  <a:cubicBezTo>
                    <a:pt x="6522" y="2363"/>
                    <a:pt x="6364" y="2205"/>
                    <a:pt x="6175" y="2205"/>
                  </a:cubicBezTo>
                  <a:lnTo>
                    <a:pt x="5230" y="2205"/>
                  </a:lnTo>
                  <a:lnTo>
                    <a:pt x="5702" y="756"/>
                  </a:lnTo>
                  <a:close/>
                  <a:moveTo>
                    <a:pt x="10397" y="7876"/>
                  </a:moveTo>
                  <a:lnTo>
                    <a:pt x="9830" y="8601"/>
                  </a:lnTo>
                  <a:lnTo>
                    <a:pt x="8916" y="8601"/>
                  </a:lnTo>
                  <a:cubicBezTo>
                    <a:pt x="8727" y="8601"/>
                    <a:pt x="8569" y="8758"/>
                    <a:pt x="8569" y="8947"/>
                  </a:cubicBezTo>
                  <a:cubicBezTo>
                    <a:pt x="8664" y="9199"/>
                    <a:pt x="8821" y="9357"/>
                    <a:pt x="9010" y="9357"/>
                  </a:cubicBezTo>
                  <a:lnTo>
                    <a:pt x="9357" y="9357"/>
                  </a:lnTo>
                  <a:lnTo>
                    <a:pt x="8821" y="10050"/>
                  </a:lnTo>
                  <a:lnTo>
                    <a:pt x="7561" y="10050"/>
                  </a:lnTo>
                  <a:cubicBezTo>
                    <a:pt x="7435" y="10050"/>
                    <a:pt x="7278" y="10145"/>
                    <a:pt x="7246" y="10239"/>
                  </a:cubicBezTo>
                  <a:lnTo>
                    <a:pt x="6616" y="11468"/>
                  </a:lnTo>
                  <a:lnTo>
                    <a:pt x="5576" y="11468"/>
                  </a:lnTo>
                  <a:lnTo>
                    <a:pt x="5041" y="10775"/>
                  </a:lnTo>
                  <a:lnTo>
                    <a:pt x="6080" y="10775"/>
                  </a:lnTo>
                  <a:cubicBezTo>
                    <a:pt x="6301" y="10775"/>
                    <a:pt x="6459" y="10617"/>
                    <a:pt x="6459" y="10397"/>
                  </a:cubicBezTo>
                  <a:cubicBezTo>
                    <a:pt x="6459" y="10208"/>
                    <a:pt x="6301" y="10050"/>
                    <a:pt x="6080" y="10050"/>
                  </a:cubicBezTo>
                  <a:lnTo>
                    <a:pt x="4474" y="10050"/>
                  </a:lnTo>
                  <a:lnTo>
                    <a:pt x="3529" y="8758"/>
                  </a:lnTo>
                  <a:cubicBezTo>
                    <a:pt x="3466" y="8664"/>
                    <a:pt x="3371" y="8601"/>
                    <a:pt x="3245" y="8601"/>
                  </a:cubicBezTo>
                  <a:lnTo>
                    <a:pt x="2048" y="8601"/>
                  </a:lnTo>
                  <a:lnTo>
                    <a:pt x="1670" y="7876"/>
                  </a:lnTo>
                  <a:close/>
                  <a:moveTo>
                    <a:pt x="5419" y="0"/>
                  </a:moveTo>
                  <a:cubicBezTo>
                    <a:pt x="5261" y="0"/>
                    <a:pt x="5135" y="126"/>
                    <a:pt x="5072" y="252"/>
                  </a:cubicBezTo>
                  <a:lnTo>
                    <a:pt x="4442" y="2174"/>
                  </a:lnTo>
                  <a:lnTo>
                    <a:pt x="3970" y="2174"/>
                  </a:lnTo>
                  <a:cubicBezTo>
                    <a:pt x="3844" y="2174"/>
                    <a:pt x="3686" y="2237"/>
                    <a:pt x="3655" y="2363"/>
                  </a:cubicBezTo>
                  <a:lnTo>
                    <a:pt x="2993" y="3718"/>
                  </a:lnTo>
                  <a:lnTo>
                    <a:pt x="1638" y="4379"/>
                  </a:lnTo>
                  <a:cubicBezTo>
                    <a:pt x="1575" y="4411"/>
                    <a:pt x="1481" y="4505"/>
                    <a:pt x="1449" y="4600"/>
                  </a:cubicBezTo>
                  <a:lnTo>
                    <a:pt x="819" y="7215"/>
                  </a:lnTo>
                  <a:lnTo>
                    <a:pt x="347" y="7215"/>
                  </a:lnTo>
                  <a:cubicBezTo>
                    <a:pt x="158" y="7215"/>
                    <a:pt x="0" y="7372"/>
                    <a:pt x="0" y="7561"/>
                  </a:cubicBezTo>
                  <a:cubicBezTo>
                    <a:pt x="0" y="7750"/>
                    <a:pt x="158" y="7908"/>
                    <a:pt x="347" y="7908"/>
                  </a:cubicBezTo>
                  <a:lnTo>
                    <a:pt x="851" y="7908"/>
                  </a:lnTo>
                  <a:lnTo>
                    <a:pt x="1481" y="9136"/>
                  </a:lnTo>
                  <a:cubicBezTo>
                    <a:pt x="1575" y="9262"/>
                    <a:pt x="1670" y="9325"/>
                    <a:pt x="1796" y="9325"/>
                  </a:cubicBezTo>
                  <a:lnTo>
                    <a:pt x="3056" y="9325"/>
                  </a:lnTo>
                  <a:lnTo>
                    <a:pt x="3623" y="10050"/>
                  </a:lnTo>
                  <a:lnTo>
                    <a:pt x="2552" y="10050"/>
                  </a:lnTo>
                  <a:cubicBezTo>
                    <a:pt x="2363" y="10050"/>
                    <a:pt x="2205" y="10208"/>
                    <a:pt x="2205" y="10397"/>
                  </a:cubicBezTo>
                  <a:cubicBezTo>
                    <a:pt x="2205" y="10617"/>
                    <a:pt x="2363" y="10775"/>
                    <a:pt x="2552" y="10775"/>
                  </a:cubicBezTo>
                  <a:lnTo>
                    <a:pt x="4159" y="10775"/>
                  </a:lnTo>
                  <a:lnTo>
                    <a:pt x="5104" y="12066"/>
                  </a:lnTo>
                  <a:cubicBezTo>
                    <a:pt x="5198" y="12129"/>
                    <a:pt x="5261" y="12224"/>
                    <a:pt x="5387" y="12224"/>
                  </a:cubicBezTo>
                  <a:lnTo>
                    <a:pt x="6805" y="12224"/>
                  </a:lnTo>
                  <a:cubicBezTo>
                    <a:pt x="6931" y="12224"/>
                    <a:pt x="7089" y="12129"/>
                    <a:pt x="7120" y="12035"/>
                  </a:cubicBezTo>
                  <a:lnTo>
                    <a:pt x="7750" y="10806"/>
                  </a:lnTo>
                  <a:lnTo>
                    <a:pt x="8979" y="10806"/>
                  </a:lnTo>
                  <a:cubicBezTo>
                    <a:pt x="9073" y="10806"/>
                    <a:pt x="9199" y="10775"/>
                    <a:pt x="9231" y="10649"/>
                  </a:cubicBezTo>
                  <a:lnTo>
                    <a:pt x="10176" y="9357"/>
                  </a:lnTo>
                  <a:lnTo>
                    <a:pt x="11184" y="9357"/>
                  </a:lnTo>
                  <a:cubicBezTo>
                    <a:pt x="11373" y="9357"/>
                    <a:pt x="11531" y="9199"/>
                    <a:pt x="11531" y="8979"/>
                  </a:cubicBezTo>
                  <a:cubicBezTo>
                    <a:pt x="11531" y="8790"/>
                    <a:pt x="11373" y="8632"/>
                    <a:pt x="11184" y="8632"/>
                  </a:cubicBezTo>
                  <a:lnTo>
                    <a:pt x="10775" y="8632"/>
                  </a:lnTo>
                  <a:lnTo>
                    <a:pt x="11342" y="7908"/>
                  </a:lnTo>
                  <a:lnTo>
                    <a:pt x="11877" y="7908"/>
                  </a:lnTo>
                  <a:cubicBezTo>
                    <a:pt x="12098" y="7908"/>
                    <a:pt x="12255" y="7750"/>
                    <a:pt x="12255" y="7561"/>
                  </a:cubicBezTo>
                  <a:cubicBezTo>
                    <a:pt x="12255" y="7372"/>
                    <a:pt x="12098" y="7215"/>
                    <a:pt x="11877" y="7215"/>
                  </a:cubicBezTo>
                  <a:lnTo>
                    <a:pt x="11373" y="7215"/>
                  </a:lnTo>
                  <a:lnTo>
                    <a:pt x="10019" y="3875"/>
                  </a:lnTo>
                  <a:cubicBezTo>
                    <a:pt x="9987" y="3781"/>
                    <a:pt x="9956" y="3718"/>
                    <a:pt x="9861" y="3655"/>
                  </a:cubicBezTo>
                  <a:lnTo>
                    <a:pt x="8538" y="2993"/>
                  </a:lnTo>
                  <a:lnTo>
                    <a:pt x="7152" y="189"/>
                  </a:lnTo>
                  <a:cubicBezTo>
                    <a:pt x="7089" y="95"/>
                    <a:pt x="6963" y="0"/>
                    <a:pt x="68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3" name="Google Shape;13683;p142"/>
            <p:cNvSpPr/>
            <p:nvPr/>
          </p:nvSpPr>
          <p:spPr>
            <a:xfrm>
              <a:off x="-15467900" y="2686175"/>
              <a:ext cx="53575" cy="17350"/>
            </a:xfrm>
            <a:custGeom>
              <a:avLst/>
              <a:gdLst/>
              <a:ahLst/>
              <a:cxnLst/>
              <a:rect l="l" t="t" r="r" b="b"/>
              <a:pathLst>
                <a:path w="214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796" y="694"/>
                  </a:lnTo>
                  <a:cubicBezTo>
                    <a:pt x="1985" y="694"/>
                    <a:pt x="2143" y="536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4" name="Google Shape;13684;p142"/>
            <p:cNvSpPr/>
            <p:nvPr/>
          </p:nvSpPr>
          <p:spPr>
            <a:xfrm>
              <a:off x="-15718350" y="2703500"/>
              <a:ext cx="54350" cy="18150"/>
            </a:xfrm>
            <a:custGeom>
              <a:avLst/>
              <a:gdLst/>
              <a:ahLst/>
              <a:cxnLst/>
              <a:rect l="l" t="t" r="r" b="b"/>
              <a:pathLst>
                <a:path w="217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827" y="725"/>
                  </a:lnTo>
                  <a:cubicBezTo>
                    <a:pt x="2016" y="725"/>
                    <a:pt x="2174" y="568"/>
                    <a:pt x="2174" y="347"/>
                  </a:cubicBezTo>
                  <a:cubicBezTo>
                    <a:pt x="2174" y="158"/>
                    <a:pt x="2016" y="1"/>
                    <a:pt x="18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85" name="Google Shape;13685;p142"/>
          <p:cNvSpPr/>
          <p:nvPr/>
        </p:nvSpPr>
        <p:spPr>
          <a:xfrm>
            <a:off x="2017508" y="1687545"/>
            <a:ext cx="477534" cy="475746"/>
          </a:xfrm>
          <a:custGeom>
            <a:avLst/>
            <a:gdLst/>
            <a:ahLst/>
            <a:cxnLst/>
            <a:rect l="l" t="t" r="r" b="b"/>
            <a:pathLst>
              <a:path w="12287" h="12241" extrusionOk="0">
                <a:moveTo>
                  <a:pt x="6207" y="1056"/>
                </a:moveTo>
                <a:lnTo>
                  <a:pt x="6553" y="1560"/>
                </a:lnTo>
                <a:cubicBezTo>
                  <a:pt x="6994" y="2253"/>
                  <a:pt x="7656" y="2663"/>
                  <a:pt x="8443" y="2820"/>
                </a:cubicBezTo>
                <a:cubicBezTo>
                  <a:pt x="8191" y="3261"/>
                  <a:pt x="8097" y="3765"/>
                  <a:pt x="8002" y="4332"/>
                </a:cubicBezTo>
                <a:cubicBezTo>
                  <a:pt x="7939" y="5152"/>
                  <a:pt x="8097" y="5939"/>
                  <a:pt x="8443" y="6506"/>
                </a:cubicBezTo>
                <a:cubicBezTo>
                  <a:pt x="8498" y="6588"/>
                  <a:pt x="8623" y="6670"/>
                  <a:pt x="8758" y="6670"/>
                </a:cubicBezTo>
                <a:cubicBezTo>
                  <a:pt x="8779" y="6670"/>
                  <a:pt x="8800" y="6668"/>
                  <a:pt x="8821" y="6664"/>
                </a:cubicBezTo>
                <a:cubicBezTo>
                  <a:pt x="9420" y="6506"/>
                  <a:pt x="9924" y="6223"/>
                  <a:pt x="10365" y="5908"/>
                </a:cubicBezTo>
                <a:cubicBezTo>
                  <a:pt x="10680" y="6254"/>
                  <a:pt x="11090" y="6569"/>
                  <a:pt x="11499" y="6853"/>
                </a:cubicBezTo>
                <a:cubicBezTo>
                  <a:pt x="11279" y="7325"/>
                  <a:pt x="11153" y="7798"/>
                  <a:pt x="11153" y="8271"/>
                </a:cubicBezTo>
                <a:cubicBezTo>
                  <a:pt x="10586" y="8302"/>
                  <a:pt x="10082" y="8428"/>
                  <a:pt x="9578" y="8617"/>
                </a:cubicBezTo>
                <a:cubicBezTo>
                  <a:pt x="9389" y="8712"/>
                  <a:pt x="9294" y="8932"/>
                  <a:pt x="9389" y="9090"/>
                </a:cubicBezTo>
                <a:lnTo>
                  <a:pt x="9704" y="9751"/>
                </a:lnTo>
                <a:lnTo>
                  <a:pt x="7183" y="8932"/>
                </a:lnTo>
                <a:lnTo>
                  <a:pt x="9861" y="7861"/>
                </a:lnTo>
                <a:cubicBezTo>
                  <a:pt x="10050" y="7798"/>
                  <a:pt x="10145" y="7609"/>
                  <a:pt x="10050" y="7388"/>
                </a:cubicBezTo>
                <a:cubicBezTo>
                  <a:pt x="10003" y="7247"/>
                  <a:pt x="9867" y="7176"/>
                  <a:pt x="9722" y="7176"/>
                </a:cubicBezTo>
                <a:cubicBezTo>
                  <a:pt x="9674" y="7176"/>
                  <a:pt x="9625" y="7184"/>
                  <a:pt x="9578" y="7199"/>
                </a:cubicBezTo>
                <a:lnTo>
                  <a:pt x="6522" y="8428"/>
                </a:lnTo>
                <a:lnTo>
                  <a:pt x="6522" y="3986"/>
                </a:lnTo>
                <a:cubicBezTo>
                  <a:pt x="6522" y="3765"/>
                  <a:pt x="6364" y="3608"/>
                  <a:pt x="6144" y="3608"/>
                </a:cubicBezTo>
                <a:cubicBezTo>
                  <a:pt x="5955" y="3608"/>
                  <a:pt x="5797" y="3765"/>
                  <a:pt x="5797" y="3986"/>
                </a:cubicBezTo>
                <a:lnTo>
                  <a:pt x="5797" y="8428"/>
                </a:lnTo>
                <a:lnTo>
                  <a:pt x="2710" y="7199"/>
                </a:lnTo>
                <a:cubicBezTo>
                  <a:pt x="2662" y="7184"/>
                  <a:pt x="2615" y="7176"/>
                  <a:pt x="2570" y="7176"/>
                </a:cubicBezTo>
                <a:cubicBezTo>
                  <a:pt x="2434" y="7176"/>
                  <a:pt x="2316" y="7247"/>
                  <a:pt x="2268" y="7388"/>
                </a:cubicBezTo>
                <a:cubicBezTo>
                  <a:pt x="2174" y="7609"/>
                  <a:pt x="2268" y="7798"/>
                  <a:pt x="2457" y="7861"/>
                </a:cubicBezTo>
                <a:lnTo>
                  <a:pt x="5135" y="8932"/>
                </a:lnTo>
                <a:lnTo>
                  <a:pt x="2615" y="9751"/>
                </a:lnTo>
                <a:lnTo>
                  <a:pt x="2930" y="9090"/>
                </a:lnTo>
                <a:cubicBezTo>
                  <a:pt x="2993" y="8901"/>
                  <a:pt x="2930" y="8712"/>
                  <a:pt x="2741" y="8617"/>
                </a:cubicBezTo>
                <a:cubicBezTo>
                  <a:pt x="2205" y="8397"/>
                  <a:pt x="1701" y="8271"/>
                  <a:pt x="1166" y="8271"/>
                </a:cubicBezTo>
                <a:cubicBezTo>
                  <a:pt x="1166" y="7798"/>
                  <a:pt x="1040" y="7325"/>
                  <a:pt x="882" y="6853"/>
                </a:cubicBezTo>
                <a:cubicBezTo>
                  <a:pt x="1323" y="6569"/>
                  <a:pt x="1701" y="6254"/>
                  <a:pt x="2016" y="5908"/>
                </a:cubicBezTo>
                <a:cubicBezTo>
                  <a:pt x="2457" y="6254"/>
                  <a:pt x="2962" y="6506"/>
                  <a:pt x="3560" y="6664"/>
                </a:cubicBezTo>
                <a:cubicBezTo>
                  <a:pt x="3596" y="6671"/>
                  <a:pt x="3631" y="6675"/>
                  <a:pt x="3665" y="6675"/>
                </a:cubicBezTo>
                <a:cubicBezTo>
                  <a:pt x="3784" y="6675"/>
                  <a:pt x="3889" y="6628"/>
                  <a:pt x="3938" y="6506"/>
                </a:cubicBezTo>
                <a:cubicBezTo>
                  <a:pt x="4316" y="5939"/>
                  <a:pt x="4411" y="5152"/>
                  <a:pt x="4379" y="4332"/>
                </a:cubicBezTo>
                <a:cubicBezTo>
                  <a:pt x="4348" y="3734"/>
                  <a:pt x="4190" y="3230"/>
                  <a:pt x="3938" y="2820"/>
                </a:cubicBezTo>
                <a:cubicBezTo>
                  <a:pt x="4694" y="2663"/>
                  <a:pt x="5356" y="2190"/>
                  <a:pt x="5828" y="1560"/>
                </a:cubicBezTo>
                <a:lnTo>
                  <a:pt x="6207" y="1056"/>
                </a:lnTo>
                <a:close/>
                <a:moveTo>
                  <a:pt x="6116" y="1"/>
                </a:moveTo>
                <a:cubicBezTo>
                  <a:pt x="6002" y="1"/>
                  <a:pt x="5892" y="48"/>
                  <a:pt x="5828" y="142"/>
                </a:cubicBezTo>
                <a:lnTo>
                  <a:pt x="5198" y="1150"/>
                </a:lnTo>
                <a:cubicBezTo>
                  <a:pt x="4789" y="1781"/>
                  <a:pt x="4064" y="2159"/>
                  <a:pt x="3277" y="2159"/>
                </a:cubicBezTo>
                <a:cubicBezTo>
                  <a:pt x="2962" y="2159"/>
                  <a:pt x="2804" y="2568"/>
                  <a:pt x="3056" y="2757"/>
                </a:cubicBezTo>
                <a:cubicBezTo>
                  <a:pt x="3371" y="3072"/>
                  <a:pt x="3592" y="3671"/>
                  <a:pt x="3623" y="4364"/>
                </a:cubicBezTo>
                <a:cubicBezTo>
                  <a:pt x="3686" y="4931"/>
                  <a:pt x="3592" y="5467"/>
                  <a:pt x="3434" y="5876"/>
                </a:cubicBezTo>
                <a:cubicBezTo>
                  <a:pt x="2962" y="5719"/>
                  <a:pt x="2520" y="5435"/>
                  <a:pt x="2174" y="5120"/>
                </a:cubicBezTo>
                <a:cubicBezTo>
                  <a:pt x="2103" y="5049"/>
                  <a:pt x="2019" y="5016"/>
                  <a:pt x="1937" y="5016"/>
                </a:cubicBezTo>
                <a:cubicBezTo>
                  <a:pt x="1837" y="5016"/>
                  <a:pt x="1739" y="5065"/>
                  <a:pt x="1670" y="5152"/>
                </a:cubicBezTo>
                <a:cubicBezTo>
                  <a:pt x="1323" y="5624"/>
                  <a:pt x="851" y="6065"/>
                  <a:pt x="252" y="6349"/>
                </a:cubicBezTo>
                <a:cubicBezTo>
                  <a:pt x="95" y="6412"/>
                  <a:pt x="0" y="6601"/>
                  <a:pt x="95" y="6790"/>
                </a:cubicBezTo>
                <a:cubicBezTo>
                  <a:pt x="347" y="7388"/>
                  <a:pt x="441" y="8018"/>
                  <a:pt x="410" y="8586"/>
                </a:cubicBezTo>
                <a:cubicBezTo>
                  <a:pt x="410" y="8712"/>
                  <a:pt x="441" y="8775"/>
                  <a:pt x="536" y="8838"/>
                </a:cubicBezTo>
                <a:cubicBezTo>
                  <a:pt x="630" y="8964"/>
                  <a:pt x="788" y="8964"/>
                  <a:pt x="945" y="8964"/>
                </a:cubicBezTo>
                <a:cubicBezTo>
                  <a:pt x="1355" y="8964"/>
                  <a:pt x="1701" y="9058"/>
                  <a:pt x="2111" y="9153"/>
                </a:cubicBezTo>
                <a:lnTo>
                  <a:pt x="1544" y="10224"/>
                </a:lnTo>
                <a:cubicBezTo>
                  <a:pt x="1406" y="10472"/>
                  <a:pt x="1606" y="10745"/>
                  <a:pt x="1870" y="10745"/>
                </a:cubicBezTo>
                <a:cubicBezTo>
                  <a:pt x="1907" y="10745"/>
                  <a:pt x="1946" y="10740"/>
                  <a:pt x="1985" y="10728"/>
                </a:cubicBezTo>
                <a:lnTo>
                  <a:pt x="5797" y="9499"/>
                </a:lnTo>
                <a:lnTo>
                  <a:pt x="5797" y="11894"/>
                </a:lnTo>
                <a:cubicBezTo>
                  <a:pt x="5797" y="12083"/>
                  <a:pt x="5955" y="12240"/>
                  <a:pt x="6144" y="12240"/>
                </a:cubicBezTo>
                <a:cubicBezTo>
                  <a:pt x="6364" y="12240"/>
                  <a:pt x="6522" y="12083"/>
                  <a:pt x="6522" y="11894"/>
                </a:cubicBezTo>
                <a:lnTo>
                  <a:pt x="6522" y="9499"/>
                </a:lnTo>
                <a:lnTo>
                  <a:pt x="10334" y="10728"/>
                </a:lnTo>
                <a:cubicBezTo>
                  <a:pt x="10382" y="10747"/>
                  <a:pt x="10431" y="10756"/>
                  <a:pt x="10476" y="10756"/>
                </a:cubicBezTo>
                <a:cubicBezTo>
                  <a:pt x="10726" y="10756"/>
                  <a:pt x="10908" y="10490"/>
                  <a:pt x="10775" y="10224"/>
                </a:cubicBezTo>
                <a:lnTo>
                  <a:pt x="10208" y="9153"/>
                </a:lnTo>
                <a:cubicBezTo>
                  <a:pt x="10554" y="9058"/>
                  <a:pt x="10964" y="8964"/>
                  <a:pt x="11342" y="8964"/>
                </a:cubicBezTo>
                <a:cubicBezTo>
                  <a:pt x="11387" y="8964"/>
                  <a:pt x="11432" y="8966"/>
                  <a:pt x="11476" y="8966"/>
                </a:cubicBezTo>
                <a:cubicBezTo>
                  <a:pt x="11587" y="8966"/>
                  <a:pt x="11693" y="8950"/>
                  <a:pt x="11783" y="8838"/>
                </a:cubicBezTo>
                <a:cubicBezTo>
                  <a:pt x="11846" y="8775"/>
                  <a:pt x="11909" y="8680"/>
                  <a:pt x="11909" y="8586"/>
                </a:cubicBezTo>
                <a:cubicBezTo>
                  <a:pt x="11877" y="7987"/>
                  <a:pt x="11972" y="7388"/>
                  <a:pt x="12224" y="6790"/>
                </a:cubicBezTo>
                <a:cubicBezTo>
                  <a:pt x="12287" y="6601"/>
                  <a:pt x="12224" y="6412"/>
                  <a:pt x="12003" y="6349"/>
                </a:cubicBezTo>
                <a:cubicBezTo>
                  <a:pt x="11436" y="6065"/>
                  <a:pt x="10964" y="5624"/>
                  <a:pt x="10586" y="5152"/>
                </a:cubicBezTo>
                <a:cubicBezTo>
                  <a:pt x="10534" y="5065"/>
                  <a:pt x="10434" y="5016"/>
                  <a:pt x="10329" y="5016"/>
                </a:cubicBezTo>
                <a:cubicBezTo>
                  <a:pt x="10243" y="5016"/>
                  <a:pt x="10153" y="5049"/>
                  <a:pt x="10082" y="5120"/>
                </a:cubicBezTo>
                <a:cubicBezTo>
                  <a:pt x="9735" y="5435"/>
                  <a:pt x="9294" y="5719"/>
                  <a:pt x="8821" y="5876"/>
                </a:cubicBezTo>
                <a:cubicBezTo>
                  <a:pt x="8664" y="5467"/>
                  <a:pt x="8601" y="4931"/>
                  <a:pt x="8632" y="4364"/>
                </a:cubicBezTo>
                <a:cubicBezTo>
                  <a:pt x="8664" y="3702"/>
                  <a:pt x="8916" y="3072"/>
                  <a:pt x="9231" y="2757"/>
                </a:cubicBezTo>
                <a:cubicBezTo>
                  <a:pt x="9452" y="2505"/>
                  <a:pt x="9294" y="2159"/>
                  <a:pt x="8979" y="2159"/>
                </a:cubicBezTo>
                <a:cubicBezTo>
                  <a:pt x="8191" y="2159"/>
                  <a:pt x="7498" y="1781"/>
                  <a:pt x="7057" y="1150"/>
                </a:cubicBezTo>
                <a:lnTo>
                  <a:pt x="6427" y="142"/>
                </a:lnTo>
                <a:cubicBezTo>
                  <a:pt x="6348" y="48"/>
                  <a:pt x="6230" y="1"/>
                  <a:pt x="611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6" name="Google Shape;13686;p142"/>
          <p:cNvSpPr/>
          <p:nvPr/>
        </p:nvSpPr>
        <p:spPr>
          <a:xfrm>
            <a:off x="2019335" y="2331824"/>
            <a:ext cx="473881" cy="359346"/>
          </a:xfrm>
          <a:custGeom>
            <a:avLst/>
            <a:gdLst/>
            <a:ahLst/>
            <a:cxnLst/>
            <a:rect l="l" t="t" r="r" b="b"/>
            <a:pathLst>
              <a:path w="12193" h="9246" extrusionOk="0">
                <a:moveTo>
                  <a:pt x="3781" y="1936"/>
                </a:moveTo>
                <a:lnTo>
                  <a:pt x="3907" y="2881"/>
                </a:lnTo>
                <a:lnTo>
                  <a:pt x="3466" y="2881"/>
                </a:lnTo>
                <a:lnTo>
                  <a:pt x="3781" y="1936"/>
                </a:lnTo>
                <a:close/>
                <a:moveTo>
                  <a:pt x="2489" y="3574"/>
                </a:moveTo>
                <a:lnTo>
                  <a:pt x="2017" y="4961"/>
                </a:lnTo>
                <a:cubicBezTo>
                  <a:pt x="1387" y="4771"/>
                  <a:pt x="914" y="4267"/>
                  <a:pt x="757" y="3574"/>
                </a:cubicBezTo>
                <a:close/>
                <a:moveTo>
                  <a:pt x="7877" y="3574"/>
                </a:moveTo>
                <a:lnTo>
                  <a:pt x="7877" y="3952"/>
                </a:lnTo>
                <a:cubicBezTo>
                  <a:pt x="7877" y="4425"/>
                  <a:pt x="7562" y="4835"/>
                  <a:pt x="7089" y="4961"/>
                </a:cubicBezTo>
                <a:cubicBezTo>
                  <a:pt x="7058" y="4835"/>
                  <a:pt x="7026" y="4740"/>
                  <a:pt x="6932" y="4614"/>
                </a:cubicBezTo>
                <a:lnTo>
                  <a:pt x="6302" y="3574"/>
                </a:lnTo>
                <a:close/>
                <a:moveTo>
                  <a:pt x="4033" y="3574"/>
                </a:moveTo>
                <a:lnTo>
                  <a:pt x="4222" y="4992"/>
                </a:lnTo>
                <a:lnTo>
                  <a:pt x="2773" y="4992"/>
                </a:lnTo>
                <a:lnTo>
                  <a:pt x="3246" y="3574"/>
                </a:lnTo>
                <a:close/>
                <a:moveTo>
                  <a:pt x="10712" y="3574"/>
                </a:moveTo>
                <a:cubicBezTo>
                  <a:pt x="11153" y="3637"/>
                  <a:pt x="11468" y="3952"/>
                  <a:pt x="11468" y="4330"/>
                </a:cubicBezTo>
                <a:cubicBezTo>
                  <a:pt x="11437" y="4740"/>
                  <a:pt x="11153" y="4992"/>
                  <a:pt x="10775" y="4992"/>
                </a:cubicBezTo>
                <a:cubicBezTo>
                  <a:pt x="10366" y="4992"/>
                  <a:pt x="10051" y="4677"/>
                  <a:pt x="10051" y="4299"/>
                </a:cubicBezTo>
                <a:cubicBezTo>
                  <a:pt x="10051" y="3889"/>
                  <a:pt x="10334" y="3574"/>
                  <a:pt x="10712" y="3574"/>
                </a:cubicBezTo>
                <a:close/>
                <a:moveTo>
                  <a:pt x="4537" y="2062"/>
                </a:moveTo>
                <a:lnTo>
                  <a:pt x="6365" y="4992"/>
                </a:lnTo>
                <a:cubicBezTo>
                  <a:pt x="6428" y="5118"/>
                  <a:pt x="6491" y="5244"/>
                  <a:pt x="6491" y="5370"/>
                </a:cubicBezTo>
                <a:cubicBezTo>
                  <a:pt x="6491" y="5748"/>
                  <a:pt x="6176" y="6063"/>
                  <a:pt x="5766" y="6063"/>
                </a:cubicBezTo>
                <a:cubicBezTo>
                  <a:pt x="5356" y="6063"/>
                  <a:pt x="5104" y="5843"/>
                  <a:pt x="5010" y="5465"/>
                </a:cubicBezTo>
                <a:lnTo>
                  <a:pt x="4537" y="2062"/>
                </a:lnTo>
                <a:close/>
                <a:moveTo>
                  <a:pt x="9515" y="3543"/>
                </a:moveTo>
                <a:cubicBezTo>
                  <a:pt x="9389" y="3732"/>
                  <a:pt x="9295" y="3984"/>
                  <a:pt x="9295" y="4236"/>
                </a:cubicBezTo>
                <a:cubicBezTo>
                  <a:pt x="9295" y="5024"/>
                  <a:pt x="9925" y="5654"/>
                  <a:pt x="10712" y="5654"/>
                </a:cubicBezTo>
                <a:lnTo>
                  <a:pt x="10870" y="5654"/>
                </a:lnTo>
                <a:lnTo>
                  <a:pt x="10397" y="6693"/>
                </a:lnTo>
                <a:cubicBezTo>
                  <a:pt x="10303" y="6977"/>
                  <a:pt x="10019" y="7134"/>
                  <a:pt x="9704" y="7134"/>
                </a:cubicBezTo>
                <a:lnTo>
                  <a:pt x="4663" y="7134"/>
                </a:lnTo>
                <a:cubicBezTo>
                  <a:pt x="3781" y="7134"/>
                  <a:pt x="3088" y="6504"/>
                  <a:pt x="2931" y="5717"/>
                </a:cubicBezTo>
                <a:lnTo>
                  <a:pt x="4348" y="5717"/>
                </a:lnTo>
                <a:cubicBezTo>
                  <a:pt x="4506" y="6347"/>
                  <a:pt x="5041" y="6788"/>
                  <a:pt x="5734" y="6788"/>
                </a:cubicBezTo>
                <a:cubicBezTo>
                  <a:pt x="6396" y="6788"/>
                  <a:pt x="6932" y="6315"/>
                  <a:pt x="7089" y="5654"/>
                </a:cubicBezTo>
                <a:cubicBezTo>
                  <a:pt x="7940" y="5496"/>
                  <a:pt x="8570" y="4803"/>
                  <a:pt x="8570" y="3889"/>
                </a:cubicBezTo>
                <a:lnTo>
                  <a:pt x="8570" y="3543"/>
                </a:lnTo>
                <a:close/>
                <a:moveTo>
                  <a:pt x="3928" y="1"/>
                </a:moveTo>
                <a:cubicBezTo>
                  <a:pt x="3795" y="1"/>
                  <a:pt x="3661" y="81"/>
                  <a:pt x="3592" y="235"/>
                </a:cubicBezTo>
                <a:lnTo>
                  <a:pt x="2742" y="2850"/>
                </a:lnTo>
                <a:lnTo>
                  <a:pt x="379" y="2850"/>
                </a:lnTo>
                <a:cubicBezTo>
                  <a:pt x="158" y="2850"/>
                  <a:pt x="1" y="3007"/>
                  <a:pt x="1" y="3196"/>
                </a:cubicBezTo>
                <a:cubicBezTo>
                  <a:pt x="1" y="4330"/>
                  <a:pt x="757" y="5276"/>
                  <a:pt x="1828" y="5591"/>
                </a:cubicBezTo>
                <a:lnTo>
                  <a:pt x="851" y="8552"/>
                </a:lnTo>
                <a:lnTo>
                  <a:pt x="379" y="8552"/>
                </a:lnTo>
                <a:cubicBezTo>
                  <a:pt x="158" y="8552"/>
                  <a:pt x="1" y="8710"/>
                  <a:pt x="1" y="8899"/>
                </a:cubicBezTo>
                <a:cubicBezTo>
                  <a:pt x="1" y="9088"/>
                  <a:pt x="158" y="9245"/>
                  <a:pt x="379" y="9245"/>
                </a:cubicBezTo>
                <a:lnTo>
                  <a:pt x="1072" y="9245"/>
                </a:lnTo>
                <a:cubicBezTo>
                  <a:pt x="1229" y="9245"/>
                  <a:pt x="1355" y="9182"/>
                  <a:pt x="1450" y="9025"/>
                </a:cubicBezTo>
                <a:lnTo>
                  <a:pt x="2332" y="6252"/>
                </a:lnTo>
                <a:cubicBezTo>
                  <a:pt x="2710" y="7166"/>
                  <a:pt x="3592" y="7827"/>
                  <a:pt x="4663" y="7827"/>
                </a:cubicBezTo>
                <a:lnTo>
                  <a:pt x="6837" y="7827"/>
                </a:lnTo>
                <a:lnTo>
                  <a:pt x="6554" y="8552"/>
                </a:lnTo>
                <a:lnTo>
                  <a:pt x="6081" y="8552"/>
                </a:lnTo>
                <a:cubicBezTo>
                  <a:pt x="5892" y="8552"/>
                  <a:pt x="5734" y="8710"/>
                  <a:pt x="5734" y="8899"/>
                </a:cubicBezTo>
                <a:cubicBezTo>
                  <a:pt x="5734" y="9088"/>
                  <a:pt x="5892" y="9245"/>
                  <a:pt x="6081" y="9245"/>
                </a:cubicBezTo>
                <a:lnTo>
                  <a:pt x="6806" y="9245"/>
                </a:lnTo>
                <a:cubicBezTo>
                  <a:pt x="6963" y="9245"/>
                  <a:pt x="7058" y="9182"/>
                  <a:pt x="7121" y="9025"/>
                </a:cubicBezTo>
                <a:lnTo>
                  <a:pt x="7593" y="7796"/>
                </a:lnTo>
                <a:lnTo>
                  <a:pt x="8853" y="7796"/>
                </a:lnTo>
                <a:lnTo>
                  <a:pt x="9326" y="9025"/>
                </a:lnTo>
                <a:cubicBezTo>
                  <a:pt x="9358" y="9151"/>
                  <a:pt x="9515" y="9245"/>
                  <a:pt x="9641" y="9245"/>
                </a:cubicBezTo>
                <a:lnTo>
                  <a:pt x="10334" y="9245"/>
                </a:lnTo>
                <a:cubicBezTo>
                  <a:pt x="10523" y="9245"/>
                  <a:pt x="10681" y="9088"/>
                  <a:pt x="10681" y="8899"/>
                </a:cubicBezTo>
                <a:cubicBezTo>
                  <a:pt x="10681" y="8710"/>
                  <a:pt x="10523" y="8552"/>
                  <a:pt x="10334" y="8552"/>
                </a:cubicBezTo>
                <a:lnTo>
                  <a:pt x="9862" y="8552"/>
                </a:lnTo>
                <a:lnTo>
                  <a:pt x="9578" y="7827"/>
                </a:lnTo>
                <a:lnTo>
                  <a:pt x="9641" y="7827"/>
                </a:lnTo>
                <a:cubicBezTo>
                  <a:pt x="10208" y="7827"/>
                  <a:pt x="10744" y="7512"/>
                  <a:pt x="10964" y="7008"/>
                </a:cubicBezTo>
                <a:lnTo>
                  <a:pt x="11941" y="5055"/>
                </a:lnTo>
                <a:cubicBezTo>
                  <a:pt x="12067" y="4835"/>
                  <a:pt x="12098" y="4614"/>
                  <a:pt x="12098" y="4362"/>
                </a:cubicBezTo>
                <a:cubicBezTo>
                  <a:pt x="12193" y="4362"/>
                  <a:pt x="12193" y="4330"/>
                  <a:pt x="12193" y="4330"/>
                </a:cubicBezTo>
                <a:cubicBezTo>
                  <a:pt x="12130" y="3543"/>
                  <a:pt x="11468" y="2881"/>
                  <a:pt x="10681" y="2881"/>
                </a:cubicBezTo>
                <a:lnTo>
                  <a:pt x="10082" y="2881"/>
                </a:lnTo>
                <a:cubicBezTo>
                  <a:pt x="10240" y="2062"/>
                  <a:pt x="10996" y="1463"/>
                  <a:pt x="11815" y="1463"/>
                </a:cubicBezTo>
                <a:cubicBezTo>
                  <a:pt x="12035" y="1463"/>
                  <a:pt x="12193" y="1306"/>
                  <a:pt x="12193" y="1117"/>
                </a:cubicBezTo>
                <a:cubicBezTo>
                  <a:pt x="12193" y="896"/>
                  <a:pt x="12035" y="739"/>
                  <a:pt x="11815" y="739"/>
                </a:cubicBezTo>
                <a:cubicBezTo>
                  <a:pt x="10555" y="739"/>
                  <a:pt x="9547" y="1684"/>
                  <a:pt x="9358" y="2881"/>
                </a:cubicBezTo>
                <a:lnTo>
                  <a:pt x="5829" y="2881"/>
                </a:lnTo>
                <a:lnTo>
                  <a:pt x="4222" y="203"/>
                </a:lnTo>
                <a:lnTo>
                  <a:pt x="4222" y="172"/>
                </a:lnTo>
                <a:cubicBezTo>
                  <a:pt x="4150" y="57"/>
                  <a:pt x="4039" y="1"/>
                  <a:pt x="39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7" name="Google Shape;13687;p142"/>
          <p:cNvGrpSpPr/>
          <p:nvPr/>
        </p:nvGrpSpPr>
        <p:grpSpPr>
          <a:xfrm>
            <a:off x="2017527" y="2851506"/>
            <a:ext cx="479983" cy="472676"/>
            <a:chOff x="-20550425" y="2789350"/>
            <a:chExt cx="308750" cy="304050"/>
          </a:xfrm>
        </p:grpSpPr>
        <p:sp>
          <p:nvSpPr>
            <p:cNvPr id="13688" name="Google Shape;13688;p142"/>
            <p:cNvSpPr/>
            <p:nvPr/>
          </p:nvSpPr>
          <p:spPr>
            <a:xfrm>
              <a:off x="-20550425" y="2824800"/>
              <a:ext cx="308750" cy="268600"/>
            </a:xfrm>
            <a:custGeom>
              <a:avLst/>
              <a:gdLst/>
              <a:ahLst/>
              <a:cxnLst/>
              <a:rect l="l" t="t" r="r" b="b"/>
              <a:pathLst>
                <a:path w="12350" h="10744" extrusionOk="0">
                  <a:moveTo>
                    <a:pt x="2962" y="662"/>
                  </a:moveTo>
                  <a:cubicBezTo>
                    <a:pt x="3403" y="662"/>
                    <a:pt x="3718" y="1009"/>
                    <a:pt x="3686" y="1450"/>
                  </a:cubicBezTo>
                  <a:cubicBezTo>
                    <a:pt x="3529" y="1481"/>
                    <a:pt x="3403" y="1576"/>
                    <a:pt x="3277" y="1670"/>
                  </a:cubicBezTo>
                  <a:cubicBezTo>
                    <a:pt x="3119" y="1828"/>
                    <a:pt x="3119" y="2048"/>
                    <a:pt x="3277" y="2206"/>
                  </a:cubicBezTo>
                  <a:cubicBezTo>
                    <a:pt x="3355" y="2285"/>
                    <a:pt x="3442" y="2324"/>
                    <a:pt x="3529" y="2324"/>
                  </a:cubicBezTo>
                  <a:cubicBezTo>
                    <a:pt x="3615" y="2324"/>
                    <a:pt x="3702" y="2285"/>
                    <a:pt x="3781" y="2206"/>
                  </a:cubicBezTo>
                  <a:cubicBezTo>
                    <a:pt x="3844" y="2174"/>
                    <a:pt x="3907" y="2111"/>
                    <a:pt x="3938" y="2111"/>
                  </a:cubicBezTo>
                  <a:lnTo>
                    <a:pt x="4064" y="2111"/>
                  </a:lnTo>
                  <a:cubicBezTo>
                    <a:pt x="4190" y="2111"/>
                    <a:pt x="4316" y="2237"/>
                    <a:pt x="4379" y="2363"/>
                  </a:cubicBezTo>
                  <a:cubicBezTo>
                    <a:pt x="4474" y="2584"/>
                    <a:pt x="4316" y="2836"/>
                    <a:pt x="4064" y="2836"/>
                  </a:cubicBezTo>
                  <a:lnTo>
                    <a:pt x="1953" y="2836"/>
                  </a:lnTo>
                  <a:cubicBezTo>
                    <a:pt x="1544" y="2836"/>
                    <a:pt x="1386" y="2489"/>
                    <a:pt x="1607" y="2237"/>
                  </a:cubicBezTo>
                  <a:cubicBezTo>
                    <a:pt x="1701" y="2174"/>
                    <a:pt x="1764" y="2111"/>
                    <a:pt x="1859" y="2111"/>
                  </a:cubicBezTo>
                  <a:lnTo>
                    <a:pt x="1985" y="2111"/>
                  </a:lnTo>
                  <a:cubicBezTo>
                    <a:pt x="2048" y="2111"/>
                    <a:pt x="2111" y="2174"/>
                    <a:pt x="2142" y="2206"/>
                  </a:cubicBezTo>
                  <a:cubicBezTo>
                    <a:pt x="2221" y="2285"/>
                    <a:pt x="2308" y="2324"/>
                    <a:pt x="2394" y="2324"/>
                  </a:cubicBezTo>
                  <a:cubicBezTo>
                    <a:pt x="2481" y="2324"/>
                    <a:pt x="2568" y="2285"/>
                    <a:pt x="2646" y="2206"/>
                  </a:cubicBezTo>
                  <a:cubicBezTo>
                    <a:pt x="2804" y="2048"/>
                    <a:pt x="2804" y="1828"/>
                    <a:pt x="2646" y="1670"/>
                  </a:cubicBezTo>
                  <a:cubicBezTo>
                    <a:pt x="2520" y="1576"/>
                    <a:pt x="2426" y="1481"/>
                    <a:pt x="2268" y="1450"/>
                  </a:cubicBezTo>
                  <a:lnTo>
                    <a:pt x="2268" y="1387"/>
                  </a:lnTo>
                  <a:cubicBezTo>
                    <a:pt x="2268" y="977"/>
                    <a:pt x="2583" y="662"/>
                    <a:pt x="2962" y="662"/>
                  </a:cubicBezTo>
                  <a:close/>
                  <a:moveTo>
                    <a:pt x="5009" y="2899"/>
                  </a:moveTo>
                  <a:cubicBezTo>
                    <a:pt x="5198" y="2994"/>
                    <a:pt x="5324" y="3120"/>
                    <a:pt x="5387" y="3309"/>
                  </a:cubicBezTo>
                  <a:lnTo>
                    <a:pt x="6553" y="5860"/>
                  </a:lnTo>
                  <a:lnTo>
                    <a:pt x="6112" y="6302"/>
                  </a:lnTo>
                  <a:lnTo>
                    <a:pt x="4915" y="5104"/>
                  </a:lnTo>
                  <a:cubicBezTo>
                    <a:pt x="4836" y="5026"/>
                    <a:pt x="4749" y="4986"/>
                    <a:pt x="4663" y="4986"/>
                  </a:cubicBezTo>
                  <a:cubicBezTo>
                    <a:pt x="4576" y="4986"/>
                    <a:pt x="4490" y="5026"/>
                    <a:pt x="4411" y="5104"/>
                  </a:cubicBezTo>
                  <a:lnTo>
                    <a:pt x="3245" y="6302"/>
                  </a:lnTo>
                  <a:lnTo>
                    <a:pt x="2804" y="5860"/>
                  </a:lnTo>
                  <a:lnTo>
                    <a:pt x="3812" y="3592"/>
                  </a:lnTo>
                  <a:cubicBezTo>
                    <a:pt x="4033" y="3592"/>
                    <a:pt x="4411" y="3592"/>
                    <a:pt x="4757" y="3277"/>
                  </a:cubicBezTo>
                  <a:cubicBezTo>
                    <a:pt x="4883" y="3151"/>
                    <a:pt x="4978" y="3025"/>
                    <a:pt x="5009" y="2899"/>
                  </a:cubicBezTo>
                  <a:close/>
                  <a:moveTo>
                    <a:pt x="4694" y="5829"/>
                  </a:moveTo>
                  <a:lnTo>
                    <a:pt x="5860" y="6995"/>
                  </a:lnTo>
                  <a:cubicBezTo>
                    <a:pt x="5955" y="7073"/>
                    <a:pt x="6049" y="7113"/>
                    <a:pt x="6140" y="7113"/>
                  </a:cubicBezTo>
                  <a:cubicBezTo>
                    <a:pt x="6230" y="7113"/>
                    <a:pt x="6317" y="7073"/>
                    <a:pt x="6396" y="6995"/>
                  </a:cubicBezTo>
                  <a:lnTo>
                    <a:pt x="6868" y="6522"/>
                  </a:lnTo>
                  <a:lnTo>
                    <a:pt x="8443" y="9988"/>
                  </a:lnTo>
                  <a:lnTo>
                    <a:pt x="945" y="9988"/>
                  </a:lnTo>
                  <a:lnTo>
                    <a:pt x="2520" y="6522"/>
                  </a:lnTo>
                  <a:lnTo>
                    <a:pt x="2993" y="6995"/>
                  </a:lnTo>
                  <a:cubicBezTo>
                    <a:pt x="3072" y="7073"/>
                    <a:pt x="3158" y="7113"/>
                    <a:pt x="3245" y="7113"/>
                  </a:cubicBezTo>
                  <a:cubicBezTo>
                    <a:pt x="3332" y="7113"/>
                    <a:pt x="3418" y="7073"/>
                    <a:pt x="3497" y="6995"/>
                  </a:cubicBezTo>
                  <a:lnTo>
                    <a:pt x="4694" y="5829"/>
                  </a:lnTo>
                  <a:close/>
                  <a:moveTo>
                    <a:pt x="8270" y="4986"/>
                  </a:moveTo>
                  <a:cubicBezTo>
                    <a:pt x="8554" y="4986"/>
                    <a:pt x="8837" y="5120"/>
                    <a:pt x="8979" y="5388"/>
                  </a:cubicBezTo>
                  <a:lnTo>
                    <a:pt x="11310" y="9988"/>
                  </a:lnTo>
                  <a:lnTo>
                    <a:pt x="9231" y="9988"/>
                  </a:lnTo>
                  <a:lnTo>
                    <a:pt x="7341" y="5860"/>
                  </a:lnTo>
                  <a:lnTo>
                    <a:pt x="7561" y="5388"/>
                  </a:lnTo>
                  <a:cubicBezTo>
                    <a:pt x="7703" y="5120"/>
                    <a:pt x="7987" y="4986"/>
                    <a:pt x="8270" y="4986"/>
                  </a:cubicBezTo>
                  <a:close/>
                  <a:moveTo>
                    <a:pt x="2962" y="1"/>
                  </a:moveTo>
                  <a:cubicBezTo>
                    <a:pt x="2174" y="1"/>
                    <a:pt x="1512" y="662"/>
                    <a:pt x="1544" y="1481"/>
                  </a:cubicBezTo>
                  <a:cubicBezTo>
                    <a:pt x="1166" y="1639"/>
                    <a:pt x="851" y="2048"/>
                    <a:pt x="851" y="2521"/>
                  </a:cubicBezTo>
                  <a:cubicBezTo>
                    <a:pt x="851" y="3120"/>
                    <a:pt x="1323" y="3592"/>
                    <a:pt x="1890" y="3592"/>
                  </a:cubicBezTo>
                  <a:lnTo>
                    <a:pt x="3151" y="3592"/>
                  </a:lnTo>
                  <a:lnTo>
                    <a:pt x="126" y="10240"/>
                  </a:lnTo>
                  <a:cubicBezTo>
                    <a:pt x="0" y="10460"/>
                    <a:pt x="189" y="10744"/>
                    <a:pt x="441" y="10744"/>
                  </a:cubicBezTo>
                  <a:lnTo>
                    <a:pt x="11909" y="10744"/>
                  </a:lnTo>
                  <a:cubicBezTo>
                    <a:pt x="12161" y="10744"/>
                    <a:pt x="12350" y="10460"/>
                    <a:pt x="12224" y="10240"/>
                  </a:cubicBezTo>
                  <a:lnTo>
                    <a:pt x="9609" y="5073"/>
                  </a:lnTo>
                  <a:cubicBezTo>
                    <a:pt x="9339" y="4533"/>
                    <a:pt x="8814" y="4265"/>
                    <a:pt x="8290" y="4265"/>
                  </a:cubicBezTo>
                  <a:cubicBezTo>
                    <a:pt x="7774" y="4265"/>
                    <a:pt x="7260" y="4525"/>
                    <a:pt x="6994" y="5041"/>
                  </a:cubicBezTo>
                  <a:lnTo>
                    <a:pt x="6081" y="2994"/>
                  </a:lnTo>
                  <a:cubicBezTo>
                    <a:pt x="5860" y="2552"/>
                    <a:pt x="5482" y="2237"/>
                    <a:pt x="5041" y="2174"/>
                  </a:cubicBezTo>
                  <a:cubicBezTo>
                    <a:pt x="5009" y="2017"/>
                    <a:pt x="4883" y="1859"/>
                    <a:pt x="4789" y="1733"/>
                  </a:cubicBezTo>
                  <a:cubicBezTo>
                    <a:pt x="4663" y="1607"/>
                    <a:pt x="4537" y="1544"/>
                    <a:pt x="4379" y="1481"/>
                  </a:cubicBezTo>
                  <a:cubicBezTo>
                    <a:pt x="4411" y="662"/>
                    <a:pt x="3781" y="1"/>
                    <a:pt x="29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9" name="Google Shape;13689;p142"/>
            <p:cNvSpPr/>
            <p:nvPr/>
          </p:nvSpPr>
          <p:spPr>
            <a:xfrm>
              <a:off x="-20388175" y="2789350"/>
              <a:ext cx="144150" cy="106350"/>
            </a:xfrm>
            <a:custGeom>
              <a:avLst/>
              <a:gdLst/>
              <a:ahLst/>
              <a:cxnLst/>
              <a:rect l="l" t="t" r="r" b="b"/>
              <a:pathLst>
                <a:path w="5766" h="4254" extrusionOk="0">
                  <a:moveTo>
                    <a:pt x="3938" y="662"/>
                  </a:moveTo>
                  <a:cubicBezTo>
                    <a:pt x="4537" y="662"/>
                    <a:pt x="5009" y="1135"/>
                    <a:pt x="5009" y="1734"/>
                  </a:cubicBezTo>
                  <a:cubicBezTo>
                    <a:pt x="5009" y="2238"/>
                    <a:pt x="4694" y="2647"/>
                    <a:pt x="4222" y="2742"/>
                  </a:cubicBezTo>
                  <a:cubicBezTo>
                    <a:pt x="4190" y="2647"/>
                    <a:pt x="4096" y="2490"/>
                    <a:pt x="4001" y="2395"/>
                  </a:cubicBezTo>
                  <a:cubicBezTo>
                    <a:pt x="3875" y="2269"/>
                    <a:pt x="3749" y="2206"/>
                    <a:pt x="3592" y="2175"/>
                  </a:cubicBezTo>
                  <a:lnTo>
                    <a:pt x="3592" y="2080"/>
                  </a:lnTo>
                  <a:cubicBezTo>
                    <a:pt x="3592" y="1639"/>
                    <a:pt x="3403" y="1293"/>
                    <a:pt x="3119" y="1009"/>
                  </a:cubicBezTo>
                  <a:cubicBezTo>
                    <a:pt x="3371" y="820"/>
                    <a:pt x="3623" y="662"/>
                    <a:pt x="3938" y="662"/>
                  </a:cubicBezTo>
                  <a:close/>
                  <a:moveTo>
                    <a:pt x="2174" y="1387"/>
                  </a:moveTo>
                  <a:cubicBezTo>
                    <a:pt x="2584" y="1387"/>
                    <a:pt x="2899" y="1702"/>
                    <a:pt x="2899" y="2080"/>
                  </a:cubicBezTo>
                  <a:lnTo>
                    <a:pt x="2899" y="2175"/>
                  </a:lnTo>
                  <a:cubicBezTo>
                    <a:pt x="2741" y="2206"/>
                    <a:pt x="2615" y="2269"/>
                    <a:pt x="2489" y="2395"/>
                  </a:cubicBezTo>
                  <a:cubicBezTo>
                    <a:pt x="2331" y="2553"/>
                    <a:pt x="2331" y="2742"/>
                    <a:pt x="2489" y="2899"/>
                  </a:cubicBezTo>
                  <a:cubicBezTo>
                    <a:pt x="2568" y="2978"/>
                    <a:pt x="2662" y="3017"/>
                    <a:pt x="2757" y="3017"/>
                  </a:cubicBezTo>
                  <a:cubicBezTo>
                    <a:pt x="2851" y="3017"/>
                    <a:pt x="2946" y="2978"/>
                    <a:pt x="3025" y="2899"/>
                  </a:cubicBezTo>
                  <a:cubicBezTo>
                    <a:pt x="3056" y="2868"/>
                    <a:pt x="3119" y="2836"/>
                    <a:pt x="3182" y="2836"/>
                  </a:cubicBezTo>
                  <a:lnTo>
                    <a:pt x="3277" y="2836"/>
                  </a:lnTo>
                  <a:cubicBezTo>
                    <a:pt x="3371" y="2836"/>
                    <a:pt x="3434" y="2868"/>
                    <a:pt x="3529" y="2962"/>
                  </a:cubicBezTo>
                  <a:cubicBezTo>
                    <a:pt x="3749" y="3183"/>
                    <a:pt x="3592" y="3529"/>
                    <a:pt x="3277" y="3529"/>
                  </a:cubicBezTo>
                  <a:lnTo>
                    <a:pt x="1166" y="3529"/>
                  </a:lnTo>
                  <a:cubicBezTo>
                    <a:pt x="977" y="3529"/>
                    <a:pt x="756" y="3340"/>
                    <a:pt x="819" y="3151"/>
                  </a:cubicBezTo>
                  <a:lnTo>
                    <a:pt x="819" y="3120"/>
                  </a:lnTo>
                  <a:cubicBezTo>
                    <a:pt x="851" y="2962"/>
                    <a:pt x="977" y="2836"/>
                    <a:pt x="1134" y="2805"/>
                  </a:cubicBezTo>
                  <a:lnTo>
                    <a:pt x="1229" y="2805"/>
                  </a:lnTo>
                  <a:cubicBezTo>
                    <a:pt x="1323" y="2805"/>
                    <a:pt x="1355" y="2836"/>
                    <a:pt x="1386" y="2868"/>
                  </a:cubicBezTo>
                  <a:cubicBezTo>
                    <a:pt x="1465" y="2947"/>
                    <a:pt x="1560" y="2986"/>
                    <a:pt x="1654" y="2986"/>
                  </a:cubicBezTo>
                  <a:cubicBezTo>
                    <a:pt x="1749" y="2986"/>
                    <a:pt x="1843" y="2947"/>
                    <a:pt x="1922" y="2868"/>
                  </a:cubicBezTo>
                  <a:cubicBezTo>
                    <a:pt x="2079" y="2710"/>
                    <a:pt x="2079" y="2521"/>
                    <a:pt x="1922" y="2364"/>
                  </a:cubicBezTo>
                  <a:cubicBezTo>
                    <a:pt x="1796" y="2238"/>
                    <a:pt x="1670" y="2175"/>
                    <a:pt x="1512" y="2112"/>
                  </a:cubicBezTo>
                  <a:cubicBezTo>
                    <a:pt x="1418" y="1734"/>
                    <a:pt x="1733" y="1387"/>
                    <a:pt x="2174" y="1387"/>
                  </a:cubicBezTo>
                  <a:close/>
                  <a:moveTo>
                    <a:pt x="4001" y="1"/>
                  </a:moveTo>
                  <a:cubicBezTo>
                    <a:pt x="3403" y="1"/>
                    <a:pt x="2836" y="284"/>
                    <a:pt x="2520" y="757"/>
                  </a:cubicBezTo>
                  <a:cubicBezTo>
                    <a:pt x="2426" y="694"/>
                    <a:pt x="2331" y="694"/>
                    <a:pt x="2205" y="694"/>
                  </a:cubicBezTo>
                  <a:cubicBezTo>
                    <a:pt x="1386" y="694"/>
                    <a:pt x="756" y="1387"/>
                    <a:pt x="788" y="2206"/>
                  </a:cubicBezTo>
                  <a:cubicBezTo>
                    <a:pt x="378" y="2269"/>
                    <a:pt x="63" y="2679"/>
                    <a:pt x="63" y="3120"/>
                  </a:cubicBezTo>
                  <a:cubicBezTo>
                    <a:pt x="0" y="3687"/>
                    <a:pt x="473" y="4222"/>
                    <a:pt x="1071" y="4254"/>
                  </a:cubicBezTo>
                  <a:lnTo>
                    <a:pt x="3434" y="4254"/>
                  </a:lnTo>
                  <a:cubicBezTo>
                    <a:pt x="3844" y="4159"/>
                    <a:pt x="4159" y="3907"/>
                    <a:pt x="4253" y="3529"/>
                  </a:cubicBezTo>
                  <a:cubicBezTo>
                    <a:pt x="5104" y="3372"/>
                    <a:pt x="5766" y="2679"/>
                    <a:pt x="5766" y="1765"/>
                  </a:cubicBezTo>
                  <a:cubicBezTo>
                    <a:pt x="5766" y="788"/>
                    <a:pt x="4978" y="1"/>
                    <a:pt x="40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0" name="Google Shape;13690;p142"/>
          <p:cNvGrpSpPr/>
          <p:nvPr/>
        </p:nvGrpSpPr>
        <p:grpSpPr>
          <a:xfrm>
            <a:off x="4932894" y="1688158"/>
            <a:ext cx="473920" cy="474192"/>
            <a:chOff x="-18666450" y="2059825"/>
            <a:chExt cx="304850" cy="305025"/>
          </a:xfrm>
        </p:grpSpPr>
        <p:sp>
          <p:nvSpPr>
            <p:cNvPr id="13691" name="Google Shape;13691;p142"/>
            <p:cNvSpPr/>
            <p:nvPr/>
          </p:nvSpPr>
          <p:spPr>
            <a:xfrm>
              <a:off x="-18471100" y="2202575"/>
              <a:ext cx="18125" cy="70925"/>
            </a:xfrm>
            <a:custGeom>
              <a:avLst/>
              <a:gdLst/>
              <a:ahLst/>
              <a:cxnLst/>
              <a:rect l="l" t="t" r="r" b="b"/>
              <a:pathLst>
                <a:path w="725" h="2837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cubicBezTo>
                    <a:pt x="567" y="2836"/>
                    <a:pt x="725" y="2679"/>
                    <a:pt x="725" y="2490"/>
                  </a:cubicBezTo>
                  <a:lnTo>
                    <a:pt x="725" y="347"/>
                  </a:lnTo>
                  <a:cubicBezTo>
                    <a:pt x="725" y="190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2" name="Google Shape;13692;p142"/>
            <p:cNvSpPr/>
            <p:nvPr/>
          </p:nvSpPr>
          <p:spPr>
            <a:xfrm>
              <a:off x="-18666450" y="2059825"/>
              <a:ext cx="304850" cy="305025"/>
            </a:xfrm>
            <a:custGeom>
              <a:avLst/>
              <a:gdLst/>
              <a:ahLst/>
              <a:cxnLst/>
              <a:rect l="l" t="t" r="r" b="b"/>
              <a:pathLst>
                <a:path w="12194" h="12201" extrusionOk="0">
                  <a:moveTo>
                    <a:pt x="8539" y="859"/>
                  </a:moveTo>
                  <a:cubicBezTo>
                    <a:pt x="8728" y="1017"/>
                    <a:pt x="8948" y="1300"/>
                    <a:pt x="9106" y="1647"/>
                  </a:cubicBezTo>
                  <a:cubicBezTo>
                    <a:pt x="8759" y="2088"/>
                    <a:pt x="8539" y="2623"/>
                    <a:pt x="8539" y="3253"/>
                  </a:cubicBezTo>
                  <a:lnTo>
                    <a:pt x="8539" y="3505"/>
                  </a:lnTo>
                  <a:cubicBezTo>
                    <a:pt x="8255" y="3222"/>
                    <a:pt x="7814" y="2749"/>
                    <a:pt x="7814" y="2214"/>
                  </a:cubicBezTo>
                  <a:cubicBezTo>
                    <a:pt x="7814" y="1615"/>
                    <a:pt x="8255" y="1111"/>
                    <a:pt x="8539" y="859"/>
                  </a:cubicBezTo>
                  <a:close/>
                  <a:moveTo>
                    <a:pt x="2080" y="2151"/>
                  </a:moveTo>
                  <a:lnTo>
                    <a:pt x="2080" y="2529"/>
                  </a:lnTo>
                  <a:cubicBezTo>
                    <a:pt x="2080" y="3096"/>
                    <a:pt x="1608" y="3568"/>
                    <a:pt x="1009" y="3568"/>
                  </a:cubicBezTo>
                  <a:lnTo>
                    <a:pt x="663" y="3568"/>
                  </a:lnTo>
                  <a:lnTo>
                    <a:pt x="663" y="3222"/>
                  </a:lnTo>
                  <a:cubicBezTo>
                    <a:pt x="663" y="2623"/>
                    <a:pt x="1135" y="2151"/>
                    <a:pt x="1702" y="2151"/>
                  </a:cubicBezTo>
                  <a:close/>
                  <a:moveTo>
                    <a:pt x="11374" y="1458"/>
                  </a:moveTo>
                  <a:lnTo>
                    <a:pt x="11374" y="1804"/>
                  </a:lnTo>
                  <a:cubicBezTo>
                    <a:pt x="11374" y="2749"/>
                    <a:pt x="10650" y="3505"/>
                    <a:pt x="9736" y="3568"/>
                  </a:cubicBezTo>
                  <a:lnTo>
                    <a:pt x="10587" y="2749"/>
                  </a:lnTo>
                  <a:cubicBezTo>
                    <a:pt x="10744" y="2592"/>
                    <a:pt x="10744" y="2403"/>
                    <a:pt x="10587" y="2245"/>
                  </a:cubicBezTo>
                  <a:cubicBezTo>
                    <a:pt x="10508" y="2166"/>
                    <a:pt x="10413" y="2127"/>
                    <a:pt x="10319" y="2127"/>
                  </a:cubicBezTo>
                  <a:cubicBezTo>
                    <a:pt x="10224" y="2127"/>
                    <a:pt x="10130" y="2166"/>
                    <a:pt x="10051" y="2245"/>
                  </a:cubicBezTo>
                  <a:lnTo>
                    <a:pt x="9232" y="3064"/>
                  </a:lnTo>
                  <a:cubicBezTo>
                    <a:pt x="9326" y="2151"/>
                    <a:pt x="10051" y="1458"/>
                    <a:pt x="11028" y="1458"/>
                  </a:cubicBezTo>
                  <a:close/>
                  <a:moveTo>
                    <a:pt x="663" y="4356"/>
                  </a:moveTo>
                  <a:cubicBezTo>
                    <a:pt x="1072" y="4514"/>
                    <a:pt x="1356" y="4923"/>
                    <a:pt x="1356" y="5396"/>
                  </a:cubicBezTo>
                  <a:lnTo>
                    <a:pt x="1356" y="6089"/>
                  </a:lnTo>
                  <a:cubicBezTo>
                    <a:pt x="1356" y="7097"/>
                    <a:pt x="2143" y="7885"/>
                    <a:pt x="3120" y="7885"/>
                  </a:cubicBezTo>
                  <a:lnTo>
                    <a:pt x="4191" y="7885"/>
                  </a:lnTo>
                  <a:cubicBezTo>
                    <a:pt x="4601" y="7885"/>
                    <a:pt x="4916" y="8200"/>
                    <a:pt x="4916" y="8578"/>
                  </a:cubicBezTo>
                  <a:cubicBezTo>
                    <a:pt x="4916" y="8987"/>
                    <a:pt x="4601" y="9302"/>
                    <a:pt x="4191" y="9302"/>
                  </a:cubicBezTo>
                  <a:lnTo>
                    <a:pt x="3845" y="9302"/>
                  </a:lnTo>
                  <a:cubicBezTo>
                    <a:pt x="2080" y="9302"/>
                    <a:pt x="663" y="7822"/>
                    <a:pt x="663" y="6089"/>
                  </a:cubicBezTo>
                  <a:lnTo>
                    <a:pt x="663" y="4356"/>
                  </a:lnTo>
                  <a:close/>
                  <a:moveTo>
                    <a:pt x="9169" y="4293"/>
                  </a:moveTo>
                  <a:lnTo>
                    <a:pt x="9169" y="6057"/>
                  </a:lnTo>
                  <a:cubicBezTo>
                    <a:pt x="9169" y="6273"/>
                    <a:pt x="9334" y="6416"/>
                    <a:pt x="9510" y="6416"/>
                  </a:cubicBezTo>
                  <a:cubicBezTo>
                    <a:pt x="9564" y="6416"/>
                    <a:pt x="9620" y="6402"/>
                    <a:pt x="9673" y="6372"/>
                  </a:cubicBezTo>
                  <a:lnTo>
                    <a:pt x="10587" y="5900"/>
                  </a:lnTo>
                  <a:lnTo>
                    <a:pt x="10587" y="6656"/>
                  </a:lnTo>
                  <a:lnTo>
                    <a:pt x="10650" y="6656"/>
                  </a:lnTo>
                  <a:lnTo>
                    <a:pt x="9358" y="7948"/>
                  </a:lnTo>
                  <a:cubicBezTo>
                    <a:pt x="9263" y="8042"/>
                    <a:pt x="9232" y="8137"/>
                    <a:pt x="9232" y="8231"/>
                  </a:cubicBezTo>
                  <a:cubicBezTo>
                    <a:pt x="9358" y="9460"/>
                    <a:pt x="9862" y="10626"/>
                    <a:pt x="10744" y="11445"/>
                  </a:cubicBezTo>
                  <a:lnTo>
                    <a:pt x="7783" y="11445"/>
                  </a:lnTo>
                  <a:lnTo>
                    <a:pt x="7783" y="9649"/>
                  </a:lnTo>
                  <a:cubicBezTo>
                    <a:pt x="7783" y="9460"/>
                    <a:pt x="7625" y="9302"/>
                    <a:pt x="7436" y="9302"/>
                  </a:cubicBezTo>
                  <a:cubicBezTo>
                    <a:pt x="7216" y="9302"/>
                    <a:pt x="7058" y="9460"/>
                    <a:pt x="7058" y="9649"/>
                  </a:cubicBezTo>
                  <a:lnTo>
                    <a:pt x="7058" y="11445"/>
                  </a:lnTo>
                  <a:lnTo>
                    <a:pt x="4853" y="11445"/>
                  </a:lnTo>
                  <a:lnTo>
                    <a:pt x="4853" y="11098"/>
                  </a:lnTo>
                  <a:cubicBezTo>
                    <a:pt x="4853" y="10909"/>
                    <a:pt x="4695" y="10752"/>
                    <a:pt x="4506" y="10752"/>
                  </a:cubicBezTo>
                  <a:cubicBezTo>
                    <a:pt x="4317" y="10752"/>
                    <a:pt x="4160" y="10909"/>
                    <a:pt x="4160" y="11098"/>
                  </a:cubicBezTo>
                  <a:lnTo>
                    <a:pt x="4160" y="11445"/>
                  </a:lnTo>
                  <a:lnTo>
                    <a:pt x="1923" y="11445"/>
                  </a:lnTo>
                  <a:cubicBezTo>
                    <a:pt x="2332" y="11035"/>
                    <a:pt x="2710" y="10468"/>
                    <a:pt x="2962" y="9869"/>
                  </a:cubicBezTo>
                  <a:cubicBezTo>
                    <a:pt x="3246" y="9901"/>
                    <a:pt x="3530" y="9964"/>
                    <a:pt x="3813" y="9964"/>
                  </a:cubicBezTo>
                  <a:lnTo>
                    <a:pt x="4160" y="9964"/>
                  </a:lnTo>
                  <a:cubicBezTo>
                    <a:pt x="4947" y="9964"/>
                    <a:pt x="5577" y="9334"/>
                    <a:pt x="5577" y="8546"/>
                  </a:cubicBezTo>
                  <a:cubicBezTo>
                    <a:pt x="5577" y="7759"/>
                    <a:pt x="4947" y="7128"/>
                    <a:pt x="4160" y="7128"/>
                  </a:cubicBezTo>
                  <a:lnTo>
                    <a:pt x="3435" y="7128"/>
                  </a:lnTo>
                  <a:lnTo>
                    <a:pt x="3435" y="4293"/>
                  </a:lnTo>
                  <a:lnTo>
                    <a:pt x="4160" y="4293"/>
                  </a:lnTo>
                  <a:lnTo>
                    <a:pt x="4160" y="5364"/>
                  </a:lnTo>
                  <a:cubicBezTo>
                    <a:pt x="4160" y="5553"/>
                    <a:pt x="4317" y="5711"/>
                    <a:pt x="4506" y="5711"/>
                  </a:cubicBezTo>
                  <a:cubicBezTo>
                    <a:pt x="4695" y="5711"/>
                    <a:pt x="4853" y="5553"/>
                    <a:pt x="4853" y="5364"/>
                  </a:cubicBezTo>
                  <a:lnTo>
                    <a:pt x="4853" y="4293"/>
                  </a:lnTo>
                  <a:lnTo>
                    <a:pt x="6333" y="4293"/>
                  </a:lnTo>
                  <a:lnTo>
                    <a:pt x="6333" y="6782"/>
                  </a:lnTo>
                  <a:cubicBezTo>
                    <a:pt x="6333" y="6971"/>
                    <a:pt x="6491" y="7128"/>
                    <a:pt x="6680" y="7128"/>
                  </a:cubicBezTo>
                  <a:cubicBezTo>
                    <a:pt x="6869" y="7128"/>
                    <a:pt x="7027" y="6971"/>
                    <a:pt x="7027" y="6782"/>
                  </a:cubicBezTo>
                  <a:lnTo>
                    <a:pt x="7027" y="4293"/>
                  </a:lnTo>
                  <a:close/>
                  <a:moveTo>
                    <a:pt x="8539" y="1"/>
                  </a:moveTo>
                  <a:cubicBezTo>
                    <a:pt x="8460" y="1"/>
                    <a:pt x="8381" y="24"/>
                    <a:pt x="8318" y="71"/>
                  </a:cubicBezTo>
                  <a:cubicBezTo>
                    <a:pt x="8287" y="103"/>
                    <a:pt x="7121" y="985"/>
                    <a:pt x="7121" y="2151"/>
                  </a:cubicBezTo>
                  <a:cubicBezTo>
                    <a:pt x="7121" y="2718"/>
                    <a:pt x="7373" y="3222"/>
                    <a:pt x="7657" y="3568"/>
                  </a:cubicBezTo>
                  <a:lnTo>
                    <a:pt x="3151" y="3568"/>
                  </a:lnTo>
                  <a:cubicBezTo>
                    <a:pt x="2931" y="3568"/>
                    <a:pt x="2773" y="3726"/>
                    <a:pt x="2773" y="3946"/>
                  </a:cubicBezTo>
                  <a:lnTo>
                    <a:pt x="2773" y="7097"/>
                  </a:lnTo>
                  <a:cubicBezTo>
                    <a:pt x="2364" y="6939"/>
                    <a:pt x="2080" y="6530"/>
                    <a:pt x="2080" y="6057"/>
                  </a:cubicBezTo>
                  <a:lnTo>
                    <a:pt x="2080" y="5364"/>
                  </a:lnTo>
                  <a:cubicBezTo>
                    <a:pt x="2080" y="4892"/>
                    <a:pt x="1923" y="4482"/>
                    <a:pt x="1639" y="4167"/>
                  </a:cubicBezTo>
                  <a:cubicBezTo>
                    <a:pt x="2301" y="3946"/>
                    <a:pt x="2836" y="3253"/>
                    <a:pt x="2836" y="2529"/>
                  </a:cubicBezTo>
                  <a:lnTo>
                    <a:pt x="2836" y="1804"/>
                  </a:lnTo>
                  <a:cubicBezTo>
                    <a:pt x="2836" y="1615"/>
                    <a:pt x="2647" y="1458"/>
                    <a:pt x="2458" y="1458"/>
                  </a:cubicBezTo>
                  <a:lnTo>
                    <a:pt x="1765" y="1458"/>
                  </a:lnTo>
                  <a:cubicBezTo>
                    <a:pt x="789" y="1458"/>
                    <a:pt x="1" y="2245"/>
                    <a:pt x="1" y="3222"/>
                  </a:cubicBezTo>
                  <a:lnTo>
                    <a:pt x="1" y="3946"/>
                  </a:lnTo>
                  <a:lnTo>
                    <a:pt x="1" y="6057"/>
                  </a:lnTo>
                  <a:cubicBezTo>
                    <a:pt x="1" y="7664"/>
                    <a:pt x="978" y="9082"/>
                    <a:pt x="2395" y="9680"/>
                  </a:cubicBezTo>
                  <a:cubicBezTo>
                    <a:pt x="2017" y="10436"/>
                    <a:pt x="1482" y="11067"/>
                    <a:pt x="852" y="11539"/>
                  </a:cubicBezTo>
                  <a:cubicBezTo>
                    <a:pt x="568" y="11728"/>
                    <a:pt x="694" y="12201"/>
                    <a:pt x="1041" y="12201"/>
                  </a:cubicBezTo>
                  <a:lnTo>
                    <a:pt x="11784" y="12201"/>
                  </a:lnTo>
                  <a:cubicBezTo>
                    <a:pt x="11941" y="12201"/>
                    <a:pt x="12099" y="12075"/>
                    <a:pt x="12162" y="11949"/>
                  </a:cubicBezTo>
                  <a:cubicBezTo>
                    <a:pt x="12193" y="11791"/>
                    <a:pt x="12162" y="11634"/>
                    <a:pt x="12004" y="11571"/>
                  </a:cubicBezTo>
                  <a:cubicBezTo>
                    <a:pt x="10933" y="10846"/>
                    <a:pt x="10209" y="9680"/>
                    <a:pt x="10051" y="8389"/>
                  </a:cubicBezTo>
                  <a:lnTo>
                    <a:pt x="11374" y="7065"/>
                  </a:lnTo>
                  <a:cubicBezTo>
                    <a:pt x="11437" y="7002"/>
                    <a:pt x="11469" y="6908"/>
                    <a:pt x="11469" y="6845"/>
                  </a:cubicBezTo>
                  <a:lnTo>
                    <a:pt x="11469" y="5427"/>
                  </a:lnTo>
                  <a:cubicBezTo>
                    <a:pt x="11469" y="5301"/>
                    <a:pt x="11406" y="5175"/>
                    <a:pt x="11311" y="5112"/>
                  </a:cubicBezTo>
                  <a:cubicBezTo>
                    <a:pt x="11264" y="5065"/>
                    <a:pt x="11209" y="5041"/>
                    <a:pt x="11150" y="5041"/>
                  </a:cubicBezTo>
                  <a:cubicBezTo>
                    <a:pt x="11091" y="5041"/>
                    <a:pt x="11028" y="5065"/>
                    <a:pt x="10965" y="5112"/>
                  </a:cubicBezTo>
                  <a:lnTo>
                    <a:pt x="10051" y="5585"/>
                  </a:lnTo>
                  <a:lnTo>
                    <a:pt x="10051" y="4356"/>
                  </a:lnTo>
                  <a:cubicBezTo>
                    <a:pt x="11154" y="4104"/>
                    <a:pt x="12099" y="3064"/>
                    <a:pt x="12099" y="1804"/>
                  </a:cubicBezTo>
                  <a:lnTo>
                    <a:pt x="12099" y="1111"/>
                  </a:lnTo>
                  <a:cubicBezTo>
                    <a:pt x="12099" y="891"/>
                    <a:pt x="11941" y="733"/>
                    <a:pt x="11752" y="733"/>
                  </a:cubicBezTo>
                  <a:lnTo>
                    <a:pt x="11059" y="733"/>
                  </a:lnTo>
                  <a:cubicBezTo>
                    <a:pt x="10524" y="733"/>
                    <a:pt x="10051" y="891"/>
                    <a:pt x="9673" y="1143"/>
                  </a:cubicBezTo>
                  <a:cubicBezTo>
                    <a:pt x="9326" y="512"/>
                    <a:pt x="8759" y="103"/>
                    <a:pt x="8759" y="71"/>
                  </a:cubicBezTo>
                  <a:cubicBezTo>
                    <a:pt x="8696" y="24"/>
                    <a:pt x="8618" y="1"/>
                    <a:pt x="85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3" name="Google Shape;13693;p142"/>
          <p:cNvGrpSpPr/>
          <p:nvPr/>
        </p:nvGrpSpPr>
        <p:grpSpPr>
          <a:xfrm>
            <a:off x="4932292" y="2275584"/>
            <a:ext cx="475125" cy="471432"/>
            <a:chOff x="-18668025" y="2435725"/>
            <a:chExt cx="305625" cy="303250"/>
          </a:xfrm>
        </p:grpSpPr>
        <p:sp>
          <p:nvSpPr>
            <p:cNvPr id="13694" name="Google Shape;13694;p142"/>
            <p:cNvSpPr/>
            <p:nvPr/>
          </p:nvSpPr>
          <p:spPr>
            <a:xfrm>
              <a:off x="-18668025" y="2435725"/>
              <a:ext cx="305625" cy="303250"/>
            </a:xfrm>
            <a:custGeom>
              <a:avLst/>
              <a:gdLst/>
              <a:ahLst/>
              <a:cxnLst/>
              <a:rect l="l" t="t" r="r" b="b"/>
              <a:pathLst>
                <a:path w="12225" h="12130" extrusionOk="0">
                  <a:moveTo>
                    <a:pt x="2143" y="662"/>
                  </a:moveTo>
                  <a:cubicBezTo>
                    <a:pt x="2395" y="662"/>
                    <a:pt x="2679" y="756"/>
                    <a:pt x="2931" y="914"/>
                  </a:cubicBezTo>
                  <a:cubicBezTo>
                    <a:pt x="2679" y="977"/>
                    <a:pt x="2490" y="1103"/>
                    <a:pt x="2301" y="1260"/>
                  </a:cubicBezTo>
                  <a:cubicBezTo>
                    <a:pt x="1734" y="1670"/>
                    <a:pt x="1419" y="2206"/>
                    <a:pt x="1419" y="2804"/>
                  </a:cubicBezTo>
                  <a:lnTo>
                    <a:pt x="1419" y="3308"/>
                  </a:lnTo>
                  <a:cubicBezTo>
                    <a:pt x="978" y="3088"/>
                    <a:pt x="726" y="2647"/>
                    <a:pt x="726" y="2079"/>
                  </a:cubicBezTo>
                  <a:cubicBezTo>
                    <a:pt x="726" y="1292"/>
                    <a:pt x="1356" y="662"/>
                    <a:pt x="2143" y="662"/>
                  </a:cubicBezTo>
                  <a:close/>
                  <a:moveTo>
                    <a:pt x="10020" y="662"/>
                  </a:moveTo>
                  <a:cubicBezTo>
                    <a:pt x="10807" y="662"/>
                    <a:pt x="11437" y="1292"/>
                    <a:pt x="11437" y="2079"/>
                  </a:cubicBezTo>
                  <a:cubicBezTo>
                    <a:pt x="11437" y="2647"/>
                    <a:pt x="11122" y="3119"/>
                    <a:pt x="10681" y="3340"/>
                  </a:cubicBezTo>
                  <a:lnTo>
                    <a:pt x="10681" y="2804"/>
                  </a:lnTo>
                  <a:cubicBezTo>
                    <a:pt x="10681" y="2206"/>
                    <a:pt x="10366" y="1638"/>
                    <a:pt x="9799" y="1260"/>
                  </a:cubicBezTo>
                  <a:cubicBezTo>
                    <a:pt x="9610" y="1134"/>
                    <a:pt x="9421" y="1008"/>
                    <a:pt x="9169" y="945"/>
                  </a:cubicBezTo>
                  <a:cubicBezTo>
                    <a:pt x="9452" y="756"/>
                    <a:pt x="9736" y="662"/>
                    <a:pt x="10020" y="662"/>
                  </a:cubicBezTo>
                  <a:close/>
                  <a:moveTo>
                    <a:pt x="7909" y="1355"/>
                  </a:moveTo>
                  <a:cubicBezTo>
                    <a:pt x="8476" y="1355"/>
                    <a:pt x="9011" y="1512"/>
                    <a:pt x="9484" y="1827"/>
                  </a:cubicBezTo>
                  <a:cubicBezTo>
                    <a:pt x="9893" y="2079"/>
                    <a:pt x="10083" y="2458"/>
                    <a:pt x="10083" y="2804"/>
                  </a:cubicBezTo>
                  <a:lnTo>
                    <a:pt x="10083" y="3434"/>
                  </a:lnTo>
                  <a:cubicBezTo>
                    <a:pt x="10083" y="5072"/>
                    <a:pt x="10587" y="6774"/>
                    <a:pt x="11500" y="8223"/>
                  </a:cubicBezTo>
                  <a:cubicBezTo>
                    <a:pt x="10555" y="10176"/>
                    <a:pt x="8633" y="11436"/>
                    <a:pt x="6491" y="11436"/>
                  </a:cubicBezTo>
                  <a:lnTo>
                    <a:pt x="5640" y="11436"/>
                  </a:lnTo>
                  <a:cubicBezTo>
                    <a:pt x="3561" y="11436"/>
                    <a:pt x="1576" y="10176"/>
                    <a:pt x="757" y="8223"/>
                  </a:cubicBezTo>
                  <a:cubicBezTo>
                    <a:pt x="1671" y="6805"/>
                    <a:pt x="2143" y="5135"/>
                    <a:pt x="2143" y="3434"/>
                  </a:cubicBezTo>
                  <a:lnTo>
                    <a:pt x="2143" y="2804"/>
                  </a:lnTo>
                  <a:cubicBezTo>
                    <a:pt x="2143" y="2458"/>
                    <a:pt x="2332" y="2079"/>
                    <a:pt x="2710" y="1827"/>
                  </a:cubicBezTo>
                  <a:cubicBezTo>
                    <a:pt x="3120" y="1544"/>
                    <a:pt x="3719" y="1355"/>
                    <a:pt x="4286" y="1355"/>
                  </a:cubicBezTo>
                  <a:cubicBezTo>
                    <a:pt x="4884" y="1355"/>
                    <a:pt x="5483" y="1512"/>
                    <a:pt x="5924" y="1827"/>
                  </a:cubicBezTo>
                  <a:cubicBezTo>
                    <a:pt x="5971" y="1859"/>
                    <a:pt x="6034" y="1875"/>
                    <a:pt x="6105" y="1875"/>
                  </a:cubicBezTo>
                  <a:cubicBezTo>
                    <a:pt x="6176" y="1875"/>
                    <a:pt x="6255" y="1859"/>
                    <a:pt x="6333" y="1827"/>
                  </a:cubicBezTo>
                  <a:cubicBezTo>
                    <a:pt x="6743" y="1512"/>
                    <a:pt x="7342" y="1355"/>
                    <a:pt x="7909" y="1355"/>
                  </a:cubicBezTo>
                  <a:close/>
                  <a:moveTo>
                    <a:pt x="2143" y="0"/>
                  </a:moveTo>
                  <a:cubicBezTo>
                    <a:pt x="946" y="0"/>
                    <a:pt x="1" y="945"/>
                    <a:pt x="1" y="2143"/>
                  </a:cubicBezTo>
                  <a:cubicBezTo>
                    <a:pt x="1" y="3025"/>
                    <a:pt x="568" y="3812"/>
                    <a:pt x="1419" y="4127"/>
                  </a:cubicBezTo>
                  <a:cubicBezTo>
                    <a:pt x="1293" y="5514"/>
                    <a:pt x="820" y="6900"/>
                    <a:pt x="95" y="8034"/>
                  </a:cubicBezTo>
                  <a:cubicBezTo>
                    <a:pt x="1" y="8128"/>
                    <a:pt x="1" y="8286"/>
                    <a:pt x="32" y="8349"/>
                  </a:cubicBezTo>
                  <a:cubicBezTo>
                    <a:pt x="474" y="9483"/>
                    <a:pt x="1261" y="10428"/>
                    <a:pt x="2301" y="11121"/>
                  </a:cubicBezTo>
                  <a:cubicBezTo>
                    <a:pt x="3309" y="11783"/>
                    <a:pt x="4443" y="12130"/>
                    <a:pt x="5672" y="12130"/>
                  </a:cubicBezTo>
                  <a:lnTo>
                    <a:pt x="6554" y="12130"/>
                  </a:lnTo>
                  <a:cubicBezTo>
                    <a:pt x="7751" y="12130"/>
                    <a:pt x="8948" y="11783"/>
                    <a:pt x="9925" y="11121"/>
                  </a:cubicBezTo>
                  <a:cubicBezTo>
                    <a:pt x="10965" y="10428"/>
                    <a:pt x="11689" y="9483"/>
                    <a:pt x="12162" y="8349"/>
                  </a:cubicBezTo>
                  <a:cubicBezTo>
                    <a:pt x="12225" y="8223"/>
                    <a:pt x="12225" y="8128"/>
                    <a:pt x="12130" y="8034"/>
                  </a:cubicBezTo>
                  <a:cubicBezTo>
                    <a:pt x="11311" y="6868"/>
                    <a:pt x="10839" y="5514"/>
                    <a:pt x="10713" y="4127"/>
                  </a:cubicBezTo>
                  <a:cubicBezTo>
                    <a:pt x="11532" y="3812"/>
                    <a:pt x="12130" y="3025"/>
                    <a:pt x="12130" y="2143"/>
                  </a:cubicBezTo>
                  <a:cubicBezTo>
                    <a:pt x="12130" y="945"/>
                    <a:pt x="11185" y="0"/>
                    <a:pt x="10020" y="0"/>
                  </a:cubicBezTo>
                  <a:cubicBezTo>
                    <a:pt x="9389" y="0"/>
                    <a:pt x="8791" y="284"/>
                    <a:pt x="8381" y="756"/>
                  </a:cubicBezTo>
                  <a:cubicBezTo>
                    <a:pt x="8224" y="725"/>
                    <a:pt x="8035" y="725"/>
                    <a:pt x="7846" y="725"/>
                  </a:cubicBezTo>
                  <a:cubicBezTo>
                    <a:pt x="7184" y="725"/>
                    <a:pt x="6554" y="882"/>
                    <a:pt x="6081" y="1197"/>
                  </a:cubicBezTo>
                  <a:cubicBezTo>
                    <a:pt x="5546" y="851"/>
                    <a:pt x="4916" y="725"/>
                    <a:pt x="4254" y="725"/>
                  </a:cubicBezTo>
                  <a:cubicBezTo>
                    <a:pt x="4097" y="725"/>
                    <a:pt x="3908" y="725"/>
                    <a:pt x="3750" y="756"/>
                  </a:cubicBezTo>
                  <a:cubicBezTo>
                    <a:pt x="3340" y="284"/>
                    <a:pt x="2773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5" name="Google Shape;13695;p142"/>
            <p:cNvSpPr/>
            <p:nvPr/>
          </p:nvSpPr>
          <p:spPr>
            <a:xfrm>
              <a:off x="-18596350" y="2524725"/>
              <a:ext cx="160700" cy="178800"/>
            </a:xfrm>
            <a:custGeom>
              <a:avLst/>
              <a:gdLst/>
              <a:ahLst/>
              <a:cxnLst/>
              <a:rect l="l" t="t" r="r" b="b"/>
              <a:pathLst>
                <a:path w="6428" h="7152" extrusionOk="0">
                  <a:moveTo>
                    <a:pt x="1072" y="693"/>
                  </a:moveTo>
                  <a:cubicBezTo>
                    <a:pt x="1261" y="693"/>
                    <a:pt x="1419" y="851"/>
                    <a:pt x="1419" y="1040"/>
                  </a:cubicBezTo>
                  <a:cubicBezTo>
                    <a:pt x="1419" y="1260"/>
                    <a:pt x="1261" y="1418"/>
                    <a:pt x="1072" y="1418"/>
                  </a:cubicBezTo>
                  <a:cubicBezTo>
                    <a:pt x="883" y="1418"/>
                    <a:pt x="726" y="1260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325" y="693"/>
                  </a:moveTo>
                  <a:cubicBezTo>
                    <a:pt x="5514" y="693"/>
                    <a:pt x="5672" y="851"/>
                    <a:pt x="5672" y="1040"/>
                  </a:cubicBezTo>
                  <a:cubicBezTo>
                    <a:pt x="5672" y="1260"/>
                    <a:pt x="5514" y="1418"/>
                    <a:pt x="5325" y="1418"/>
                  </a:cubicBezTo>
                  <a:cubicBezTo>
                    <a:pt x="5136" y="1418"/>
                    <a:pt x="4979" y="1260"/>
                    <a:pt x="4979" y="1040"/>
                  </a:cubicBezTo>
                  <a:cubicBezTo>
                    <a:pt x="4979" y="851"/>
                    <a:pt x="5136" y="693"/>
                    <a:pt x="5325" y="693"/>
                  </a:cubicBezTo>
                  <a:close/>
                  <a:moveTo>
                    <a:pt x="3214" y="3781"/>
                  </a:moveTo>
                  <a:cubicBezTo>
                    <a:pt x="3372" y="3781"/>
                    <a:pt x="3529" y="3875"/>
                    <a:pt x="3561" y="4001"/>
                  </a:cubicBezTo>
                  <a:lnTo>
                    <a:pt x="3214" y="4442"/>
                  </a:lnTo>
                  <a:lnTo>
                    <a:pt x="2836" y="4001"/>
                  </a:lnTo>
                  <a:cubicBezTo>
                    <a:pt x="2899" y="3844"/>
                    <a:pt x="3057" y="3781"/>
                    <a:pt x="3214" y="3781"/>
                  </a:cubicBezTo>
                  <a:close/>
                  <a:moveTo>
                    <a:pt x="3214" y="1449"/>
                  </a:moveTo>
                  <a:cubicBezTo>
                    <a:pt x="3876" y="1449"/>
                    <a:pt x="4475" y="1922"/>
                    <a:pt x="4632" y="2552"/>
                  </a:cubicBezTo>
                  <a:lnTo>
                    <a:pt x="5136" y="4631"/>
                  </a:lnTo>
                  <a:cubicBezTo>
                    <a:pt x="5357" y="5545"/>
                    <a:pt x="4664" y="6459"/>
                    <a:pt x="3718" y="6459"/>
                  </a:cubicBezTo>
                  <a:lnTo>
                    <a:pt x="3561" y="6459"/>
                  </a:lnTo>
                  <a:lnTo>
                    <a:pt x="3561" y="5136"/>
                  </a:lnTo>
                  <a:lnTo>
                    <a:pt x="4191" y="4348"/>
                  </a:lnTo>
                  <a:cubicBezTo>
                    <a:pt x="4223" y="4285"/>
                    <a:pt x="4254" y="4190"/>
                    <a:pt x="4254" y="4127"/>
                  </a:cubicBezTo>
                  <a:cubicBezTo>
                    <a:pt x="4254" y="3529"/>
                    <a:pt x="3781" y="3056"/>
                    <a:pt x="3214" y="3056"/>
                  </a:cubicBezTo>
                  <a:cubicBezTo>
                    <a:pt x="2616" y="3056"/>
                    <a:pt x="2143" y="3529"/>
                    <a:pt x="2143" y="4127"/>
                  </a:cubicBezTo>
                  <a:cubicBezTo>
                    <a:pt x="2143" y="4190"/>
                    <a:pt x="2175" y="4285"/>
                    <a:pt x="2206" y="4348"/>
                  </a:cubicBezTo>
                  <a:lnTo>
                    <a:pt x="2836" y="5136"/>
                  </a:lnTo>
                  <a:lnTo>
                    <a:pt x="2836" y="6459"/>
                  </a:lnTo>
                  <a:lnTo>
                    <a:pt x="2679" y="6459"/>
                  </a:lnTo>
                  <a:cubicBezTo>
                    <a:pt x="1734" y="6459"/>
                    <a:pt x="1041" y="5545"/>
                    <a:pt x="1261" y="4631"/>
                  </a:cubicBezTo>
                  <a:lnTo>
                    <a:pt x="1797" y="2552"/>
                  </a:lnTo>
                  <a:cubicBezTo>
                    <a:pt x="1954" y="1891"/>
                    <a:pt x="2521" y="1449"/>
                    <a:pt x="3214" y="1449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41"/>
                    <a:pt x="1" y="1040"/>
                  </a:cubicBezTo>
                  <a:cubicBezTo>
                    <a:pt x="1" y="1638"/>
                    <a:pt x="473" y="2111"/>
                    <a:pt x="1072" y="2111"/>
                  </a:cubicBezTo>
                  <a:lnTo>
                    <a:pt x="1167" y="2111"/>
                  </a:lnTo>
                  <a:cubicBezTo>
                    <a:pt x="1104" y="2174"/>
                    <a:pt x="1104" y="2269"/>
                    <a:pt x="1072" y="2332"/>
                  </a:cubicBezTo>
                  <a:lnTo>
                    <a:pt x="568" y="4442"/>
                  </a:lnTo>
                  <a:cubicBezTo>
                    <a:pt x="221" y="5797"/>
                    <a:pt x="1261" y="7152"/>
                    <a:pt x="2679" y="7152"/>
                  </a:cubicBezTo>
                  <a:lnTo>
                    <a:pt x="3718" y="7152"/>
                  </a:lnTo>
                  <a:cubicBezTo>
                    <a:pt x="5136" y="7152"/>
                    <a:pt x="6207" y="5797"/>
                    <a:pt x="5829" y="4442"/>
                  </a:cubicBezTo>
                  <a:lnTo>
                    <a:pt x="5325" y="2332"/>
                  </a:lnTo>
                  <a:cubicBezTo>
                    <a:pt x="5294" y="2269"/>
                    <a:pt x="5294" y="2174"/>
                    <a:pt x="5262" y="2111"/>
                  </a:cubicBezTo>
                  <a:lnTo>
                    <a:pt x="5325" y="2111"/>
                  </a:lnTo>
                  <a:cubicBezTo>
                    <a:pt x="5924" y="2111"/>
                    <a:pt x="6396" y="1638"/>
                    <a:pt x="6396" y="1040"/>
                  </a:cubicBezTo>
                  <a:cubicBezTo>
                    <a:pt x="6428" y="473"/>
                    <a:pt x="5924" y="0"/>
                    <a:pt x="5325" y="0"/>
                  </a:cubicBezTo>
                  <a:cubicBezTo>
                    <a:pt x="4790" y="0"/>
                    <a:pt x="4317" y="410"/>
                    <a:pt x="4254" y="977"/>
                  </a:cubicBezTo>
                  <a:cubicBezTo>
                    <a:pt x="3939" y="788"/>
                    <a:pt x="3592" y="693"/>
                    <a:pt x="3214" y="693"/>
                  </a:cubicBezTo>
                  <a:cubicBezTo>
                    <a:pt x="2805" y="693"/>
                    <a:pt x="2458" y="819"/>
                    <a:pt x="2143" y="977"/>
                  </a:cubicBezTo>
                  <a:cubicBezTo>
                    <a:pt x="2112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6" name="Google Shape;13696;p142"/>
          <p:cNvGrpSpPr/>
          <p:nvPr/>
        </p:nvGrpSpPr>
        <p:grpSpPr>
          <a:xfrm>
            <a:off x="4931689" y="2850902"/>
            <a:ext cx="476329" cy="473881"/>
            <a:chOff x="-18668800" y="2807475"/>
            <a:chExt cx="306400" cy="304825"/>
          </a:xfrm>
        </p:grpSpPr>
        <p:sp>
          <p:nvSpPr>
            <p:cNvPr id="13697" name="Google Shape;13697;p142"/>
            <p:cNvSpPr/>
            <p:nvPr/>
          </p:nvSpPr>
          <p:spPr>
            <a:xfrm>
              <a:off x="-18632575" y="2951600"/>
              <a:ext cx="18150" cy="35475"/>
            </a:xfrm>
            <a:custGeom>
              <a:avLst/>
              <a:gdLst/>
              <a:ahLst/>
              <a:cxnLst/>
              <a:rect l="l" t="t" r="r" b="b"/>
              <a:pathLst>
                <a:path w="726" h="1419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072"/>
                  </a:lnTo>
                  <a:cubicBezTo>
                    <a:pt x="1" y="1261"/>
                    <a:pt x="158" y="1419"/>
                    <a:pt x="347" y="1419"/>
                  </a:cubicBezTo>
                  <a:cubicBezTo>
                    <a:pt x="568" y="1419"/>
                    <a:pt x="725" y="1261"/>
                    <a:pt x="725" y="1072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8" name="Google Shape;13698;p142"/>
            <p:cNvSpPr/>
            <p:nvPr/>
          </p:nvSpPr>
          <p:spPr>
            <a:xfrm>
              <a:off x="-18597125" y="291617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cubicBezTo>
                    <a:pt x="567" y="1418"/>
                    <a:pt x="725" y="1260"/>
                    <a:pt x="725" y="107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9" name="Google Shape;13699;p142"/>
            <p:cNvSpPr/>
            <p:nvPr/>
          </p:nvSpPr>
          <p:spPr>
            <a:xfrm>
              <a:off x="-18668800" y="2807475"/>
              <a:ext cx="306400" cy="304825"/>
            </a:xfrm>
            <a:custGeom>
              <a:avLst/>
              <a:gdLst/>
              <a:ahLst/>
              <a:cxnLst/>
              <a:rect l="l" t="t" r="r" b="b"/>
              <a:pathLst>
                <a:path w="12256" h="12193" extrusionOk="0">
                  <a:moveTo>
                    <a:pt x="3970" y="946"/>
                  </a:moveTo>
                  <a:cubicBezTo>
                    <a:pt x="4128" y="1198"/>
                    <a:pt x="4348" y="1513"/>
                    <a:pt x="4348" y="1859"/>
                  </a:cubicBezTo>
                  <a:lnTo>
                    <a:pt x="4348" y="2017"/>
                  </a:lnTo>
                  <a:cubicBezTo>
                    <a:pt x="4299" y="2260"/>
                    <a:pt x="4476" y="2447"/>
                    <a:pt x="4690" y="2447"/>
                  </a:cubicBezTo>
                  <a:cubicBezTo>
                    <a:pt x="4753" y="2447"/>
                    <a:pt x="4819" y="2431"/>
                    <a:pt x="4884" y="2395"/>
                  </a:cubicBezTo>
                  <a:cubicBezTo>
                    <a:pt x="5041" y="2269"/>
                    <a:pt x="5230" y="2237"/>
                    <a:pt x="5451" y="2237"/>
                  </a:cubicBezTo>
                  <a:lnTo>
                    <a:pt x="5766" y="2237"/>
                  </a:lnTo>
                  <a:cubicBezTo>
                    <a:pt x="5608" y="2647"/>
                    <a:pt x="5199" y="2930"/>
                    <a:pt x="4726" y="2930"/>
                  </a:cubicBezTo>
                  <a:lnTo>
                    <a:pt x="3214" y="2930"/>
                  </a:lnTo>
                  <a:cubicBezTo>
                    <a:pt x="2741" y="2930"/>
                    <a:pt x="2363" y="2615"/>
                    <a:pt x="2206" y="2237"/>
                  </a:cubicBezTo>
                  <a:lnTo>
                    <a:pt x="2521" y="2237"/>
                  </a:lnTo>
                  <a:cubicBezTo>
                    <a:pt x="2710" y="2237"/>
                    <a:pt x="2899" y="2269"/>
                    <a:pt x="3056" y="2395"/>
                  </a:cubicBezTo>
                  <a:cubicBezTo>
                    <a:pt x="3117" y="2428"/>
                    <a:pt x="3179" y="2443"/>
                    <a:pt x="3238" y="2443"/>
                  </a:cubicBezTo>
                  <a:cubicBezTo>
                    <a:pt x="3459" y="2443"/>
                    <a:pt x="3648" y="2240"/>
                    <a:pt x="3624" y="2017"/>
                  </a:cubicBezTo>
                  <a:lnTo>
                    <a:pt x="3624" y="1859"/>
                  </a:lnTo>
                  <a:cubicBezTo>
                    <a:pt x="3624" y="1513"/>
                    <a:pt x="3813" y="1198"/>
                    <a:pt x="3970" y="946"/>
                  </a:cubicBezTo>
                  <a:close/>
                  <a:moveTo>
                    <a:pt x="8853" y="3718"/>
                  </a:moveTo>
                  <a:lnTo>
                    <a:pt x="9042" y="3907"/>
                  </a:lnTo>
                  <a:cubicBezTo>
                    <a:pt x="9168" y="4033"/>
                    <a:pt x="9294" y="4222"/>
                    <a:pt x="9326" y="4443"/>
                  </a:cubicBezTo>
                  <a:cubicBezTo>
                    <a:pt x="9382" y="4591"/>
                    <a:pt x="9536" y="4685"/>
                    <a:pt x="9686" y="4685"/>
                  </a:cubicBezTo>
                  <a:cubicBezTo>
                    <a:pt x="9790" y="4685"/>
                    <a:pt x="9892" y="4640"/>
                    <a:pt x="9956" y="4537"/>
                  </a:cubicBezTo>
                  <a:cubicBezTo>
                    <a:pt x="9988" y="4506"/>
                    <a:pt x="10051" y="4474"/>
                    <a:pt x="10051" y="4443"/>
                  </a:cubicBezTo>
                  <a:cubicBezTo>
                    <a:pt x="10271" y="4191"/>
                    <a:pt x="10681" y="4065"/>
                    <a:pt x="10901" y="4033"/>
                  </a:cubicBezTo>
                  <a:lnTo>
                    <a:pt x="10901" y="4033"/>
                  </a:lnTo>
                  <a:cubicBezTo>
                    <a:pt x="10870" y="4317"/>
                    <a:pt x="10775" y="4663"/>
                    <a:pt x="10523" y="4915"/>
                  </a:cubicBezTo>
                  <a:cubicBezTo>
                    <a:pt x="10460" y="4947"/>
                    <a:pt x="10429" y="4947"/>
                    <a:pt x="10397" y="4978"/>
                  </a:cubicBezTo>
                  <a:cubicBezTo>
                    <a:pt x="10145" y="5167"/>
                    <a:pt x="10240" y="5545"/>
                    <a:pt x="10523" y="5608"/>
                  </a:cubicBezTo>
                  <a:cubicBezTo>
                    <a:pt x="10712" y="5640"/>
                    <a:pt x="10870" y="5766"/>
                    <a:pt x="11027" y="5892"/>
                  </a:cubicBezTo>
                  <a:lnTo>
                    <a:pt x="11216" y="6081"/>
                  </a:lnTo>
                  <a:cubicBezTo>
                    <a:pt x="11059" y="6144"/>
                    <a:pt x="10901" y="6207"/>
                    <a:pt x="10744" y="6207"/>
                  </a:cubicBezTo>
                  <a:cubicBezTo>
                    <a:pt x="10460" y="6207"/>
                    <a:pt x="10208" y="6081"/>
                    <a:pt x="9988" y="5892"/>
                  </a:cubicBezTo>
                  <a:lnTo>
                    <a:pt x="8979" y="4852"/>
                  </a:lnTo>
                  <a:cubicBezTo>
                    <a:pt x="8727" y="4632"/>
                    <a:pt x="8664" y="4159"/>
                    <a:pt x="8853" y="3718"/>
                  </a:cubicBezTo>
                  <a:close/>
                  <a:moveTo>
                    <a:pt x="3970" y="3687"/>
                  </a:moveTo>
                  <a:cubicBezTo>
                    <a:pt x="4852" y="3687"/>
                    <a:pt x="5514" y="3750"/>
                    <a:pt x="6018" y="3939"/>
                  </a:cubicBezTo>
                  <a:cubicBezTo>
                    <a:pt x="5640" y="4096"/>
                    <a:pt x="5199" y="4348"/>
                    <a:pt x="4852" y="4726"/>
                  </a:cubicBezTo>
                  <a:cubicBezTo>
                    <a:pt x="4033" y="5577"/>
                    <a:pt x="3340" y="6837"/>
                    <a:pt x="3025" y="8129"/>
                  </a:cubicBezTo>
                  <a:cubicBezTo>
                    <a:pt x="2804" y="9042"/>
                    <a:pt x="2804" y="9830"/>
                    <a:pt x="2993" y="10492"/>
                  </a:cubicBezTo>
                  <a:cubicBezTo>
                    <a:pt x="2426" y="10113"/>
                    <a:pt x="2017" y="9578"/>
                    <a:pt x="1639" y="8948"/>
                  </a:cubicBezTo>
                  <a:cubicBezTo>
                    <a:pt x="1103" y="7971"/>
                    <a:pt x="757" y="6742"/>
                    <a:pt x="757" y="5797"/>
                  </a:cubicBezTo>
                  <a:cubicBezTo>
                    <a:pt x="757" y="4222"/>
                    <a:pt x="1576" y="3687"/>
                    <a:pt x="3970" y="3687"/>
                  </a:cubicBezTo>
                  <a:close/>
                  <a:moveTo>
                    <a:pt x="6672" y="4532"/>
                  </a:moveTo>
                  <a:cubicBezTo>
                    <a:pt x="7416" y="4532"/>
                    <a:pt x="8169" y="5082"/>
                    <a:pt x="9042" y="5955"/>
                  </a:cubicBezTo>
                  <a:cubicBezTo>
                    <a:pt x="10555" y="7467"/>
                    <a:pt x="11059" y="8538"/>
                    <a:pt x="9798" y="9735"/>
                  </a:cubicBezTo>
                  <a:cubicBezTo>
                    <a:pt x="9105" y="10460"/>
                    <a:pt x="7908" y="11090"/>
                    <a:pt x="6774" y="11374"/>
                  </a:cubicBezTo>
                  <a:cubicBezTo>
                    <a:pt x="6350" y="11482"/>
                    <a:pt x="5952" y="11535"/>
                    <a:pt x="5591" y="11535"/>
                  </a:cubicBezTo>
                  <a:cubicBezTo>
                    <a:pt x="4905" y="11535"/>
                    <a:pt x="4352" y="11346"/>
                    <a:pt x="4002" y="10996"/>
                  </a:cubicBezTo>
                  <a:cubicBezTo>
                    <a:pt x="3466" y="10460"/>
                    <a:pt x="3340" y="9452"/>
                    <a:pt x="3655" y="8255"/>
                  </a:cubicBezTo>
                  <a:cubicBezTo>
                    <a:pt x="3939" y="7089"/>
                    <a:pt x="4569" y="5923"/>
                    <a:pt x="5262" y="5230"/>
                  </a:cubicBezTo>
                  <a:cubicBezTo>
                    <a:pt x="5746" y="4746"/>
                    <a:pt x="6207" y="4532"/>
                    <a:pt x="6672" y="4532"/>
                  </a:cubicBezTo>
                  <a:close/>
                  <a:moveTo>
                    <a:pt x="3935" y="0"/>
                  </a:moveTo>
                  <a:cubicBezTo>
                    <a:pt x="3844" y="0"/>
                    <a:pt x="3750" y="32"/>
                    <a:pt x="3687" y="95"/>
                  </a:cubicBezTo>
                  <a:cubicBezTo>
                    <a:pt x="3655" y="126"/>
                    <a:pt x="3025" y="694"/>
                    <a:pt x="2899" y="1481"/>
                  </a:cubicBezTo>
                  <a:cubicBezTo>
                    <a:pt x="2804" y="1418"/>
                    <a:pt x="2647" y="1418"/>
                    <a:pt x="2521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96"/>
                  </a:cubicBezTo>
                  <a:cubicBezTo>
                    <a:pt x="1450" y="2300"/>
                    <a:pt x="1639" y="2741"/>
                    <a:pt x="1954" y="3056"/>
                  </a:cubicBezTo>
                  <a:cubicBezTo>
                    <a:pt x="694" y="3371"/>
                    <a:pt x="0" y="4222"/>
                    <a:pt x="0" y="5671"/>
                  </a:cubicBezTo>
                  <a:cubicBezTo>
                    <a:pt x="0" y="6774"/>
                    <a:pt x="378" y="8097"/>
                    <a:pt x="1009" y="9200"/>
                  </a:cubicBezTo>
                  <a:cubicBezTo>
                    <a:pt x="1702" y="10397"/>
                    <a:pt x="2552" y="11153"/>
                    <a:pt x="3466" y="11405"/>
                  </a:cubicBezTo>
                  <a:cubicBezTo>
                    <a:pt x="4002" y="11941"/>
                    <a:pt x="4758" y="12193"/>
                    <a:pt x="5545" y="12193"/>
                  </a:cubicBezTo>
                  <a:cubicBezTo>
                    <a:pt x="5986" y="12193"/>
                    <a:pt x="6427" y="12098"/>
                    <a:pt x="6932" y="11972"/>
                  </a:cubicBezTo>
                  <a:cubicBezTo>
                    <a:pt x="8192" y="11657"/>
                    <a:pt x="9483" y="10964"/>
                    <a:pt x="10303" y="10177"/>
                  </a:cubicBezTo>
                  <a:cubicBezTo>
                    <a:pt x="11374" y="9105"/>
                    <a:pt x="11468" y="8034"/>
                    <a:pt x="10838" y="6900"/>
                  </a:cubicBezTo>
                  <a:lnTo>
                    <a:pt x="10838" y="6900"/>
                  </a:lnTo>
                  <a:cubicBezTo>
                    <a:pt x="10921" y="6917"/>
                    <a:pt x="11002" y="6924"/>
                    <a:pt x="11081" y="6924"/>
                  </a:cubicBezTo>
                  <a:cubicBezTo>
                    <a:pt x="11453" y="6924"/>
                    <a:pt x="11787" y="6750"/>
                    <a:pt x="12098" y="6490"/>
                  </a:cubicBezTo>
                  <a:cubicBezTo>
                    <a:pt x="12256" y="6333"/>
                    <a:pt x="12256" y="6112"/>
                    <a:pt x="12098" y="5955"/>
                  </a:cubicBezTo>
                  <a:lnTo>
                    <a:pt x="11563" y="5451"/>
                  </a:lnTo>
                  <a:cubicBezTo>
                    <a:pt x="11500" y="5388"/>
                    <a:pt x="11374" y="5293"/>
                    <a:pt x="11248" y="5230"/>
                  </a:cubicBezTo>
                  <a:cubicBezTo>
                    <a:pt x="11689" y="4537"/>
                    <a:pt x="11657" y="3718"/>
                    <a:pt x="11657" y="3687"/>
                  </a:cubicBezTo>
                  <a:cubicBezTo>
                    <a:pt x="11657" y="3497"/>
                    <a:pt x="11500" y="3371"/>
                    <a:pt x="11311" y="3308"/>
                  </a:cubicBezTo>
                  <a:cubicBezTo>
                    <a:pt x="11303" y="3308"/>
                    <a:pt x="11283" y="3308"/>
                    <a:pt x="11252" y="3308"/>
                  </a:cubicBezTo>
                  <a:cubicBezTo>
                    <a:pt x="11038" y="3308"/>
                    <a:pt x="10318" y="3332"/>
                    <a:pt x="9767" y="3718"/>
                  </a:cubicBezTo>
                  <a:cubicBezTo>
                    <a:pt x="9672" y="3592"/>
                    <a:pt x="9609" y="3529"/>
                    <a:pt x="9515" y="3403"/>
                  </a:cubicBezTo>
                  <a:lnTo>
                    <a:pt x="9011" y="2899"/>
                  </a:lnTo>
                  <a:cubicBezTo>
                    <a:pt x="8932" y="2820"/>
                    <a:pt x="8845" y="2781"/>
                    <a:pt x="8759" y="2781"/>
                  </a:cubicBezTo>
                  <a:cubicBezTo>
                    <a:pt x="8672" y="2781"/>
                    <a:pt x="8586" y="2820"/>
                    <a:pt x="8507" y="2899"/>
                  </a:cubicBezTo>
                  <a:cubicBezTo>
                    <a:pt x="8160" y="3245"/>
                    <a:pt x="8003" y="3718"/>
                    <a:pt x="8003" y="4159"/>
                  </a:cubicBezTo>
                  <a:cubicBezTo>
                    <a:pt x="7751" y="4033"/>
                    <a:pt x="7530" y="3907"/>
                    <a:pt x="7278" y="3844"/>
                  </a:cubicBezTo>
                  <a:cubicBezTo>
                    <a:pt x="7247" y="3844"/>
                    <a:pt x="7215" y="3844"/>
                    <a:pt x="7215" y="3781"/>
                  </a:cubicBezTo>
                  <a:cubicBezTo>
                    <a:pt x="6900" y="3466"/>
                    <a:pt x="6459" y="3214"/>
                    <a:pt x="5860" y="3088"/>
                  </a:cubicBezTo>
                  <a:cubicBezTo>
                    <a:pt x="6207" y="2773"/>
                    <a:pt x="6427" y="2300"/>
                    <a:pt x="6427" y="1796"/>
                  </a:cubicBezTo>
                  <a:cubicBezTo>
                    <a:pt x="6427" y="1576"/>
                    <a:pt x="6270" y="1418"/>
                    <a:pt x="6049" y="1418"/>
                  </a:cubicBezTo>
                  <a:lnTo>
                    <a:pt x="5356" y="1418"/>
                  </a:lnTo>
                  <a:cubicBezTo>
                    <a:pt x="5230" y="1418"/>
                    <a:pt x="5073" y="1418"/>
                    <a:pt x="4947" y="1481"/>
                  </a:cubicBezTo>
                  <a:cubicBezTo>
                    <a:pt x="4789" y="694"/>
                    <a:pt x="4159" y="126"/>
                    <a:pt x="4159" y="95"/>
                  </a:cubicBezTo>
                  <a:cubicBezTo>
                    <a:pt x="4112" y="32"/>
                    <a:pt x="4025" y="0"/>
                    <a:pt x="39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0" name="Google Shape;13700;p142"/>
            <p:cNvSpPr/>
            <p:nvPr/>
          </p:nvSpPr>
          <p:spPr>
            <a:xfrm>
              <a:off x="-18496300" y="2977800"/>
              <a:ext cx="33100" cy="31925"/>
            </a:xfrm>
            <a:custGeom>
              <a:avLst/>
              <a:gdLst/>
              <a:ahLst/>
              <a:cxnLst/>
              <a:rect l="l" t="t" r="r" b="b"/>
              <a:pathLst>
                <a:path w="1324" h="1277" extrusionOk="0">
                  <a:moveTo>
                    <a:pt x="914" y="0"/>
                  </a:moveTo>
                  <a:cubicBezTo>
                    <a:pt x="827" y="0"/>
                    <a:pt x="740" y="40"/>
                    <a:pt x="662" y="119"/>
                  </a:cubicBezTo>
                  <a:lnTo>
                    <a:pt x="158" y="654"/>
                  </a:lnTo>
                  <a:cubicBezTo>
                    <a:pt x="0" y="812"/>
                    <a:pt x="0" y="1001"/>
                    <a:pt x="158" y="1158"/>
                  </a:cubicBezTo>
                  <a:cubicBezTo>
                    <a:pt x="205" y="1237"/>
                    <a:pt x="291" y="1276"/>
                    <a:pt x="386" y="1276"/>
                  </a:cubicBezTo>
                  <a:cubicBezTo>
                    <a:pt x="480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7"/>
                    <a:pt x="1323" y="276"/>
                    <a:pt x="1166" y="119"/>
                  </a:cubicBezTo>
                  <a:cubicBezTo>
                    <a:pt x="1087" y="40"/>
                    <a:pt x="1000" y="0"/>
                    <a:pt x="9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1" name="Google Shape;13701;p142"/>
            <p:cNvSpPr/>
            <p:nvPr/>
          </p:nvSpPr>
          <p:spPr>
            <a:xfrm>
              <a:off x="-18559325" y="3042375"/>
              <a:ext cx="33100" cy="31150"/>
            </a:xfrm>
            <a:custGeom>
              <a:avLst/>
              <a:gdLst/>
              <a:ahLst/>
              <a:cxnLst/>
              <a:rect l="l" t="t" r="r" b="b"/>
              <a:pathLst>
                <a:path w="1324" h="1246" extrusionOk="0">
                  <a:moveTo>
                    <a:pt x="902" y="1"/>
                  </a:moveTo>
                  <a:cubicBezTo>
                    <a:pt x="812" y="1"/>
                    <a:pt x="725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37" y="1206"/>
                    <a:pt x="324" y="1245"/>
                    <a:pt x="410" y="1245"/>
                  </a:cubicBezTo>
                  <a:cubicBezTo>
                    <a:pt x="497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5"/>
                    <a:pt x="1324" y="276"/>
                    <a:pt x="1166" y="119"/>
                  </a:cubicBezTo>
                  <a:cubicBezTo>
                    <a:pt x="1088" y="40"/>
                    <a:pt x="993" y="1"/>
                    <a:pt x="9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2" name="Google Shape;13702;p142"/>
            <p:cNvSpPr/>
            <p:nvPr/>
          </p:nvSpPr>
          <p:spPr>
            <a:xfrm>
              <a:off x="-18559325" y="2991175"/>
              <a:ext cx="33100" cy="31150"/>
            </a:xfrm>
            <a:custGeom>
              <a:avLst/>
              <a:gdLst/>
              <a:ahLst/>
              <a:cxnLst/>
              <a:rect l="l" t="t" r="r" b="b"/>
              <a:pathLst>
                <a:path w="1324" h="1246" extrusionOk="0">
                  <a:moveTo>
                    <a:pt x="914" y="1"/>
                  </a:moveTo>
                  <a:cubicBezTo>
                    <a:pt x="828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05" y="1206"/>
                    <a:pt x="292" y="1245"/>
                    <a:pt x="387" y="1245"/>
                  </a:cubicBezTo>
                  <a:cubicBezTo>
                    <a:pt x="481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6"/>
                    <a:pt x="1324" y="277"/>
                    <a:pt x="1166" y="119"/>
                  </a:cubicBezTo>
                  <a:cubicBezTo>
                    <a:pt x="1088" y="40"/>
                    <a:pt x="1001" y="1"/>
                    <a:pt x="9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3" name="Google Shape;13703;p142"/>
            <p:cNvSpPr/>
            <p:nvPr/>
          </p:nvSpPr>
          <p:spPr>
            <a:xfrm>
              <a:off x="-18491575" y="3024275"/>
              <a:ext cx="33100" cy="31925"/>
            </a:xfrm>
            <a:custGeom>
              <a:avLst/>
              <a:gdLst/>
              <a:ahLst/>
              <a:cxnLst/>
              <a:rect l="l" t="t" r="r" b="b"/>
              <a:pathLst>
                <a:path w="1324" h="1277" extrusionOk="0">
                  <a:moveTo>
                    <a:pt x="902" y="0"/>
                  </a:moveTo>
                  <a:cubicBezTo>
                    <a:pt x="811" y="0"/>
                    <a:pt x="725" y="40"/>
                    <a:pt x="662" y="118"/>
                  </a:cubicBezTo>
                  <a:lnTo>
                    <a:pt x="158" y="654"/>
                  </a:lnTo>
                  <a:cubicBezTo>
                    <a:pt x="0" y="811"/>
                    <a:pt x="0" y="1000"/>
                    <a:pt x="158" y="1158"/>
                  </a:cubicBezTo>
                  <a:cubicBezTo>
                    <a:pt x="236" y="1237"/>
                    <a:pt x="323" y="1276"/>
                    <a:pt x="410" y="1276"/>
                  </a:cubicBezTo>
                  <a:cubicBezTo>
                    <a:pt x="496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6"/>
                    <a:pt x="1323" y="276"/>
                    <a:pt x="1166" y="118"/>
                  </a:cubicBezTo>
                  <a:cubicBezTo>
                    <a:pt x="1087" y="40"/>
                    <a:pt x="992" y="0"/>
                    <a:pt x="9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4" name="Google Shape;13704;p142"/>
            <p:cNvSpPr/>
            <p:nvPr/>
          </p:nvSpPr>
          <p:spPr>
            <a:xfrm>
              <a:off x="-18522300" y="2928175"/>
              <a:ext cx="32300" cy="31125"/>
            </a:xfrm>
            <a:custGeom>
              <a:avLst/>
              <a:gdLst/>
              <a:ahLst/>
              <a:cxnLst/>
              <a:rect l="l" t="t" r="r" b="b"/>
              <a:pathLst>
                <a:path w="1292" h="1245" extrusionOk="0">
                  <a:moveTo>
                    <a:pt x="930" y="1"/>
                  </a:moveTo>
                  <a:cubicBezTo>
                    <a:pt x="835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0" y="780"/>
                    <a:pt x="0" y="969"/>
                    <a:pt x="158" y="1127"/>
                  </a:cubicBezTo>
                  <a:cubicBezTo>
                    <a:pt x="237" y="1206"/>
                    <a:pt x="331" y="1245"/>
                    <a:pt x="422" y="1245"/>
                  </a:cubicBezTo>
                  <a:cubicBezTo>
                    <a:pt x="512" y="1245"/>
                    <a:pt x="599" y="1206"/>
                    <a:pt x="662" y="1127"/>
                  </a:cubicBezTo>
                  <a:lnTo>
                    <a:pt x="1198" y="623"/>
                  </a:lnTo>
                  <a:cubicBezTo>
                    <a:pt x="1292" y="497"/>
                    <a:pt x="1292" y="276"/>
                    <a:pt x="1198" y="119"/>
                  </a:cubicBezTo>
                  <a:cubicBezTo>
                    <a:pt x="1119" y="40"/>
                    <a:pt x="1024" y="1"/>
                    <a:pt x="9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5" name="Google Shape;13705;p142"/>
            <p:cNvSpPr/>
            <p:nvPr/>
          </p:nvSpPr>
          <p:spPr>
            <a:xfrm>
              <a:off x="-18446700" y="3004375"/>
              <a:ext cx="33900" cy="31325"/>
            </a:xfrm>
            <a:custGeom>
              <a:avLst/>
              <a:gdLst/>
              <a:ahLst/>
              <a:cxnLst/>
              <a:rect l="l" t="t" r="r" b="b"/>
              <a:pathLst>
                <a:path w="1356" h="1253" extrusionOk="0">
                  <a:moveTo>
                    <a:pt x="922" y="1"/>
                  </a:moveTo>
                  <a:cubicBezTo>
                    <a:pt x="828" y="1"/>
                    <a:pt x="741" y="32"/>
                    <a:pt x="694" y="95"/>
                  </a:cubicBezTo>
                  <a:lnTo>
                    <a:pt x="158" y="599"/>
                  </a:lnTo>
                  <a:cubicBezTo>
                    <a:pt x="1" y="757"/>
                    <a:pt x="1" y="977"/>
                    <a:pt x="158" y="1135"/>
                  </a:cubicBezTo>
                  <a:cubicBezTo>
                    <a:pt x="253" y="1214"/>
                    <a:pt x="347" y="1253"/>
                    <a:pt x="438" y="1253"/>
                  </a:cubicBezTo>
                  <a:cubicBezTo>
                    <a:pt x="529" y="1253"/>
                    <a:pt x="615" y="1214"/>
                    <a:pt x="694" y="1135"/>
                  </a:cubicBezTo>
                  <a:lnTo>
                    <a:pt x="1198" y="599"/>
                  </a:lnTo>
                  <a:cubicBezTo>
                    <a:pt x="1356" y="442"/>
                    <a:pt x="1356" y="253"/>
                    <a:pt x="1198" y="95"/>
                  </a:cubicBezTo>
                  <a:cubicBezTo>
                    <a:pt x="1119" y="32"/>
                    <a:pt x="1017" y="1"/>
                    <a:pt x="9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06" name="Google Shape;13706;p142"/>
          <p:cNvGrpSpPr/>
          <p:nvPr/>
        </p:nvGrpSpPr>
        <p:grpSpPr>
          <a:xfrm>
            <a:off x="7885658" y="1687693"/>
            <a:ext cx="416361" cy="475125"/>
            <a:chOff x="-16798200" y="2050575"/>
            <a:chExt cx="267825" cy="305625"/>
          </a:xfrm>
        </p:grpSpPr>
        <p:sp>
          <p:nvSpPr>
            <p:cNvPr id="13707" name="Google Shape;13707;p142"/>
            <p:cNvSpPr/>
            <p:nvPr/>
          </p:nvSpPr>
          <p:spPr>
            <a:xfrm>
              <a:off x="-16798200" y="2050575"/>
              <a:ext cx="267825" cy="305625"/>
            </a:xfrm>
            <a:custGeom>
              <a:avLst/>
              <a:gdLst/>
              <a:ahLst/>
              <a:cxnLst/>
              <a:rect l="l" t="t" r="r" b="b"/>
              <a:pathLst>
                <a:path w="10713" h="12225" extrusionOk="0">
                  <a:moveTo>
                    <a:pt x="5388" y="725"/>
                  </a:moveTo>
                  <a:cubicBezTo>
                    <a:pt x="7940" y="725"/>
                    <a:pt x="10051" y="2804"/>
                    <a:pt x="10051" y="5356"/>
                  </a:cubicBezTo>
                  <a:cubicBezTo>
                    <a:pt x="9988" y="5545"/>
                    <a:pt x="9830" y="5734"/>
                    <a:pt x="9641" y="5734"/>
                  </a:cubicBezTo>
                  <a:lnTo>
                    <a:pt x="1103" y="5734"/>
                  </a:lnTo>
                  <a:cubicBezTo>
                    <a:pt x="914" y="5734"/>
                    <a:pt x="757" y="5545"/>
                    <a:pt x="757" y="5356"/>
                  </a:cubicBezTo>
                  <a:cubicBezTo>
                    <a:pt x="757" y="2804"/>
                    <a:pt x="2836" y="725"/>
                    <a:pt x="5388" y="725"/>
                  </a:cubicBezTo>
                  <a:close/>
                  <a:moveTo>
                    <a:pt x="6050" y="6459"/>
                  </a:moveTo>
                  <a:cubicBezTo>
                    <a:pt x="6113" y="7561"/>
                    <a:pt x="6428" y="8664"/>
                    <a:pt x="6743" y="9609"/>
                  </a:cubicBezTo>
                  <a:cubicBezTo>
                    <a:pt x="6774" y="9767"/>
                    <a:pt x="6806" y="9893"/>
                    <a:pt x="6806" y="10050"/>
                  </a:cubicBezTo>
                  <a:cubicBezTo>
                    <a:pt x="6806" y="10491"/>
                    <a:pt x="6617" y="10901"/>
                    <a:pt x="6270" y="11185"/>
                  </a:cubicBezTo>
                  <a:cubicBezTo>
                    <a:pt x="6004" y="11387"/>
                    <a:pt x="5692" y="11481"/>
                    <a:pt x="5383" y="11481"/>
                  </a:cubicBezTo>
                  <a:cubicBezTo>
                    <a:pt x="4778" y="11481"/>
                    <a:pt x="4190" y="11118"/>
                    <a:pt x="4002" y="10491"/>
                  </a:cubicBezTo>
                  <a:cubicBezTo>
                    <a:pt x="3939" y="10176"/>
                    <a:pt x="3939" y="9861"/>
                    <a:pt x="4065" y="9546"/>
                  </a:cubicBezTo>
                  <a:cubicBezTo>
                    <a:pt x="4443" y="8601"/>
                    <a:pt x="4632" y="7530"/>
                    <a:pt x="4632" y="6459"/>
                  </a:cubicBezTo>
                  <a:close/>
                  <a:moveTo>
                    <a:pt x="5357" y="0"/>
                  </a:moveTo>
                  <a:cubicBezTo>
                    <a:pt x="2395" y="0"/>
                    <a:pt x="1" y="2395"/>
                    <a:pt x="1" y="5356"/>
                  </a:cubicBezTo>
                  <a:cubicBezTo>
                    <a:pt x="1" y="5955"/>
                    <a:pt x="473" y="6427"/>
                    <a:pt x="1072" y="6427"/>
                  </a:cubicBezTo>
                  <a:lnTo>
                    <a:pt x="3907" y="6427"/>
                  </a:lnTo>
                  <a:cubicBezTo>
                    <a:pt x="3907" y="7404"/>
                    <a:pt x="3718" y="8381"/>
                    <a:pt x="3340" y="9263"/>
                  </a:cubicBezTo>
                  <a:cubicBezTo>
                    <a:pt x="3151" y="9704"/>
                    <a:pt x="3151" y="10208"/>
                    <a:pt x="3277" y="10680"/>
                  </a:cubicBezTo>
                  <a:cubicBezTo>
                    <a:pt x="3498" y="11500"/>
                    <a:pt x="4285" y="12224"/>
                    <a:pt x="5325" y="12224"/>
                  </a:cubicBezTo>
                  <a:cubicBezTo>
                    <a:pt x="6491" y="12224"/>
                    <a:pt x="7436" y="11279"/>
                    <a:pt x="7436" y="10082"/>
                  </a:cubicBezTo>
                  <a:cubicBezTo>
                    <a:pt x="7436" y="9861"/>
                    <a:pt x="7404" y="9641"/>
                    <a:pt x="7341" y="9420"/>
                  </a:cubicBezTo>
                  <a:cubicBezTo>
                    <a:pt x="7058" y="8538"/>
                    <a:pt x="6743" y="7498"/>
                    <a:pt x="6743" y="6459"/>
                  </a:cubicBezTo>
                  <a:lnTo>
                    <a:pt x="9578" y="6459"/>
                  </a:lnTo>
                  <a:cubicBezTo>
                    <a:pt x="10177" y="6459"/>
                    <a:pt x="10649" y="5986"/>
                    <a:pt x="10649" y="5388"/>
                  </a:cubicBezTo>
                  <a:cubicBezTo>
                    <a:pt x="10712" y="2395"/>
                    <a:pt x="8350" y="0"/>
                    <a:pt x="53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8" name="Google Shape;13708;p142"/>
            <p:cNvSpPr/>
            <p:nvPr/>
          </p:nvSpPr>
          <p:spPr>
            <a:xfrm>
              <a:off x="-16743850" y="21230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61"/>
                    <a:pt x="1261" y="1418"/>
                    <a:pt x="1040" y="1418"/>
                  </a:cubicBezTo>
                  <a:cubicBezTo>
                    <a:pt x="851" y="1418"/>
                    <a:pt x="694" y="1261"/>
                    <a:pt x="694" y="1040"/>
                  </a:cubicBezTo>
                  <a:cubicBezTo>
                    <a:pt x="694" y="851"/>
                    <a:pt x="851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39"/>
                    <a:pt x="473" y="2112"/>
                    <a:pt x="1040" y="2112"/>
                  </a:cubicBezTo>
                  <a:cubicBezTo>
                    <a:pt x="1639" y="2112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9" name="Google Shape;13709;p142"/>
            <p:cNvSpPr/>
            <p:nvPr/>
          </p:nvSpPr>
          <p:spPr>
            <a:xfrm>
              <a:off x="-16691075" y="2087600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3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10" name="Google Shape;13710;p142"/>
          <p:cNvGrpSpPr/>
          <p:nvPr/>
        </p:nvGrpSpPr>
        <p:grpSpPr>
          <a:xfrm>
            <a:off x="7856276" y="2852127"/>
            <a:ext cx="475125" cy="471432"/>
            <a:chOff x="-16817100" y="2801175"/>
            <a:chExt cx="305625" cy="303250"/>
          </a:xfrm>
        </p:grpSpPr>
        <p:sp>
          <p:nvSpPr>
            <p:cNvPr id="13711" name="Google Shape;13711;p142"/>
            <p:cNvSpPr/>
            <p:nvPr/>
          </p:nvSpPr>
          <p:spPr>
            <a:xfrm>
              <a:off x="-16817100" y="2801175"/>
              <a:ext cx="305625" cy="232375"/>
            </a:xfrm>
            <a:custGeom>
              <a:avLst/>
              <a:gdLst/>
              <a:ahLst/>
              <a:cxnLst/>
              <a:rect l="l" t="t" r="r" b="b"/>
              <a:pathLst>
                <a:path w="12225" h="9295" extrusionOk="0">
                  <a:moveTo>
                    <a:pt x="8633" y="1418"/>
                  </a:moveTo>
                  <a:lnTo>
                    <a:pt x="8633" y="7152"/>
                  </a:lnTo>
                  <a:cubicBezTo>
                    <a:pt x="8507" y="7152"/>
                    <a:pt x="8381" y="7120"/>
                    <a:pt x="8286" y="7120"/>
                  </a:cubicBezTo>
                  <a:cubicBezTo>
                    <a:pt x="8034" y="7120"/>
                    <a:pt x="7845" y="7152"/>
                    <a:pt x="7656" y="7247"/>
                  </a:cubicBezTo>
                  <a:cubicBezTo>
                    <a:pt x="7373" y="6837"/>
                    <a:pt x="6963" y="6522"/>
                    <a:pt x="6491" y="6459"/>
                  </a:cubicBezTo>
                  <a:lnTo>
                    <a:pt x="6491" y="4600"/>
                  </a:lnTo>
                  <a:cubicBezTo>
                    <a:pt x="6491" y="4411"/>
                    <a:pt x="6333" y="4254"/>
                    <a:pt x="6144" y="4254"/>
                  </a:cubicBezTo>
                  <a:cubicBezTo>
                    <a:pt x="5955" y="4254"/>
                    <a:pt x="5798" y="4411"/>
                    <a:pt x="5798" y="4600"/>
                  </a:cubicBezTo>
                  <a:lnTo>
                    <a:pt x="5798" y="6459"/>
                  </a:lnTo>
                  <a:cubicBezTo>
                    <a:pt x="5325" y="6522"/>
                    <a:pt x="4884" y="6837"/>
                    <a:pt x="4663" y="7247"/>
                  </a:cubicBezTo>
                  <a:cubicBezTo>
                    <a:pt x="4443" y="7152"/>
                    <a:pt x="4222" y="7120"/>
                    <a:pt x="4033" y="7120"/>
                  </a:cubicBezTo>
                  <a:cubicBezTo>
                    <a:pt x="3907" y="7120"/>
                    <a:pt x="3781" y="7120"/>
                    <a:pt x="3655" y="7152"/>
                  </a:cubicBezTo>
                  <a:lnTo>
                    <a:pt x="3655" y="1418"/>
                  </a:lnTo>
                  <a:lnTo>
                    <a:pt x="4380" y="1418"/>
                  </a:lnTo>
                  <a:lnTo>
                    <a:pt x="4380" y="2458"/>
                  </a:lnTo>
                  <a:cubicBezTo>
                    <a:pt x="4380" y="2678"/>
                    <a:pt x="4537" y="2836"/>
                    <a:pt x="4726" y="2836"/>
                  </a:cubicBezTo>
                  <a:cubicBezTo>
                    <a:pt x="4915" y="2836"/>
                    <a:pt x="5073" y="2678"/>
                    <a:pt x="5073" y="2458"/>
                  </a:cubicBezTo>
                  <a:lnTo>
                    <a:pt x="5073" y="1418"/>
                  </a:lnTo>
                  <a:lnTo>
                    <a:pt x="5798" y="1418"/>
                  </a:lnTo>
                  <a:lnTo>
                    <a:pt x="5798" y="3182"/>
                  </a:lnTo>
                  <a:cubicBezTo>
                    <a:pt x="5798" y="3371"/>
                    <a:pt x="5955" y="3529"/>
                    <a:pt x="6144" y="3529"/>
                  </a:cubicBezTo>
                  <a:cubicBezTo>
                    <a:pt x="6333" y="3529"/>
                    <a:pt x="6491" y="3371"/>
                    <a:pt x="6491" y="3182"/>
                  </a:cubicBezTo>
                  <a:lnTo>
                    <a:pt x="6491" y="1418"/>
                  </a:lnTo>
                  <a:lnTo>
                    <a:pt x="7215" y="1418"/>
                  </a:lnTo>
                  <a:lnTo>
                    <a:pt x="7215" y="2458"/>
                  </a:lnTo>
                  <a:cubicBezTo>
                    <a:pt x="7215" y="2678"/>
                    <a:pt x="7373" y="2836"/>
                    <a:pt x="7562" y="2836"/>
                  </a:cubicBezTo>
                  <a:cubicBezTo>
                    <a:pt x="7751" y="2836"/>
                    <a:pt x="7940" y="2678"/>
                    <a:pt x="7940" y="2458"/>
                  </a:cubicBezTo>
                  <a:lnTo>
                    <a:pt x="7940" y="1418"/>
                  </a:lnTo>
                  <a:close/>
                  <a:moveTo>
                    <a:pt x="6144" y="7120"/>
                  </a:moveTo>
                  <a:cubicBezTo>
                    <a:pt x="6585" y="7120"/>
                    <a:pt x="7026" y="7404"/>
                    <a:pt x="7184" y="7845"/>
                  </a:cubicBezTo>
                  <a:cubicBezTo>
                    <a:pt x="7227" y="7998"/>
                    <a:pt x="7378" y="8091"/>
                    <a:pt x="7528" y="8091"/>
                  </a:cubicBezTo>
                  <a:cubicBezTo>
                    <a:pt x="7595" y="8091"/>
                    <a:pt x="7662" y="8073"/>
                    <a:pt x="7719" y="8034"/>
                  </a:cubicBezTo>
                  <a:cubicBezTo>
                    <a:pt x="7877" y="7908"/>
                    <a:pt x="8129" y="7845"/>
                    <a:pt x="8318" y="7845"/>
                  </a:cubicBezTo>
                  <a:cubicBezTo>
                    <a:pt x="8790" y="7845"/>
                    <a:pt x="9169" y="8160"/>
                    <a:pt x="9326" y="8538"/>
                  </a:cubicBezTo>
                  <a:lnTo>
                    <a:pt x="3025" y="8538"/>
                  </a:lnTo>
                  <a:cubicBezTo>
                    <a:pt x="3120" y="8160"/>
                    <a:pt x="3498" y="7845"/>
                    <a:pt x="3970" y="7845"/>
                  </a:cubicBezTo>
                  <a:cubicBezTo>
                    <a:pt x="4191" y="7845"/>
                    <a:pt x="4411" y="7908"/>
                    <a:pt x="4569" y="8034"/>
                  </a:cubicBezTo>
                  <a:cubicBezTo>
                    <a:pt x="4624" y="8071"/>
                    <a:pt x="4680" y="8086"/>
                    <a:pt x="4741" y="8086"/>
                  </a:cubicBezTo>
                  <a:cubicBezTo>
                    <a:pt x="4785" y="8086"/>
                    <a:pt x="4832" y="8079"/>
                    <a:pt x="4884" y="8066"/>
                  </a:cubicBezTo>
                  <a:cubicBezTo>
                    <a:pt x="5010" y="8034"/>
                    <a:pt x="5073" y="7940"/>
                    <a:pt x="5136" y="7845"/>
                  </a:cubicBezTo>
                  <a:cubicBezTo>
                    <a:pt x="5293" y="7404"/>
                    <a:pt x="5671" y="7120"/>
                    <a:pt x="6144" y="7120"/>
                  </a:cubicBezTo>
                  <a:close/>
                  <a:moveTo>
                    <a:pt x="9704" y="694"/>
                  </a:moveTo>
                  <a:cubicBezTo>
                    <a:pt x="9893" y="694"/>
                    <a:pt x="10051" y="851"/>
                    <a:pt x="10051" y="1072"/>
                  </a:cubicBezTo>
                  <a:lnTo>
                    <a:pt x="10051" y="6049"/>
                  </a:lnTo>
                  <a:cubicBezTo>
                    <a:pt x="10051" y="6270"/>
                    <a:pt x="10208" y="6427"/>
                    <a:pt x="10397" y="6427"/>
                  </a:cubicBezTo>
                  <a:cubicBezTo>
                    <a:pt x="10618" y="6427"/>
                    <a:pt x="10775" y="6270"/>
                    <a:pt x="10775" y="6049"/>
                  </a:cubicBezTo>
                  <a:lnTo>
                    <a:pt x="10775" y="2111"/>
                  </a:lnTo>
                  <a:lnTo>
                    <a:pt x="11122" y="2111"/>
                  </a:lnTo>
                  <a:cubicBezTo>
                    <a:pt x="11311" y="2111"/>
                    <a:pt x="11500" y="2269"/>
                    <a:pt x="11500" y="2489"/>
                  </a:cubicBezTo>
                  <a:lnTo>
                    <a:pt x="11500" y="8538"/>
                  </a:lnTo>
                  <a:lnTo>
                    <a:pt x="10019" y="8538"/>
                  </a:lnTo>
                  <a:cubicBezTo>
                    <a:pt x="9925" y="8097"/>
                    <a:pt x="9641" y="7719"/>
                    <a:pt x="9326" y="7467"/>
                  </a:cubicBezTo>
                  <a:lnTo>
                    <a:pt x="9326" y="1072"/>
                  </a:lnTo>
                  <a:cubicBezTo>
                    <a:pt x="9326" y="851"/>
                    <a:pt x="9515" y="694"/>
                    <a:pt x="9704" y="694"/>
                  </a:cubicBezTo>
                  <a:close/>
                  <a:moveTo>
                    <a:pt x="2584" y="694"/>
                  </a:moveTo>
                  <a:cubicBezTo>
                    <a:pt x="2773" y="694"/>
                    <a:pt x="2931" y="851"/>
                    <a:pt x="2931" y="1072"/>
                  </a:cubicBezTo>
                  <a:lnTo>
                    <a:pt x="2931" y="7530"/>
                  </a:lnTo>
                  <a:cubicBezTo>
                    <a:pt x="2584" y="7782"/>
                    <a:pt x="2332" y="8160"/>
                    <a:pt x="2269" y="8570"/>
                  </a:cubicBezTo>
                  <a:lnTo>
                    <a:pt x="757" y="8570"/>
                  </a:lnTo>
                  <a:lnTo>
                    <a:pt x="757" y="2489"/>
                  </a:lnTo>
                  <a:cubicBezTo>
                    <a:pt x="757" y="2269"/>
                    <a:pt x="946" y="2111"/>
                    <a:pt x="1135" y="2111"/>
                  </a:cubicBezTo>
                  <a:lnTo>
                    <a:pt x="1513" y="2111"/>
                  </a:lnTo>
                  <a:lnTo>
                    <a:pt x="1513" y="6049"/>
                  </a:lnTo>
                  <a:cubicBezTo>
                    <a:pt x="1513" y="6270"/>
                    <a:pt x="1670" y="6427"/>
                    <a:pt x="1859" y="6427"/>
                  </a:cubicBezTo>
                  <a:cubicBezTo>
                    <a:pt x="2048" y="6427"/>
                    <a:pt x="2206" y="6270"/>
                    <a:pt x="2206" y="6049"/>
                  </a:cubicBezTo>
                  <a:lnTo>
                    <a:pt x="2206" y="1072"/>
                  </a:lnTo>
                  <a:cubicBezTo>
                    <a:pt x="2206" y="851"/>
                    <a:pt x="2363" y="694"/>
                    <a:pt x="2584" y="694"/>
                  </a:cubicBezTo>
                  <a:close/>
                  <a:moveTo>
                    <a:pt x="2521" y="0"/>
                  </a:moveTo>
                  <a:cubicBezTo>
                    <a:pt x="1922" y="0"/>
                    <a:pt x="1450" y="473"/>
                    <a:pt x="1450" y="1072"/>
                  </a:cubicBezTo>
                  <a:lnTo>
                    <a:pt x="1450" y="1418"/>
                  </a:lnTo>
                  <a:lnTo>
                    <a:pt x="1103" y="1418"/>
                  </a:lnTo>
                  <a:cubicBezTo>
                    <a:pt x="505" y="1418"/>
                    <a:pt x="1" y="1891"/>
                    <a:pt x="1" y="2489"/>
                  </a:cubicBezTo>
                  <a:lnTo>
                    <a:pt x="1" y="8948"/>
                  </a:lnTo>
                  <a:cubicBezTo>
                    <a:pt x="1" y="9137"/>
                    <a:pt x="158" y="9294"/>
                    <a:pt x="347" y="9294"/>
                  </a:cubicBezTo>
                  <a:lnTo>
                    <a:pt x="11815" y="9294"/>
                  </a:lnTo>
                  <a:cubicBezTo>
                    <a:pt x="12004" y="9294"/>
                    <a:pt x="12162" y="9137"/>
                    <a:pt x="12162" y="8948"/>
                  </a:cubicBezTo>
                  <a:lnTo>
                    <a:pt x="12162" y="2489"/>
                  </a:lnTo>
                  <a:cubicBezTo>
                    <a:pt x="12225" y="1891"/>
                    <a:pt x="11689" y="1418"/>
                    <a:pt x="11122" y="1418"/>
                  </a:cubicBezTo>
                  <a:lnTo>
                    <a:pt x="10744" y="1418"/>
                  </a:lnTo>
                  <a:lnTo>
                    <a:pt x="10744" y="1072"/>
                  </a:lnTo>
                  <a:cubicBezTo>
                    <a:pt x="10744" y="473"/>
                    <a:pt x="10271" y="0"/>
                    <a:pt x="9704" y="0"/>
                  </a:cubicBezTo>
                  <a:cubicBezTo>
                    <a:pt x="9232" y="0"/>
                    <a:pt x="8822" y="315"/>
                    <a:pt x="8664" y="694"/>
                  </a:cubicBezTo>
                  <a:lnTo>
                    <a:pt x="3561" y="694"/>
                  </a:lnTo>
                  <a:cubicBezTo>
                    <a:pt x="3403" y="284"/>
                    <a:pt x="2994" y="0"/>
                    <a:pt x="25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2" name="Google Shape;13712;p142"/>
            <p:cNvSpPr/>
            <p:nvPr/>
          </p:nvSpPr>
          <p:spPr>
            <a:xfrm>
              <a:off x="-16636725" y="2889375"/>
              <a:ext cx="18125" cy="72500"/>
            </a:xfrm>
            <a:custGeom>
              <a:avLst/>
              <a:gdLst/>
              <a:ahLst/>
              <a:cxnLst/>
              <a:rect l="l" t="t" r="r" b="b"/>
              <a:pathLst>
                <a:path w="725" h="2900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2521"/>
                  </a:lnTo>
                  <a:cubicBezTo>
                    <a:pt x="0" y="2742"/>
                    <a:pt x="158" y="2899"/>
                    <a:pt x="347" y="2899"/>
                  </a:cubicBezTo>
                  <a:cubicBezTo>
                    <a:pt x="536" y="2899"/>
                    <a:pt x="725" y="2742"/>
                    <a:pt x="725" y="2521"/>
                  </a:cubicBezTo>
                  <a:lnTo>
                    <a:pt x="725" y="379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3" name="Google Shape;13713;p142"/>
            <p:cNvSpPr/>
            <p:nvPr/>
          </p:nvSpPr>
          <p:spPr>
            <a:xfrm>
              <a:off x="-16708400" y="2889375"/>
              <a:ext cx="17350" cy="72500"/>
            </a:xfrm>
            <a:custGeom>
              <a:avLst/>
              <a:gdLst/>
              <a:ahLst/>
              <a:cxnLst/>
              <a:rect l="l" t="t" r="r" b="b"/>
              <a:pathLst>
                <a:path w="694" h="2900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2521"/>
                  </a:lnTo>
                  <a:cubicBezTo>
                    <a:pt x="0" y="2742"/>
                    <a:pt x="158" y="2899"/>
                    <a:pt x="347" y="2899"/>
                  </a:cubicBezTo>
                  <a:cubicBezTo>
                    <a:pt x="536" y="2899"/>
                    <a:pt x="693" y="2742"/>
                    <a:pt x="693" y="2521"/>
                  </a:cubicBezTo>
                  <a:lnTo>
                    <a:pt x="693" y="379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4" name="Google Shape;13714;p142"/>
            <p:cNvSpPr/>
            <p:nvPr/>
          </p:nvSpPr>
          <p:spPr>
            <a:xfrm>
              <a:off x="-16816300" y="3050850"/>
              <a:ext cx="72475" cy="18150"/>
            </a:xfrm>
            <a:custGeom>
              <a:avLst/>
              <a:gdLst/>
              <a:ahLst/>
              <a:cxnLst/>
              <a:rect l="l" t="t" r="r" b="b"/>
              <a:pathLst>
                <a:path w="2899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2520" y="725"/>
                  </a:lnTo>
                  <a:cubicBezTo>
                    <a:pt x="2741" y="725"/>
                    <a:pt x="2899" y="568"/>
                    <a:pt x="2899" y="378"/>
                  </a:cubicBezTo>
                  <a:cubicBezTo>
                    <a:pt x="2899" y="158"/>
                    <a:pt x="2741" y="0"/>
                    <a:pt x="25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5" name="Google Shape;13715;p142"/>
            <p:cNvSpPr/>
            <p:nvPr/>
          </p:nvSpPr>
          <p:spPr>
            <a:xfrm>
              <a:off x="-16779300" y="3086300"/>
              <a:ext cx="88250" cy="18125"/>
            </a:xfrm>
            <a:custGeom>
              <a:avLst/>
              <a:gdLst/>
              <a:ahLst/>
              <a:cxnLst/>
              <a:rect l="l" t="t" r="r" b="b"/>
              <a:pathLst>
                <a:path w="353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3183" y="725"/>
                  </a:lnTo>
                  <a:cubicBezTo>
                    <a:pt x="3372" y="725"/>
                    <a:pt x="3529" y="567"/>
                    <a:pt x="3529" y="378"/>
                  </a:cubicBezTo>
                  <a:cubicBezTo>
                    <a:pt x="3529" y="221"/>
                    <a:pt x="3372" y="0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6" name="Google Shape;13716;p142"/>
            <p:cNvSpPr/>
            <p:nvPr/>
          </p:nvSpPr>
          <p:spPr>
            <a:xfrm>
              <a:off x="-16636725" y="3086300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221"/>
                    <a:pt x="3371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7" name="Google Shape;13717;p142"/>
            <p:cNvSpPr/>
            <p:nvPr/>
          </p:nvSpPr>
          <p:spPr>
            <a:xfrm>
              <a:off x="-16583950" y="3050850"/>
              <a:ext cx="72475" cy="18150"/>
            </a:xfrm>
            <a:custGeom>
              <a:avLst/>
              <a:gdLst/>
              <a:ahLst/>
              <a:cxnLst/>
              <a:rect l="l" t="t" r="r" b="b"/>
              <a:pathLst>
                <a:path w="2899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2520" y="725"/>
                  </a:lnTo>
                  <a:cubicBezTo>
                    <a:pt x="2741" y="725"/>
                    <a:pt x="2899" y="568"/>
                    <a:pt x="2899" y="378"/>
                  </a:cubicBezTo>
                  <a:cubicBezTo>
                    <a:pt x="2899" y="158"/>
                    <a:pt x="2741" y="0"/>
                    <a:pt x="25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8" name="Google Shape;13718;p142"/>
            <p:cNvSpPr/>
            <p:nvPr/>
          </p:nvSpPr>
          <p:spPr>
            <a:xfrm>
              <a:off x="-16726525" y="3050850"/>
              <a:ext cx="125250" cy="18150"/>
            </a:xfrm>
            <a:custGeom>
              <a:avLst/>
              <a:gdLst/>
              <a:ahLst/>
              <a:cxnLst/>
              <a:rect l="l" t="t" r="r" b="b"/>
              <a:pathLst>
                <a:path w="5010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4663" y="725"/>
                  </a:lnTo>
                  <a:cubicBezTo>
                    <a:pt x="4852" y="725"/>
                    <a:pt x="5010" y="568"/>
                    <a:pt x="5010" y="378"/>
                  </a:cubicBezTo>
                  <a:cubicBezTo>
                    <a:pt x="5010" y="158"/>
                    <a:pt x="4852" y="0"/>
                    <a:pt x="4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19" name="Google Shape;13719;p142"/>
          <p:cNvGrpSpPr/>
          <p:nvPr/>
        </p:nvGrpSpPr>
        <p:grpSpPr>
          <a:xfrm>
            <a:off x="7263396" y="3444614"/>
            <a:ext cx="476329" cy="475125"/>
            <a:chOff x="-15717575" y="2786200"/>
            <a:chExt cx="306400" cy="305625"/>
          </a:xfrm>
        </p:grpSpPr>
        <p:sp>
          <p:nvSpPr>
            <p:cNvPr id="13720" name="Google Shape;13720;p142"/>
            <p:cNvSpPr/>
            <p:nvPr/>
          </p:nvSpPr>
          <p:spPr>
            <a:xfrm>
              <a:off x="-15717575" y="2786200"/>
              <a:ext cx="306400" cy="305625"/>
            </a:xfrm>
            <a:custGeom>
              <a:avLst/>
              <a:gdLst/>
              <a:ahLst/>
              <a:cxnLst/>
              <a:rect l="l" t="t" r="r" b="b"/>
              <a:pathLst>
                <a:path w="12256" h="12225" extrusionOk="0">
                  <a:moveTo>
                    <a:pt x="1387" y="788"/>
                  </a:moveTo>
                  <a:cubicBezTo>
                    <a:pt x="1796" y="788"/>
                    <a:pt x="2111" y="1103"/>
                    <a:pt x="2111" y="1513"/>
                  </a:cubicBezTo>
                  <a:lnTo>
                    <a:pt x="2111" y="4727"/>
                  </a:lnTo>
                  <a:cubicBezTo>
                    <a:pt x="2111" y="5325"/>
                    <a:pt x="2584" y="5798"/>
                    <a:pt x="3151" y="5798"/>
                  </a:cubicBezTo>
                  <a:lnTo>
                    <a:pt x="3907" y="5798"/>
                  </a:lnTo>
                  <a:cubicBezTo>
                    <a:pt x="4096" y="5798"/>
                    <a:pt x="4254" y="5640"/>
                    <a:pt x="4254" y="5420"/>
                  </a:cubicBezTo>
                  <a:lnTo>
                    <a:pt x="4254" y="3309"/>
                  </a:lnTo>
                  <a:cubicBezTo>
                    <a:pt x="4254" y="2332"/>
                    <a:pt x="5041" y="1545"/>
                    <a:pt x="6049" y="1545"/>
                  </a:cubicBezTo>
                  <a:cubicBezTo>
                    <a:pt x="7026" y="1545"/>
                    <a:pt x="7814" y="2332"/>
                    <a:pt x="7814" y="3309"/>
                  </a:cubicBezTo>
                  <a:lnTo>
                    <a:pt x="7814" y="8318"/>
                  </a:lnTo>
                  <a:cubicBezTo>
                    <a:pt x="7814" y="8507"/>
                    <a:pt x="7971" y="8665"/>
                    <a:pt x="8160" y="8665"/>
                  </a:cubicBezTo>
                  <a:lnTo>
                    <a:pt x="8916" y="8665"/>
                  </a:lnTo>
                  <a:cubicBezTo>
                    <a:pt x="9515" y="8665"/>
                    <a:pt x="9988" y="8192"/>
                    <a:pt x="9988" y="7593"/>
                  </a:cubicBezTo>
                  <a:lnTo>
                    <a:pt x="9988" y="5105"/>
                  </a:lnTo>
                  <a:cubicBezTo>
                    <a:pt x="9988" y="4727"/>
                    <a:pt x="10303" y="4411"/>
                    <a:pt x="10681" y="4411"/>
                  </a:cubicBezTo>
                  <a:cubicBezTo>
                    <a:pt x="11090" y="4411"/>
                    <a:pt x="11405" y="4727"/>
                    <a:pt x="11405" y="5105"/>
                  </a:cubicBezTo>
                  <a:lnTo>
                    <a:pt x="11405" y="7562"/>
                  </a:lnTo>
                  <a:lnTo>
                    <a:pt x="11437" y="7562"/>
                  </a:lnTo>
                  <a:cubicBezTo>
                    <a:pt x="11437" y="8948"/>
                    <a:pt x="10334" y="10051"/>
                    <a:pt x="8948" y="10051"/>
                  </a:cubicBezTo>
                  <a:lnTo>
                    <a:pt x="8192" y="10051"/>
                  </a:lnTo>
                  <a:cubicBezTo>
                    <a:pt x="8003" y="10051"/>
                    <a:pt x="7845" y="10208"/>
                    <a:pt x="7845" y="10397"/>
                  </a:cubicBezTo>
                  <a:lnTo>
                    <a:pt x="7845" y="11500"/>
                  </a:lnTo>
                  <a:lnTo>
                    <a:pt x="4254" y="11500"/>
                  </a:lnTo>
                  <a:lnTo>
                    <a:pt x="4254" y="7562"/>
                  </a:lnTo>
                  <a:cubicBezTo>
                    <a:pt x="4254" y="7373"/>
                    <a:pt x="4096" y="7215"/>
                    <a:pt x="3907" y="7215"/>
                  </a:cubicBezTo>
                  <a:lnTo>
                    <a:pt x="3151" y="7215"/>
                  </a:lnTo>
                  <a:cubicBezTo>
                    <a:pt x="1796" y="7215"/>
                    <a:pt x="694" y="6113"/>
                    <a:pt x="694" y="4727"/>
                  </a:cubicBezTo>
                  <a:lnTo>
                    <a:pt x="694" y="1513"/>
                  </a:lnTo>
                  <a:cubicBezTo>
                    <a:pt x="694" y="1103"/>
                    <a:pt x="1009" y="788"/>
                    <a:pt x="1387" y="788"/>
                  </a:cubicBezTo>
                  <a:close/>
                  <a:moveTo>
                    <a:pt x="1418" y="1"/>
                  </a:moveTo>
                  <a:cubicBezTo>
                    <a:pt x="631" y="1"/>
                    <a:pt x="1" y="631"/>
                    <a:pt x="1" y="1419"/>
                  </a:cubicBezTo>
                  <a:lnTo>
                    <a:pt x="1" y="4664"/>
                  </a:lnTo>
                  <a:cubicBezTo>
                    <a:pt x="1" y="6428"/>
                    <a:pt x="1481" y="7877"/>
                    <a:pt x="3246" y="7877"/>
                  </a:cubicBezTo>
                  <a:lnTo>
                    <a:pt x="3624" y="7877"/>
                  </a:lnTo>
                  <a:lnTo>
                    <a:pt x="3624" y="11500"/>
                  </a:lnTo>
                  <a:lnTo>
                    <a:pt x="2584" y="11500"/>
                  </a:lnTo>
                  <a:cubicBezTo>
                    <a:pt x="2363" y="11500"/>
                    <a:pt x="2206" y="11658"/>
                    <a:pt x="2206" y="11847"/>
                  </a:cubicBezTo>
                  <a:cubicBezTo>
                    <a:pt x="2206" y="12036"/>
                    <a:pt x="2363" y="12225"/>
                    <a:pt x="2584" y="12225"/>
                  </a:cubicBezTo>
                  <a:lnTo>
                    <a:pt x="9704" y="12225"/>
                  </a:lnTo>
                  <a:cubicBezTo>
                    <a:pt x="9893" y="12225"/>
                    <a:pt x="10051" y="12036"/>
                    <a:pt x="10051" y="11847"/>
                  </a:cubicBezTo>
                  <a:cubicBezTo>
                    <a:pt x="10051" y="11658"/>
                    <a:pt x="9893" y="11500"/>
                    <a:pt x="9704" y="11500"/>
                  </a:cubicBezTo>
                  <a:lnTo>
                    <a:pt x="8633" y="11500"/>
                  </a:lnTo>
                  <a:lnTo>
                    <a:pt x="8633" y="10744"/>
                  </a:lnTo>
                  <a:lnTo>
                    <a:pt x="9042" y="10744"/>
                  </a:lnTo>
                  <a:cubicBezTo>
                    <a:pt x="10807" y="10744"/>
                    <a:pt x="12256" y="9295"/>
                    <a:pt x="12256" y="7530"/>
                  </a:cubicBezTo>
                  <a:lnTo>
                    <a:pt x="12256" y="5042"/>
                  </a:lnTo>
                  <a:cubicBezTo>
                    <a:pt x="12130" y="4285"/>
                    <a:pt x="11500" y="3624"/>
                    <a:pt x="10712" y="3624"/>
                  </a:cubicBezTo>
                  <a:cubicBezTo>
                    <a:pt x="9925" y="3624"/>
                    <a:pt x="9294" y="4254"/>
                    <a:pt x="9294" y="5042"/>
                  </a:cubicBezTo>
                  <a:lnTo>
                    <a:pt x="9294" y="7530"/>
                  </a:lnTo>
                  <a:cubicBezTo>
                    <a:pt x="9294" y="7719"/>
                    <a:pt x="9137" y="7877"/>
                    <a:pt x="8948" y="7877"/>
                  </a:cubicBezTo>
                  <a:lnTo>
                    <a:pt x="8570" y="7877"/>
                  </a:lnTo>
                  <a:lnTo>
                    <a:pt x="8570" y="3246"/>
                  </a:lnTo>
                  <a:cubicBezTo>
                    <a:pt x="8570" y="1860"/>
                    <a:pt x="7467" y="757"/>
                    <a:pt x="6081" y="757"/>
                  </a:cubicBezTo>
                  <a:cubicBezTo>
                    <a:pt x="4695" y="757"/>
                    <a:pt x="3592" y="1860"/>
                    <a:pt x="3592" y="3246"/>
                  </a:cubicBezTo>
                  <a:lnTo>
                    <a:pt x="3592" y="5010"/>
                  </a:lnTo>
                  <a:lnTo>
                    <a:pt x="3214" y="5010"/>
                  </a:lnTo>
                  <a:cubicBezTo>
                    <a:pt x="2993" y="5010"/>
                    <a:pt x="2836" y="4853"/>
                    <a:pt x="2836" y="4664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1" name="Google Shape;13721;p142"/>
            <p:cNvSpPr/>
            <p:nvPr/>
          </p:nvSpPr>
          <p:spPr>
            <a:xfrm>
              <a:off x="-15593125" y="2859450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725" y="1261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2" name="Google Shape;13722;p142"/>
            <p:cNvSpPr/>
            <p:nvPr/>
          </p:nvSpPr>
          <p:spPr>
            <a:xfrm>
              <a:off x="-15593125" y="2966575"/>
              <a:ext cx="17350" cy="35475"/>
            </a:xfrm>
            <a:custGeom>
              <a:avLst/>
              <a:gdLst/>
              <a:ahLst/>
              <a:cxnLst/>
              <a:rect l="l" t="t" r="r" b="b"/>
              <a:pathLst>
                <a:path w="694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72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3" name="Google Shape;13723;p142"/>
            <p:cNvSpPr/>
            <p:nvPr/>
          </p:nvSpPr>
          <p:spPr>
            <a:xfrm>
              <a:off x="-15557675" y="2859450"/>
              <a:ext cx="17350" cy="35475"/>
            </a:xfrm>
            <a:custGeom>
              <a:avLst/>
              <a:gdLst/>
              <a:ahLst/>
              <a:cxnLst/>
              <a:rect l="l" t="t" r="r" b="b"/>
              <a:pathLst>
                <a:path w="694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40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4" name="Google Shape;13724;p142"/>
            <p:cNvSpPr/>
            <p:nvPr/>
          </p:nvSpPr>
          <p:spPr>
            <a:xfrm>
              <a:off x="-15557675" y="2966575"/>
              <a:ext cx="17350" cy="35475"/>
            </a:xfrm>
            <a:custGeom>
              <a:avLst/>
              <a:gdLst/>
              <a:ahLst/>
              <a:cxnLst/>
              <a:rect l="l" t="t" r="r" b="b"/>
              <a:pathLst>
                <a:path w="694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72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5" name="Google Shape;13725;p142"/>
            <p:cNvSpPr/>
            <p:nvPr/>
          </p:nvSpPr>
          <p:spPr>
            <a:xfrm>
              <a:off x="-15575800" y="291302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cubicBezTo>
                    <a:pt x="568" y="1418"/>
                    <a:pt x="725" y="1260"/>
                    <a:pt x="725" y="1071"/>
                  </a:cubicBezTo>
                  <a:lnTo>
                    <a:pt x="725" y="378"/>
                  </a:ln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6" name="Google Shape;13726;p142"/>
            <p:cNvSpPr/>
            <p:nvPr/>
          </p:nvSpPr>
          <p:spPr>
            <a:xfrm>
              <a:off x="-15575800" y="3019350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cubicBezTo>
                    <a:pt x="568" y="1418"/>
                    <a:pt x="725" y="1260"/>
                    <a:pt x="725" y="1071"/>
                  </a:cubicBezTo>
                  <a:lnTo>
                    <a:pt x="725" y="378"/>
                  </a:ln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27" name="Google Shape;13727;p142"/>
          <p:cNvGrpSpPr/>
          <p:nvPr/>
        </p:nvGrpSpPr>
        <p:grpSpPr>
          <a:xfrm>
            <a:off x="2600969" y="1688296"/>
            <a:ext cx="475125" cy="473920"/>
            <a:chOff x="-20173175" y="2038750"/>
            <a:chExt cx="305625" cy="304850"/>
          </a:xfrm>
        </p:grpSpPr>
        <p:sp>
          <p:nvSpPr>
            <p:cNvPr id="13728" name="Google Shape;13728;p142"/>
            <p:cNvSpPr/>
            <p:nvPr/>
          </p:nvSpPr>
          <p:spPr>
            <a:xfrm>
              <a:off x="-20173175" y="2038750"/>
              <a:ext cx="197725" cy="303275"/>
            </a:xfrm>
            <a:custGeom>
              <a:avLst/>
              <a:gdLst/>
              <a:ahLst/>
              <a:cxnLst/>
              <a:rect l="l" t="t" r="r" b="b"/>
              <a:pathLst>
                <a:path w="7909" h="12131" extrusionOk="0">
                  <a:moveTo>
                    <a:pt x="2175" y="3624"/>
                  </a:moveTo>
                  <a:cubicBezTo>
                    <a:pt x="3120" y="3781"/>
                    <a:pt x="3908" y="4506"/>
                    <a:pt x="4160" y="5451"/>
                  </a:cubicBezTo>
                  <a:cubicBezTo>
                    <a:pt x="3845" y="5294"/>
                    <a:pt x="3372" y="5136"/>
                    <a:pt x="2931" y="5042"/>
                  </a:cubicBezTo>
                  <a:cubicBezTo>
                    <a:pt x="2521" y="4663"/>
                    <a:pt x="2238" y="4191"/>
                    <a:pt x="2175" y="3624"/>
                  </a:cubicBezTo>
                  <a:close/>
                  <a:moveTo>
                    <a:pt x="6932" y="725"/>
                  </a:moveTo>
                  <a:cubicBezTo>
                    <a:pt x="6302" y="2332"/>
                    <a:pt x="6302" y="4159"/>
                    <a:pt x="6932" y="5766"/>
                  </a:cubicBezTo>
                  <a:lnTo>
                    <a:pt x="5168" y="5766"/>
                  </a:lnTo>
                  <a:cubicBezTo>
                    <a:pt x="5798" y="4159"/>
                    <a:pt x="5798" y="2332"/>
                    <a:pt x="5168" y="725"/>
                  </a:cubicBezTo>
                  <a:close/>
                  <a:moveTo>
                    <a:pt x="2490" y="5766"/>
                  </a:moveTo>
                  <a:cubicBezTo>
                    <a:pt x="3025" y="5766"/>
                    <a:pt x="3530" y="5955"/>
                    <a:pt x="3908" y="6113"/>
                  </a:cubicBezTo>
                  <a:cubicBezTo>
                    <a:pt x="3530" y="6270"/>
                    <a:pt x="3025" y="6459"/>
                    <a:pt x="2490" y="6459"/>
                  </a:cubicBezTo>
                  <a:cubicBezTo>
                    <a:pt x="1923" y="6459"/>
                    <a:pt x="1419" y="6270"/>
                    <a:pt x="1009" y="6113"/>
                  </a:cubicBezTo>
                  <a:cubicBezTo>
                    <a:pt x="1387" y="5924"/>
                    <a:pt x="1891" y="5766"/>
                    <a:pt x="2490" y="5766"/>
                  </a:cubicBezTo>
                  <a:close/>
                  <a:moveTo>
                    <a:pt x="4128" y="6743"/>
                  </a:moveTo>
                  <a:lnTo>
                    <a:pt x="4128" y="6743"/>
                  </a:lnTo>
                  <a:cubicBezTo>
                    <a:pt x="3908" y="7688"/>
                    <a:pt x="3120" y="8444"/>
                    <a:pt x="2112" y="8570"/>
                  </a:cubicBezTo>
                  <a:cubicBezTo>
                    <a:pt x="2206" y="8003"/>
                    <a:pt x="2490" y="7530"/>
                    <a:pt x="2868" y="7152"/>
                  </a:cubicBezTo>
                  <a:cubicBezTo>
                    <a:pt x="3372" y="7058"/>
                    <a:pt x="3813" y="6900"/>
                    <a:pt x="4128" y="6743"/>
                  </a:cubicBezTo>
                  <a:close/>
                  <a:moveTo>
                    <a:pt x="6932" y="6428"/>
                  </a:moveTo>
                  <a:cubicBezTo>
                    <a:pt x="6270" y="8034"/>
                    <a:pt x="6270" y="9893"/>
                    <a:pt x="6932" y="11469"/>
                  </a:cubicBezTo>
                  <a:lnTo>
                    <a:pt x="5168" y="11469"/>
                  </a:lnTo>
                  <a:cubicBezTo>
                    <a:pt x="5798" y="9862"/>
                    <a:pt x="5798" y="8034"/>
                    <a:pt x="5168" y="6428"/>
                  </a:cubicBezTo>
                  <a:close/>
                  <a:moveTo>
                    <a:pt x="4664" y="1"/>
                  </a:moveTo>
                  <a:cubicBezTo>
                    <a:pt x="4380" y="1"/>
                    <a:pt x="4223" y="284"/>
                    <a:pt x="4349" y="536"/>
                  </a:cubicBezTo>
                  <a:cubicBezTo>
                    <a:pt x="5010" y="1860"/>
                    <a:pt x="5168" y="3403"/>
                    <a:pt x="4758" y="4853"/>
                  </a:cubicBezTo>
                  <a:cubicBezTo>
                    <a:pt x="4286" y="3718"/>
                    <a:pt x="3151" y="2868"/>
                    <a:pt x="1797" y="2868"/>
                  </a:cubicBezTo>
                  <a:cubicBezTo>
                    <a:pt x="1608" y="2868"/>
                    <a:pt x="1450" y="3057"/>
                    <a:pt x="1450" y="3246"/>
                  </a:cubicBezTo>
                  <a:cubicBezTo>
                    <a:pt x="1450" y="3907"/>
                    <a:pt x="1639" y="4537"/>
                    <a:pt x="2017" y="5042"/>
                  </a:cubicBezTo>
                  <a:cubicBezTo>
                    <a:pt x="978" y="5199"/>
                    <a:pt x="158" y="5766"/>
                    <a:pt x="158" y="5798"/>
                  </a:cubicBezTo>
                  <a:cubicBezTo>
                    <a:pt x="95" y="5861"/>
                    <a:pt x="1" y="5955"/>
                    <a:pt x="1" y="6081"/>
                  </a:cubicBezTo>
                  <a:cubicBezTo>
                    <a:pt x="1" y="6207"/>
                    <a:pt x="32" y="6302"/>
                    <a:pt x="158" y="6333"/>
                  </a:cubicBezTo>
                  <a:cubicBezTo>
                    <a:pt x="190" y="6396"/>
                    <a:pt x="978" y="6932"/>
                    <a:pt x="2017" y="7089"/>
                  </a:cubicBezTo>
                  <a:cubicBezTo>
                    <a:pt x="1639" y="7593"/>
                    <a:pt x="1450" y="8287"/>
                    <a:pt x="1450" y="8917"/>
                  </a:cubicBezTo>
                  <a:cubicBezTo>
                    <a:pt x="1450" y="9106"/>
                    <a:pt x="1608" y="9263"/>
                    <a:pt x="1797" y="9263"/>
                  </a:cubicBezTo>
                  <a:cubicBezTo>
                    <a:pt x="3151" y="9263"/>
                    <a:pt x="4286" y="8476"/>
                    <a:pt x="4758" y="7278"/>
                  </a:cubicBezTo>
                  <a:lnTo>
                    <a:pt x="4758" y="7278"/>
                  </a:lnTo>
                  <a:cubicBezTo>
                    <a:pt x="5168" y="8696"/>
                    <a:pt x="5010" y="10271"/>
                    <a:pt x="4349" y="11626"/>
                  </a:cubicBezTo>
                  <a:cubicBezTo>
                    <a:pt x="4223" y="11847"/>
                    <a:pt x="4380" y="12130"/>
                    <a:pt x="4664" y="12130"/>
                  </a:cubicBezTo>
                  <a:lnTo>
                    <a:pt x="7499" y="12130"/>
                  </a:lnTo>
                  <a:cubicBezTo>
                    <a:pt x="7751" y="12130"/>
                    <a:pt x="7909" y="11878"/>
                    <a:pt x="7814" y="11626"/>
                  </a:cubicBezTo>
                  <a:cubicBezTo>
                    <a:pt x="6932" y="9925"/>
                    <a:pt x="6932" y="7908"/>
                    <a:pt x="7814" y="6239"/>
                  </a:cubicBezTo>
                  <a:cubicBezTo>
                    <a:pt x="7846" y="6144"/>
                    <a:pt x="7846" y="6018"/>
                    <a:pt x="7814" y="5924"/>
                  </a:cubicBezTo>
                  <a:cubicBezTo>
                    <a:pt x="6932" y="4222"/>
                    <a:pt x="6932" y="2206"/>
                    <a:pt x="7814" y="505"/>
                  </a:cubicBezTo>
                  <a:cubicBezTo>
                    <a:pt x="7909" y="284"/>
                    <a:pt x="7720" y="1"/>
                    <a:pt x="74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9" name="Google Shape;13729;p142"/>
            <p:cNvSpPr/>
            <p:nvPr/>
          </p:nvSpPr>
          <p:spPr>
            <a:xfrm>
              <a:off x="-19962875" y="2110425"/>
              <a:ext cx="95325" cy="233175"/>
            </a:xfrm>
            <a:custGeom>
              <a:avLst/>
              <a:gdLst/>
              <a:ahLst/>
              <a:cxnLst/>
              <a:rect l="l" t="t" r="r" b="b"/>
              <a:pathLst>
                <a:path w="3813" h="9327" extrusionOk="0">
                  <a:moveTo>
                    <a:pt x="2773" y="725"/>
                  </a:moveTo>
                  <a:cubicBezTo>
                    <a:pt x="2269" y="1859"/>
                    <a:pt x="2269" y="3151"/>
                    <a:pt x="2773" y="4317"/>
                  </a:cubicBezTo>
                  <a:lnTo>
                    <a:pt x="1103" y="4317"/>
                  </a:lnTo>
                  <a:cubicBezTo>
                    <a:pt x="1639" y="3151"/>
                    <a:pt x="1639" y="1859"/>
                    <a:pt x="1103" y="725"/>
                  </a:cubicBezTo>
                  <a:close/>
                  <a:moveTo>
                    <a:pt x="2742" y="4978"/>
                  </a:moveTo>
                  <a:cubicBezTo>
                    <a:pt x="2458" y="5546"/>
                    <a:pt x="2332" y="6176"/>
                    <a:pt x="2332" y="6806"/>
                  </a:cubicBezTo>
                  <a:cubicBezTo>
                    <a:pt x="2332" y="7467"/>
                    <a:pt x="2490" y="8066"/>
                    <a:pt x="2742" y="8602"/>
                  </a:cubicBezTo>
                  <a:lnTo>
                    <a:pt x="1072" y="8602"/>
                  </a:lnTo>
                  <a:cubicBezTo>
                    <a:pt x="1355" y="8066"/>
                    <a:pt x="1482" y="7436"/>
                    <a:pt x="1482" y="6806"/>
                  </a:cubicBezTo>
                  <a:cubicBezTo>
                    <a:pt x="1482" y="6176"/>
                    <a:pt x="1355" y="5546"/>
                    <a:pt x="1072" y="4978"/>
                  </a:cubicBezTo>
                  <a:close/>
                  <a:moveTo>
                    <a:pt x="473" y="1"/>
                  </a:moveTo>
                  <a:cubicBezTo>
                    <a:pt x="221" y="1"/>
                    <a:pt x="32" y="347"/>
                    <a:pt x="158" y="568"/>
                  </a:cubicBezTo>
                  <a:cubicBezTo>
                    <a:pt x="914" y="1670"/>
                    <a:pt x="1009" y="3151"/>
                    <a:pt x="158" y="4474"/>
                  </a:cubicBezTo>
                  <a:cubicBezTo>
                    <a:pt x="95" y="4600"/>
                    <a:pt x="95" y="4726"/>
                    <a:pt x="158" y="4852"/>
                  </a:cubicBezTo>
                  <a:cubicBezTo>
                    <a:pt x="946" y="6050"/>
                    <a:pt x="946" y="7625"/>
                    <a:pt x="158" y="8759"/>
                  </a:cubicBezTo>
                  <a:cubicBezTo>
                    <a:pt x="1" y="9011"/>
                    <a:pt x="158" y="9326"/>
                    <a:pt x="473" y="9326"/>
                  </a:cubicBezTo>
                  <a:lnTo>
                    <a:pt x="3309" y="9326"/>
                  </a:lnTo>
                  <a:cubicBezTo>
                    <a:pt x="3592" y="9326"/>
                    <a:pt x="3813" y="9011"/>
                    <a:pt x="3624" y="8759"/>
                  </a:cubicBezTo>
                  <a:cubicBezTo>
                    <a:pt x="2836" y="7593"/>
                    <a:pt x="2836" y="6018"/>
                    <a:pt x="3624" y="4852"/>
                  </a:cubicBezTo>
                  <a:cubicBezTo>
                    <a:pt x="3718" y="4726"/>
                    <a:pt x="3718" y="4600"/>
                    <a:pt x="3624" y="4474"/>
                  </a:cubicBezTo>
                  <a:cubicBezTo>
                    <a:pt x="2836" y="3277"/>
                    <a:pt x="2836" y="1765"/>
                    <a:pt x="3624" y="568"/>
                  </a:cubicBezTo>
                  <a:cubicBezTo>
                    <a:pt x="3813" y="347"/>
                    <a:pt x="3624" y="1"/>
                    <a:pt x="3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30" name="Google Shape;13730;p142"/>
          <p:cNvSpPr/>
          <p:nvPr/>
        </p:nvSpPr>
        <p:spPr>
          <a:xfrm>
            <a:off x="2600972" y="2275467"/>
            <a:ext cx="472676" cy="472054"/>
          </a:xfrm>
          <a:custGeom>
            <a:avLst/>
            <a:gdLst/>
            <a:ahLst/>
            <a:cxnLst/>
            <a:rect l="l" t="t" r="r" b="b"/>
            <a:pathLst>
              <a:path w="12162" h="12146" extrusionOk="0">
                <a:moveTo>
                  <a:pt x="8979" y="686"/>
                </a:moveTo>
                <a:lnTo>
                  <a:pt x="11437" y="1946"/>
                </a:lnTo>
                <a:lnTo>
                  <a:pt x="11437" y="5096"/>
                </a:lnTo>
                <a:lnTo>
                  <a:pt x="8979" y="6357"/>
                </a:lnTo>
                <a:lnTo>
                  <a:pt x="8444" y="6073"/>
                </a:lnTo>
                <a:cubicBezTo>
                  <a:pt x="8444" y="5821"/>
                  <a:pt x="8381" y="5569"/>
                  <a:pt x="8286" y="5285"/>
                </a:cubicBezTo>
                <a:lnTo>
                  <a:pt x="9767" y="4939"/>
                </a:lnTo>
                <a:cubicBezTo>
                  <a:pt x="9956" y="4907"/>
                  <a:pt x="10082" y="4718"/>
                  <a:pt x="10019" y="4498"/>
                </a:cubicBezTo>
                <a:cubicBezTo>
                  <a:pt x="9993" y="4342"/>
                  <a:pt x="9861" y="4229"/>
                  <a:pt x="9709" y="4229"/>
                </a:cubicBezTo>
                <a:cubicBezTo>
                  <a:pt x="9676" y="4229"/>
                  <a:pt x="9643" y="4235"/>
                  <a:pt x="9609" y="4246"/>
                </a:cubicBezTo>
                <a:lnTo>
                  <a:pt x="7940" y="4655"/>
                </a:lnTo>
                <a:cubicBezTo>
                  <a:pt x="7877" y="4592"/>
                  <a:pt x="7814" y="4498"/>
                  <a:pt x="7751" y="4435"/>
                </a:cubicBezTo>
                <a:lnTo>
                  <a:pt x="8570" y="2986"/>
                </a:lnTo>
                <a:cubicBezTo>
                  <a:pt x="8664" y="2828"/>
                  <a:pt x="8601" y="2576"/>
                  <a:pt x="8444" y="2513"/>
                </a:cubicBezTo>
                <a:cubicBezTo>
                  <a:pt x="8385" y="2477"/>
                  <a:pt x="8317" y="2460"/>
                  <a:pt x="8250" y="2460"/>
                </a:cubicBezTo>
                <a:cubicBezTo>
                  <a:pt x="8139" y="2460"/>
                  <a:pt x="8030" y="2509"/>
                  <a:pt x="7971" y="2607"/>
                </a:cubicBezTo>
                <a:lnTo>
                  <a:pt x="7184" y="3994"/>
                </a:lnTo>
                <a:cubicBezTo>
                  <a:pt x="6963" y="3868"/>
                  <a:pt x="6774" y="3805"/>
                  <a:pt x="6490" y="3710"/>
                </a:cubicBezTo>
                <a:lnTo>
                  <a:pt x="6490" y="1946"/>
                </a:lnTo>
                <a:lnTo>
                  <a:pt x="8979" y="686"/>
                </a:lnTo>
                <a:close/>
                <a:moveTo>
                  <a:pt x="2438" y="3498"/>
                </a:moveTo>
                <a:cubicBezTo>
                  <a:pt x="2782" y="3498"/>
                  <a:pt x="3112" y="3707"/>
                  <a:pt x="3245" y="4088"/>
                </a:cubicBezTo>
                <a:lnTo>
                  <a:pt x="4191" y="6451"/>
                </a:lnTo>
                <a:cubicBezTo>
                  <a:pt x="3876" y="6231"/>
                  <a:pt x="2363" y="5380"/>
                  <a:pt x="2017" y="5191"/>
                </a:cubicBezTo>
                <a:cubicBezTo>
                  <a:pt x="1481" y="4907"/>
                  <a:pt x="1387" y="4183"/>
                  <a:pt x="1796" y="3773"/>
                </a:cubicBezTo>
                <a:cubicBezTo>
                  <a:pt x="1983" y="3587"/>
                  <a:pt x="2213" y="3498"/>
                  <a:pt x="2438" y="3498"/>
                </a:cubicBezTo>
                <a:close/>
                <a:moveTo>
                  <a:pt x="5970" y="4409"/>
                </a:moveTo>
                <a:cubicBezTo>
                  <a:pt x="6417" y="4409"/>
                  <a:pt x="6857" y="4584"/>
                  <a:pt x="7184" y="4939"/>
                </a:cubicBezTo>
                <a:cubicBezTo>
                  <a:pt x="7940" y="5695"/>
                  <a:pt x="7877" y="6987"/>
                  <a:pt x="6995" y="7648"/>
                </a:cubicBezTo>
                <a:lnTo>
                  <a:pt x="5230" y="6955"/>
                </a:lnTo>
                <a:lnTo>
                  <a:pt x="4506" y="5191"/>
                </a:lnTo>
                <a:cubicBezTo>
                  <a:pt x="4870" y="4671"/>
                  <a:pt x="5424" y="4409"/>
                  <a:pt x="5970" y="4409"/>
                </a:cubicBezTo>
                <a:close/>
                <a:moveTo>
                  <a:pt x="3025" y="6609"/>
                </a:moveTo>
                <a:lnTo>
                  <a:pt x="4632" y="7491"/>
                </a:lnTo>
                <a:lnTo>
                  <a:pt x="5545" y="9129"/>
                </a:lnTo>
                <a:lnTo>
                  <a:pt x="5419" y="9223"/>
                </a:lnTo>
                <a:lnTo>
                  <a:pt x="2899" y="6703"/>
                </a:lnTo>
                <a:lnTo>
                  <a:pt x="3025" y="6609"/>
                </a:lnTo>
                <a:close/>
                <a:moveTo>
                  <a:pt x="2395" y="7207"/>
                </a:moveTo>
                <a:lnTo>
                  <a:pt x="4915" y="9759"/>
                </a:lnTo>
                <a:lnTo>
                  <a:pt x="4758" y="9917"/>
                </a:lnTo>
                <a:cubicBezTo>
                  <a:pt x="4632" y="10011"/>
                  <a:pt x="4537" y="10106"/>
                  <a:pt x="4411" y="10232"/>
                </a:cubicBezTo>
                <a:lnTo>
                  <a:pt x="1922" y="7743"/>
                </a:lnTo>
                <a:cubicBezTo>
                  <a:pt x="1985" y="7617"/>
                  <a:pt x="2111" y="7491"/>
                  <a:pt x="2237" y="7396"/>
                </a:cubicBezTo>
                <a:lnTo>
                  <a:pt x="2395" y="7207"/>
                </a:lnTo>
                <a:close/>
                <a:moveTo>
                  <a:pt x="5734" y="7900"/>
                </a:moveTo>
                <a:cubicBezTo>
                  <a:pt x="6018" y="8026"/>
                  <a:pt x="7782" y="8719"/>
                  <a:pt x="8066" y="8845"/>
                </a:cubicBezTo>
                <a:cubicBezTo>
                  <a:pt x="8664" y="9066"/>
                  <a:pt x="8822" y="9854"/>
                  <a:pt x="8381" y="10295"/>
                </a:cubicBezTo>
                <a:cubicBezTo>
                  <a:pt x="8196" y="10479"/>
                  <a:pt x="7968" y="10564"/>
                  <a:pt x="7744" y="10564"/>
                </a:cubicBezTo>
                <a:cubicBezTo>
                  <a:pt x="7432" y="10564"/>
                  <a:pt x="7128" y="10399"/>
                  <a:pt x="6963" y="10106"/>
                </a:cubicBezTo>
                <a:cubicBezTo>
                  <a:pt x="6837" y="9854"/>
                  <a:pt x="5860" y="8089"/>
                  <a:pt x="5734" y="7900"/>
                </a:cubicBezTo>
                <a:close/>
                <a:moveTo>
                  <a:pt x="1576" y="8404"/>
                </a:moveTo>
                <a:lnTo>
                  <a:pt x="3750" y="10578"/>
                </a:lnTo>
                <a:cubicBezTo>
                  <a:pt x="3447" y="10661"/>
                  <a:pt x="3132" y="10707"/>
                  <a:pt x="2819" y="10707"/>
                </a:cubicBezTo>
                <a:cubicBezTo>
                  <a:pt x="2414" y="10707"/>
                  <a:pt x="2012" y="10630"/>
                  <a:pt x="1639" y="10452"/>
                </a:cubicBezTo>
                <a:cubicBezTo>
                  <a:pt x="1324" y="9791"/>
                  <a:pt x="1324" y="9034"/>
                  <a:pt x="1576" y="8404"/>
                </a:cubicBezTo>
                <a:close/>
                <a:moveTo>
                  <a:pt x="8956" y="0"/>
                </a:moveTo>
                <a:cubicBezTo>
                  <a:pt x="8901" y="0"/>
                  <a:pt x="8853" y="8"/>
                  <a:pt x="8822" y="24"/>
                </a:cubicBezTo>
                <a:lnTo>
                  <a:pt x="5986" y="1442"/>
                </a:lnTo>
                <a:cubicBezTo>
                  <a:pt x="5860" y="1505"/>
                  <a:pt x="5766" y="1631"/>
                  <a:pt x="5766" y="1757"/>
                </a:cubicBezTo>
                <a:lnTo>
                  <a:pt x="5766" y="3710"/>
                </a:lnTo>
                <a:cubicBezTo>
                  <a:pt x="5199" y="3773"/>
                  <a:pt x="4632" y="4025"/>
                  <a:pt x="4254" y="4435"/>
                </a:cubicBezTo>
                <a:lnTo>
                  <a:pt x="4002" y="3805"/>
                </a:lnTo>
                <a:cubicBezTo>
                  <a:pt x="3751" y="3149"/>
                  <a:pt x="3134" y="2788"/>
                  <a:pt x="2505" y="2788"/>
                </a:cubicBezTo>
                <a:cubicBezTo>
                  <a:pt x="2107" y="2788"/>
                  <a:pt x="1704" y="2932"/>
                  <a:pt x="1387" y="3238"/>
                </a:cubicBezTo>
                <a:cubicBezTo>
                  <a:pt x="631" y="3994"/>
                  <a:pt x="788" y="5285"/>
                  <a:pt x="1733" y="5821"/>
                </a:cubicBezTo>
                <a:lnTo>
                  <a:pt x="2426" y="6199"/>
                </a:lnTo>
                <a:lnTo>
                  <a:pt x="1765" y="6861"/>
                </a:lnTo>
                <a:cubicBezTo>
                  <a:pt x="788" y="7869"/>
                  <a:pt x="473" y="9349"/>
                  <a:pt x="1009" y="10641"/>
                </a:cubicBezTo>
                <a:lnTo>
                  <a:pt x="158" y="11523"/>
                </a:lnTo>
                <a:cubicBezTo>
                  <a:pt x="0" y="11681"/>
                  <a:pt x="0" y="11870"/>
                  <a:pt x="158" y="12027"/>
                </a:cubicBezTo>
                <a:cubicBezTo>
                  <a:pt x="237" y="12106"/>
                  <a:pt x="323" y="12146"/>
                  <a:pt x="410" y="12146"/>
                </a:cubicBezTo>
                <a:cubicBezTo>
                  <a:pt x="497" y="12146"/>
                  <a:pt x="583" y="12106"/>
                  <a:pt x="662" y="12027"/>
                </a:cubicBezTo>
                <a:lnTo>
                  <a:pt x="1544" y="11177"/>
                </a:lnTo>
                <a:cubicBezTo>
                  <a:pt x="1966" y="11341"/>
                  <a:pt x="2408" y="11422"/>
                  <a:pt x="2846" y="11422"/>
                </a:cubicBezTo>
                <a:cubicBezTo>
                  <a:pt x="3752" y="11422"/>
                  <a:pt x="4646" y="11079"/>
                  <a:pt x="5325" y="10421"/>
                </a:cubicBezTo>
                <a:lnTo>
                  <a:pt x="5986" y="9759"/>
                </a:lnTo>
                <a:lnTo>
                  <a:pt x="6364" y="10452"/>
                </a:lnTo>
                <a:cubicBezTo>
                  <a:pt x="6672" y="10994"/>
                  <a:pt x="7217" y="11277"/>
                  <a:pt x="7776" y="11277"/>
                </a:cubicBezTo>
                <a:cubicBezTo>
                  <a:pt x="8190" y="11277"/>
                  <a:pt x="8612" y="11121"/>
                  <a:pt x="8948" y="10799"/>
                </a:cubicBezTo>
                <a:cubicBezTo>
                  <a:pt x="9767" y="9980"/>
                  <a:pt x="9483" y="8593"/>
                  <a:pt x="8381" y="8184"/>
                </a:cubicBezTo>
                <a:lnTo>
                  <a:pt x="7751" y="7932"/>
                </a:lnTo>
                <a:cubicBezTo>
                  <a:pt x="8066" y="7617"/>
                  <a:pt x="8255" y="7270"/>
                  <a:pt x="8381" y="6829"/>
                </a:cubicBezTo>
                <a:lnTo>
                  <a:pt x="8822" y="7081"/>
                </a:lnTo>
                <a:cubicBezTo>
                  <a:pt x="8885" y="7097"/>
                  <a:pt x="8940" y="7105"/>
                  <a:pt x="8991" y="7105"/>
                </a:cubicBezTo>
                <a:cubicBezTo>
                  <a:pt x="9042" y="7105"/>
                  <a:pt x="9090" y="7097"/>
                  <a:pt x="9137" y="7081"/>
                </a:cubicBezTo>
                <a:lnTo>
                  <a:pt x="11972" y="5663"/>
                </a:lnTo>
                <a:cubicBezTo>
                  <a:pt x="12098" y="5569"/>
                  <a:pt x="12161" y="5443"/>
                  <a:pt x="12161" y="5348"/>
                </a:cubicBezTo>
                <a:lnTo>
                  <a:pt x="12161" y="1757"/>
                </a:lnTo>
                <a:cubicBezTo>
                  <a:pt x="12161" y="1631"/>
                  <a:pt x="12067" y="1473"/>
                  <a:pt x="11972" y="1442"/>
                </a:cubicBezTo>
                <a:lnTo>
                  <a:pt x="9137" y="24"/>
                </a:lnTo>
                <a:cubicBezTo>
                  <a:pt x="9074" y="8"/>
                  <a:pt x="9011" y="0"/>
                  <a:pt x="895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31" name="Google Shape;13731;p142"/>
          <p:cNvGrpSpPr/>
          <p:nvPr/>
        </p:nvGrpSpPr>
        <p:grpSpPr>
          <a:xfrm>
            <a:off x="2602193" y="2850282"/>
            <a:ext cx="472676" cy="475125"/>
            <a:chOff x="-20173175" y="2787775"/>
            <a:chExt cx="304050" cy="305625"/>
          </a:xfrm>
        </p:grpSpPr>
        <p:sp>
          <p:nvSpPr>
            <p:cNvPr id="13732" name="Google Shape;13732;p142"/>
            <p:cNvSpPr/>
            <p:nvPr/>
          </p:nvSpPr>
          <p:spPr>
            <a:xfrm>
              <a:off x="-19959725" y="289647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05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3" name="Google Shape;13733;p142"/>
            <p:cNvSpPr/>
            <p:nvPr/>
          </p:nvSpPr>
          <p:spPr>
            <a:xfrm>
              <a:off x="-19941600" y="28602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4" name="Google Shape;13734;p142"/>
            <p:cNvSpPr/>
            <p:nvPr/>
          </p:nvSpPr>
          <p:spPr>
            <a:xfrm>
              <a:off x="-20102275" y="2895675"/>
              <a:ext cx="18125" cy="17375"/>
            </a:xfrm>
            <a:custGeom>
              <a:avLst/>
              <a:gdLst/>
              <a:ahLst/>
              <a:cxnLst/>
              <a:rect l="l" t="t" r="r" b="b"/>
              <a:pathLst>
                <a:path w="725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725" y="537"/>
                    <a:pt x="725" y="348"/>
                  </a:cubicBezTo>
                  <a:cubicBezTo>
                    <a:pt x="725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142"/>
            <p:cNvSpPr/>
            <p:nvPr/>
          </p:nvSpPr>
          <p:spPr>
            <a:xfrm>
              <a:off x="-20120400" y="28602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142"/>
            <p:cNvSpPr/>
            <p:nvPr/>
          </p:nvSpPr>
          <p:spPr>
            <a:xfrm>
              <a:off x="-20173175" y="2787775"/>
              <a:ext cx="304050" cy="305625"/>
            </a:xfrm>
            <a:custGeom>
              <a:avLst/>
              <a:gdLst/>
              <a:ahLst/>
              <a:cxnLst/>
              <a:rect l="l" t="t" r="r" b="b"/>
              <a:pathLst>
                <a:path w="12162" h="12225" extrusionOk="0">
                  <a:moveTo>
                    <a:pt x="11437" y="1482"/>
                  </a:moveTo>
                  <a:lnTo>
                    <a:pt x="11437" y="3246"/>
                  </a:lnTo>
                  <a:lnTo>
                    <a:pt x="11406" y="3246"/>
                  </a:lnTo>
                  <a:cubicBezTo>
                    <a:pt x="11406" y="3844"/>
                    <a:pt x="10902" y="4317"/>
                    <a:pt x="10303" y="4317"/>
                  </a:cubicBezTo>
                  <a:cubicBezTo>
                    <a:pt x="10114" y="4317"/>
                    <a:pt x="9957" y="4475"/>
                    <a:pt x="9957" y="4664"/>
                  </a:cubicBezTo>
                  <a:cubicBezTo>
                    <a:pt x="9957" y="5262"/>
                    <a:pt x="9484" y="5735"/>
                    <a:pt x="8885" y="5735"/>
                  </a:cubicBezTo>
                  <a:lnTo>
                    <a:pt x="7121" y="5735"/>
                  </a:lnTo>
                  <a:cubicBezTo>
                    <a:pt x="7279" y="3435"/>
                    <a:pt x="9137" y="1639"/>
                    <a:pt x="11437" y="1482"/>
                  </a:cubicBezTo>
                  <a:close/>
                  <a:moveTo>
                    <a:pt x="663" y="1513"/>
                  </a:moveTo>
                  <a:cubicBezTo>
                    <a:pt x="2962" y="1671"/>
                    <a:pt x="4790" y="3529"/>
                    <a:pt x="4947" y="5766"/>
                  </a:cubicBezTo>
                  <a:lnTo>
                    <a:pt x="3183" y="5766"/>
                  </a:lnTo>
                  <a:cubicBezTo>
                    <a:pt x="2584" y="5766"/>
                    <a:pt x="2143" y="5294"/>
                    <a:pt x="2143" y="4695"/>
                  </a:cubicBezTo>
                  <a:cubicBezTo>
                    <a:pt x="2143" y="4506"/>
                    <a:pt x="1986" y="4348"/>
                    <a:pt x="1765" y="4348"/>
                  </a:cubicBezTo>
                  <a:cubicBezTo>
                    <a:pt x="1198" y="4348"/>
                    <a:pt x="663" y="3876"/>
                    <a:pt x="663" y="3277"/>
                  </a:cubicBezTo>
                  <a:lnTo>
                    <a:pt x="663" y="1513"/>
                  </a:lnTo>
                  <a:close/>
                  <a:moveTo>
                    <a:pt x="6018" y="4317"/>
                  </a:moveTo>
                  <a:cubicBezTo>
                    <a:pt x="6207" y="4317"/>
                    <a:pt x="6365" y="4475"/>
                    <a:pt x="6365" y="4664"/>
                  </a:cubicBezTo>
                  <a:lnTo>
                    <a:pt x="6365" y="8948"/>
                  </a:lnTo>
                  <a:cubicBezTo>
                    <a:pt x="6365" y="9169"/>
                    <a:pt x="6207" y="9326"/>
                    <a:pt x="6018" y="9326"/>
                  </a:cubicBezTo>
                  <a:cubicBezTo>
                    <a:pt x="5829" y="9326"/>
                    <a:pt x="5672" y="9169"/>
                    <a:pt x="5672" y="8948"/>
                  </a:cubicBezTo>
                  <a:lnTo>
                    <a:pt x="5672" y="4664"/>
                  </a:lnTo>
                  <a:cubicBezTo>
                    <a:pt x="5672" y="4475"/>
                    <a:pt x="5829" y="4317"/>
                    <a:pt x="6018" y="4317"/>
                  </a:cubicBezTo>
                  <a:close/>
                  <a:moveTo>
                    <a:pt x="4947" y="6459"/>
                  </a:moveTo>
                  <a:lnTo>
                    <a:pt x="4947" y="8948"/>
                  </a:lnTo>
                  <a:lnTo>
                    <a:pt x="4947" y="11122"/>
                  </a:lnTo>
                  <a:cubicBezTo>
                    <a:pt x="4947" y="11311"/>
                    <a:pt x="4790" y="11469"/>
                    <a:pt x="4601" y="11469"/>
                  </a:cubicBezTo>
                  <a:cubicBezTo>
                    <a:pt x="4412" y="11469"/>
                    <a:pt x="4254" y="11311"/>
                    <a:pt x="4254" y="11122"/>
                  </a:cubicBezTo>
                  <a:cubicBezTo>
                    <a:pt x="4254" y="10838"/>
                    <a:pt x="4128" y="10586"/>
                    <a:pt x="3939" y="10366"/>
                  </a:cubicBezTo>
                  <a:cubicBezTo>
                    <a:pt x="3750" y="10177"/>
                    <a:pt x="3467" y="10051"/>
                    <a:pt x="3183" y="10051"/>
                  </a:cubicBezTo>
                  <a:cubicBezTo>
                    <a:pt x="2175" y="10051"/>
                    <a:pt x="1324" y="9200"/>
                    <a:pt x="1419" y="8161"/>
                  </a:cubicBezTo>
                  <a:cubicBezTo>
                    <a:pt x="1450" y="7215"/>
                    <a:pt x="2332" y="6459"/>
                    <a:pt x="3309" y="6459"/>
                  </a:cubicBezTo>
                  <a:close/>
                  <a:moveTo>
                    <a:pt x="8791" y="6491"/>
                  </a:moveTo>
                  <a:cubicBezTo>
                    <a:pt x="9767" y="6491"/>
                    <a:pt x="10618" y="7215"/>
                    <a:pt x="10681" y="8161"/>
                  </a:cubicBezTo>
                  <a:cubicBezTo>
                    <a:pt x="10713" y="9200"/>
                    <a:pt x="9925" y="10051"/>
                    <a:pt x="8885" y="10051"/>
                  </a:cubicBezTo>
                  <a:cubicBezTo>
                    <a:pt x="8633" y="10051"/>
                    <a:pt x="8350" y="10177"/>
                    <a:pt x="8161" y="10366"/>
                  </a:cubicBezTo>
                  <a:cubicBezTo>
                    <a:pt x="7940" y="10586"/>
                    <a:pt x="7846" y="10838"/>
                    <a:pt x="7846" y="11122"/>
                  </a:cubicBezTo>
                  <a:cubicBezTo>
                    <a:pt x="7846" y="11311"/>
                    <a:pt x="7688" y="11469"/>
                    <a:pt x="7468" y="11469"/>
                  </a:cubicBezTo>
                  <a:cubicBezTo>
                    <a:pt x="7279" y="11469"/>
                    <a:pt x="7121" y="11311"/>
                    <a:pt x="7121" y="11122"/>
                  </a:cubicBezTo>
                  <a:lnTo>
                    <a:pt x="7121" y="8948"/>
                  </a:lnTo>
                  <a:lnTo>
                    <a:pt x="7121" y="6491"/>
                  </a:lnTo>
                  <a:close/>
                  <a:moveTo>
                    <a:pt x="4632" y="1"/>
                  </a:moveTo>
                  <a:cubicBezTo>
                    <a:pt x="4443" y="1"/>
                    <a:pt x="4286" y="158"/>
                    <a:pt x="4286" y="379"/>
                  </a:cubicBezTo>
                  <a:cubicBezTo>
                    <a:pt x="4286" y="568"/>
                    <a:pt x="4443" y="725"/>
                    <a:pt x="4632" y="725"/>
                  </a:cubicBezTo>
                  <a:cubicBezTo>
                    <a:pt x="5231" y="725"/>
                    <a:pt x="5703" y="1230"/>
                    <a:pt x="5703" y="1828"/>
                  </a:cubicBezTo>
                  <a:lnTo>
                    <a:pt x="5703" y="3687"/>
                  </a:lnTo>
                  <a:cubicBezTo>
                    <a:pt x="5546" y="3750"/>
                    <a:pt x="5388" y="3844"/>
                    <a:pt x="5262" y="4002"/>
                  </a:cubicBezTo>
                  <a:cubicBezTo>
                    <a:pt x="4443" y="2112"/>
                    <a:pt x="2553" y="757"/>
                    <a:pt x="348" y="757"/>
                  </a:cubicBezTo>
                  <a:cubicBezTo>
                    <a:pt x="158" y="757"/>
                    <a:pt x="1" y="914"/>
                    <a:pt x="1" y="1135"/>
                  </a:cubicBezTo>
                  <a:lnTo>
                    <a:pt x="1" y="3246"/>
                  </a:lnTo>
                  <a:cubicBezTo>
                    <a:pt x="1" y="4159"/>
                    <a:pt x="663" y="4853"/>
                    <a:pt x="1482" y="5010"/>
                  </a:cubicBezTo>
                  <a:cubicBezTo>
                    <a:pt x="1576" y="5451"/>
                    <a:pt x="1797" y="5798"/>
                    <a:pt x="2112" y="6081"/>
                  </a:cubicBezTo>
                  <a:cubicBezTo>
                    <a:pt x="1324" y="6491"/>
                    <a:pt x="820" y="7215"/>
                    <a:pt x="757" y="8129"/>
                  </a:cubicBezTo>
                  <a:cubicBezTo>
                    <a:pt x="663" y="9547"/>
                    <a:pt x="1797" y="10775"/>
                    <a:pt x="3214" y="10775"/>
                  </a:cubicBezTo>
                  <a:cubicBezTo>
                    <a:pt x="3435" y="10775"/>
                    <a:pt x="3593" y="10965"/>
                    <a:pt x="3593" y="11154"/>
                  </a:cubicBezTo>
                  <a:cubicBezTo>
                    <a:pt x="3593" y="11752"/>
                    <a:pt x="4065" y="12225"/>
                    <a:pt x="4632" y="12225"/>
                  </a:cubicBezTo>
                  <a:cubicBezTo>
                    <a:pt x="5231" y="12225"/>
                    <a:pt x="5703" y="11752"/>
                    <a:pt x="5703" y="11154"/>
                  </a:cubicBezTo>
                  <a:lnTo>
                    <a:pt x="5703" y="10019"/>
                  </a:lnTo>
                  <a:cubicBezTo>
                    <a:pt x="5829" y="10051"/>
                    <a:pt x="5955" y="10082"/>
                    <a:pt x="6050" y="10082"/>
                  </a:cubicBezTo>
                  <a:cubicBezTo>
                    <a:pt x="6176" y="10082"/>
                    <a:pt x="6302" y="10051"/>
                    <a:pt x="6428" y="10019"/>
                  </a:cubicBezTo>
                  <a:lnTo>
                    <a:pt x="6428" y="11154"/>
                  </a:lnTo>
                  <a:cubicBezTo>
                    <a:pt x="6428" y="11752"/>
                    <a:pt x="6901" y="12225"/>
                    <a:pt x="7468" y="12225"/>
                  </a:cubicBezTo>
                  <a:cubicBezTo>
                    <a:pt x="8066" y="12225"/>
                    <a:pt x="8539" y="11752"/>
                    <a:pt x="8539" y="11154"/>
                  </a:cubicBezTo>
                  <a:cubicBezTo>
                    <a:pt x="8539" y="10965"/>
                    <a:pt x="8696" y="10775"/>
                    <a:pt x="8885" y="10775"/>
                  </a:cubicBezTo>
                  <a:cubicBezTo>
                    <a:pt x="10303" y="10775"/>
                    <a:pt x="11469" y="9578"/>
                    <a:pt x="11374" y="8129"/>
                  </a:cubicBezTo>
                  <a:cubicBezTo>
                    <a:pt x="11343" y="7499"/>
                    <a:pt x="11059" y="6869"/>
                    <a:pt x="10555" y="6428"/>
                  </a:cubicBezTo>
                  <a:cubicBezTo>
                    <a:pt x="10398" y="6270"/>
                    <a:pt x="10209" y="6176"/>
                    <a:pt x="10051" y="6081"/>
                  </a:cubicBezTo>
                  <a:cubicBezTo>
                    <a:pt x="10366" y="5798"/>
                    <a:pt x="10587" y="5451"/>
                    <a:pt x="10681" y="5010"/>
                  </a:cubicBezTo>
                  <a:cubicBezTo>
                    <a:pt x="11500" y="4853"/>
                    <a:pt x="12162" y="4159"/>
                    <a:pt x="12162" y="3246"/>
                  </a:cubicBezTo>
                  <a:lnTo>
                    <a:pt x="12162" y="1135"/>
                  </a:lnTo>
                  <a:cubicBezTo>
                    <a:pt x="12130" y="914"/>
                    <a:pt x="11973" y="757"/>
                    <a:pt x="11784" y="757"/>
                  </a:cubicBezTo>
                  <a:cubicBezTo>
                    <a:pt x="9578" y="757"/>
                    <a:pt x="7688" y="2112"/>
                    <a:pt x="6838" y="4002"/>
                  </a:cubicBezTo>
                  <a:cubicBezTo>
                    <a:pt x="6743" y="3876"/>
                    <a:pt x="6585" y="3750"/>
                    <a:pt x="6428" y="3687"/>
                  </a:cubicBezTo>
                  <a:lnTo>
                    <a:pt x="6428" y="1828"/>
                  </a:lnTo>
                  <a:cubicBezTo>
                    <a:pt x="6428" y="1230"/>
                    <a:pt x="6901" y="725"/>
                    <a:pt x="7468" y="725"/>
                  </a:cubicBezTo>
                  <a:cubicBezTo>
                    <a:pt x="7688" y="725"/>
                    <a:pt x="7846" y="568"/>
                    <a:pt x="7846" y="379"/>
                  </a:cubicBezTo>
                  <a:cubicBezTo>
                    <a:pt x="7846" y="158"/>
                    <a:pt x="7688" y="1"/>
                    <a:pt x="7468" y="1"/>
                  </a:cubicBezTo>
                  <a:cubicBezTo>
                    <a:pt x="6995" y="1"/>
                    <a:pt x="6522" y="221"/>
                    <a:pt x="6207" y="568"/>
                  </a:cubicBezTo>
                  <a:cubicBezTo>
                    <a:pt x="6144" y="631"/>
                    <a:pt x="6113" y="694"/>
                    <a:pt x="6050" y="757"/>
                  </a:cubicBezTo>
                  <a:cubicBezTo>
                    <a:pt x="6018" y="694"/>
                    <a:pt x="5955" y="631"/>
                    <a:pt x="5892" y="568"/>
                  </a:cubicBezTo>
                  <a:cubicBezTo>
                    <a:pt x="5546" y="221"/>
                    <a:pt x="5105" y="1"/>
                    <a:pt x="46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142"/>
            <p:cNvSpPr/>
            <p:nvPr/>
          </p:nvSpPr>
          <p:spPr>
            <a:xfrm>
              <a:off x="-19977050" y="296735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040" y="726"/>
                  </a:moveTo>
                  <a:cubicBezTo>
                    <a:pt x="1261" y="726"/>
                    <a:pt x="1418" y="883"/>
                    <a:pt x="1418" y="1072"/>
                  </a:cubicBezTo>
                  <a:cubicBezTo>
                    <a:pt x="1418" y="1261"/>
                    <a:pt x="1261" y="1419"/>
                    <a:pt x="1040" y="1419"/>
                  </a:cubicBezTo>
                  <a:cubicBezTo>
                    <a:pt x="851" y="1419"/>
                    <a:pt x="694" y="1261"/>
                    <a:pt x="694" y="1072"/>
                  </a:cubicBezTo>
                  <a:cubicBezTo>
                    <a:pt x="694" y="883"/>
                    <a:pt x="851" y="726"/>
                    <a:pt x="1040" y="726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1"/>
                    <a:pt x="473" y="2143"/>
                    <a:pt x="1040" y="2143"/>
                  </a:cubicBezTo>
                  <a:cubicBezTo>
                    <a:pt x="1639" y="2143"/>
                    <a:pt x="2112" y="1671"/>
                    <a:pt x="2112" y="1072"/>
                  </a:cubicBezTo>
                  <a:cubicBezTo>
                    <a:pt x="2112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8" name="Google Shape;13738;p142"/>
            <p:cNvSpPr/>
            <p:nvPr/>
          </p:nvSpPr>
          <p:spPr>
            <a:xfrm>
              <a:off x="-20119600" y="29673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726"/>
                  </a:moveTo>
                  <a:cubicBezTo>
                    <a:pt x="1229" y="726"/>
                    <a:pt x="1418" y="883"/>
                    <a:pt x="1418" y="1072"/>
                  </a:cubicBezTo>
                  <a:cubicBezTo>
                    <a:pt x="1418" y="1261"/>
                    <a:pt x="1229" y="1419"/>
                    <a:pt x="1040" y="1419"/>
                  </a:cubicBezTo>
                  <a:cubicBezTo>
                    <a:pt x="851" y="1419"/>
                    <a:pt x="693" y="1261"/>
                    <a:pt x="693" y="1072"/>
                  </a:cubicBezTo>
                  <a:cubicBezTo>
                    <a:pt x="693" y="883"/>
                    <a:pt x="851" y="726"/>
                    <a:pt x="1040" y="726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cubicBezTo>
                    <a:pt x="0" y="1639"/>
                    <a:pt x="441" y="2112"/>
                    <a:pt x="1040" y="2112"/>
                  </a:cubicBezTo>
                  <a:cubicBezTo>
                    <a:pt x="1639" y="2112"/>
                    <a:pt x="2111" y="1639"/>
                    <a:pt x="2111" y="1072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9" name="Google Shape;13739;p142"/>
          <p:cNvGrpSpPr/>
          <p:nvPr/>
        </p:nvGrpSpPr>
        <p:grpSpPr>
          <a:xfrm>
            <a:off x="5527177" y="2275564"/>
            <a:ext cx="473881" cy="471471"/>
            <a:chOff x="-18294675" y="2434925"/>
            <a:chExt cx="304825" cy="303275"/>
          </a:xfrm>
        </p:grpSpPr>
        <p:sp>
          <p:nvSpPr>
            <p:cNvPr id="13740" name="Google Shape;13740;p142"/>
            <p:cNvSpPr/>
            <p:nvPr/>
          </p:nvSpPr>
          <p:spPr>
            <a:xfrm>
              <a:off x="-18294675" y="2434925"/>
              <a:ext cx="304825" cy="303275"/>
            </a:xfrm>
            <a:custGeom>
              <a:avLst/>
              <a:gdLst/>
              <a:ahLst/>
              <a:cxnLst/>
              <a:rect l="l" t="t" r="r" b="b"/>
              <a:pathLst>
                <a:path w="12193" h="12131" extrusionOk="0">
                  <a:moveTo>
                    <a:pt x="1103" y="694"/>
                  </a:moveTo>
                  <a:cubicBezTo>
                    <a:pt x="2363" y="694"/>
                    <a:pt x="3497" y="1450"/>
                    <a:pt x="4033" y="2584"/>
                  </a:cubicBezTo>
                  <a:cubicBezTo>
                    <a:pt x="3434" y="2836"/>
                    <a:pt x="2867" y="3214"/>
                    <a:pt x="2363" y="3687"/>
                  </a:cubicBezTo>
                  <a:lnTo>
                    <a:pt x="2237" y="3813"/>
                  </a:lnTo>
                  <a:cubicBezTo>
                    <a:pt x="1323" y="3214"/>
                    <a:pt x="756" y="2175"/>
                    <a:pt x="756" y="1072"/>
                  </a:cubicBezTo>
                  <a:lnTo>
                    <a:pt x="756" y="694"/>
                  </a:lnTo>
                  <a:close/>
                  <a:moveTo>
                    <a:pt x="11500" y="694"/>
                  </a:moveTo>
                  <a:lnTo>
                    <a:pt x="11500" y="1072"/>
                  </a:lnTo>
                  <a:cubicBezTo>
                    <a:pt x="11500" y="2175"/>
                    <a:pt x="10901" y="3214"/>
                    <a:pt x="9924" y="3813"/>
                  </a:cubicBezTo>
                  <a:cubicBezTo>
                    <a:pt x="9420" y="3277"/>
                    <a:pt x="8822" y="2868"/>
                    <a:pt x="8192" y="2584"/>
                  </a:cubicBezTo>
                  <a:cubicBezTo>
                    <a:pt x="8696" y="1450"/>
                    <a:pt x="9893" y="694"/>
                    <a:pt x="11153" y="694"/>
                  </a:cubicBezTo>
                  <a:close/>
                  <a:moveTo>
                    <a:pt x="2806" y="7389"/>
                  </a:moveTo>
                  <a:cubicBezTo>
                    <a:pt x="2924" y="7389"/>
                    <a:pt x="3043" y="7413"/>
                    <a:pt x="3151" y="7467"/>
                  </a:cubicBezTo>
                  <a:cubicBezTo>
                    <a:pt x="3434" y="7625"/>
                    <a:pt x="3623" y="7908"/>
                    <a:pt x="3623" y="8223"/>
                  </a:cubicBezTo>
                  <a:lnTo>
                    <a:pt x="3623" y="9011"/>
                  </a:lnTo>
                  <a:cubicBezTo>
                    <a:pt x="3182" y="8507"/>
                    <a:pt x="2552" y="8160"/>
                    <a:pt x="1891" y="7940"/>
                  </a:cubicBezTo>
                  <a:lnTo>
                    <a:pt x="2206" y="7625"/>
                  </a:lnTo>
                  <a:cubicBezTo>
                    <a:pt x="2351" y="7480"/>
                    <a:pt x="2578" y="7389"/>
                    <a:pt x="2806" y="7389"/>
                  </a:cubicBezTo>
                  <a:close/>
                  <a:moveTo>
                    <a:pt x="9468" y="7444"/>
                  </a:moveTo>
                  <a:cubicBezTo>
                    <a:pt x="9681" y="7444"/>
                    <a:pt x="9891" y="7528"/>
                    <a:pt x="10050" y="7688"/>
                  </a:cubicBezTo>
                  <a:lnTo>
                    <a:pt x="10365" y="8003"/>
                  </a:lnTo>
                  <a:cubicBezTo>
                    <a:pt x="9672" y="8160"/>
                    <a:pt x="9042" y="8507"/>
                    <a:pt x="8633" y="9043"/>
                  </a:cubicBezTo>
                  <a:lnTo>
                    <a:pt x="8633" y="8255"/>
                  </a:lnTo>
                  <a:cubicBezTo>
                    <a:pt x="8633" y="7940"/>
                    <a:pt x="8790" y="7688"/>
                    <a:pt x="9105" y="7530"/>
                  </a:cubicBezTo>
                  <a:cubicBezTo>
                    <a:pt x="9221" y="7473"/>
                    <a:pt x="9345" y="7444"/>
                    <a:pt x="9468" y="7444"/>
                  </a:cubicBezTo>
                  <a:close/>
                  <a:moveTo>
                    <a:pt x="6112" y="9484"/>
                  </a:moveTo>
                  <a:cubicBezTo>
                    <a:pt x="6270" y="9484"/>
                    <a:pt x="6427" y="9610"/>
                    <a:pt x="6459" y="9736"/>
                  </a:cubicBezTo>
                  <a:lnTo>
                    <a:pt x="6112" y="10145"/>
                  </a:lnTo>
                  <a:lnTo>
                    <a:pt x="5734" y="9736"/>
                  </a:lnTo>
                  <a:cubicBezTo>
                    <a:pt x="5797" y="9578"/>
                    <a:pt x="5955" y="9484"/>
                    <a:pt x="6112" y="9484"/>
                  </a:cubicBezTo>
                  <a:close/>
                  <a:moveTo>
                    <a:pt x="6270" y="2836"/>
                  </a:moveTo>
                  <a:cubicBezTo>
                    <a:pt x="8633" y="2899"/>
                    <a:pt x="10554" y="4884"/>
                    <a:pt x="10743" y="7310"/>
                  </a:cubicBezTo>
                  <a:lnTo>
                    <a:pt x="10554" y="7121"/>
                  </a:lnTo>
                  <a:cubicBezTo>
                    <a:pt x="10258" y="6824"/>
                    <a:pt x="9861" y="6664"/>
                    <a:pt x="9467" y="6664"/>
                  </a:cubicBezTo>
                  <a:cubicBezTo>
                    <a:pt x="9234" y="6664"/>
                    <a:pt x="9001" y="6720"/>
                    <a:pt x="8790" y="6837"/>
                  </a:cubicBezTo>
                  <a:cubicBezTo>
                    <a:pt x="8255" y="7121"/>
                    <a:pt x="7908" y="7625"/>
                    <a:pt x="7908" y="8223"/>
                  </a:cubicBezTo>
                  <a:lnTo>
                    <a:pt x="7908" y="9043"/>
                  </a:lnTo>
                  <a:cubicBezTo>
                    <a:pt x="7908" y="9641"/>
                    <a:pt x="7719" y="10240"/>
                    <a:pt x="7372" y="10744"/>
                  </a:cubicBezTo>
                  <a:cubicBezTo>
                    <a:pt x="7278" y="10870"/>
                    <a:pt x="7215" y="10933"/>
                    <a:pt x="7120" y="11027"/>
                  </a:cubicBezTo>
                  <a:cubicBezTo>
                    <a:pt x="6931" y="11216"/>
                    <a:pt x="6679" y="11342"/>
                    <a:pt x="6490" y="11374"/>
                  </a:cubicBezTo>
                  <a:lnTo>
                    <a:pt x="6490" y="10838"/>
                  </a:lnTo>
                  <a:lnTo>
                    <a:pt x="7120" y="10051"/>
                  </a:lnTo>
                  <a:cubicBezTo>
                    <a:pt x="7152" y="9956"/>
                    <a:pt x="7215" y="9893"/>
                    <a:pt x="7215" y="9799"/>
                  </a:cubicBezTo>
                  <a:cubicBezTo>
                    <a:pt x="7215" y="9200"/>
                    <a:pt x="6742" y="8728"/>
                    <a:pt x="6144" y="8728"/>
                  </a:cubicBezTo>
                  <a:cubicBezTo>
                    <a:pt x="5545" y="8728"/>
                    <a:pt x="5073" y="9200"/>
                    <a:pt x="5073" y="9799"/>
                  </a:cubicBezTo>
                  <a:cubicBezTo>
                    <a:pt x="5073" y="9893"/>
                    <a:pt x="5104" y="9956"/>
                    <a:pt x="5167" y="10051"/>
                  </a:cubicBezTo>
                  <a:lnTo>
                    <a:pt x="5797" y="10838"/>
                  </a:lnTo>
                  <a:lnTo>
                    <a:pt x="5797" y="11374"/>
                  </a:lnTo>
                  <a:cubicBezTo>
                    <a:pt x="5545" y="11311"/>
                    <a:pt x="5356" y="11185"/>
                    <a:pt x="5199" y="11027"/>
                  </a:cubicBezTo>
                  <a:cubicBezTo>
                    <a:pt x="5104" y="10933"/>
                    <a:pt x="5041" y="10838"/>
                    <a:pt x="4947" y="10744"/>
                  </a:cubicBezTo>
                  <a:cubicBezTo>
                    <a:pt x="4600" y="10271"/>
                    <a:pt x="4411" y="9673"/>
                    <a:pt x="4411" y="9043"/>
                  </a:cubicBezTo>
                  <a:lnTo>
                    <a:pt x="4411" y="8223"/>
                  </a:lnTo>
                  <a:cubicBezTo>
                    <a:pt x="4411" y="7625"/>
                    <a:pt x="4096" y="7121"/>
                    <a:pt x="3529" y="6837"/>
                  </a:cubicBezTo>
                  <a:cubicBezTo>
                    <a:pt x="3318" y="6720"/>
                    <a:pt x="3085" y="6664"/>
                    <a:pt x="2852" y="6664"/>
                  </a:cubicBezTo>
                  <a:cubicBezTo>
                    <a:pt x="2458" y="6664"/>
                    <a:pt x="2061" y="6824"/>
                    <a:pt x="1765" y="7121"/>
                  </a:cubicBezTo>
                  <a:lnTo>
                    <a:pt x="1576" y="7310"/>
                  </a:lnTo>
                  <a:cubicBezTo>
                    <a:pt x="1607" y="6270"/>
                    <a:pt x="2017" y="5230"/>
                    <a:pt x="2678" y="4443"/>
                  </a:cubicBezTo>
                  <a:cubicBezTo>
                    <a:pt x="2741" y="4317"/>
                    <a:pt x="2867" y="4254"/>
                    <a:pt x="2962" y="4128"/>
                  </a:cubicBezTo>
                  <a:cubicBezTo>
                    <a:pt x="3466" y="3655"/>
                    <a:pt x="4001" y="3309"/>
                    <a:pt x="4632" y="3057"/>
                  </a:cubicBezTo>
                  <a:cubicBezTo>
                    <a:pt x="5167" y="2899"/>
                    <a:pt x="5703" y="2836"/>
                    <a:pt x="6270" y="2836"/>
                  </a:cubicBezTo>
                  <a:close/>
                  <a:moveTo>
                    <a:pt x="11153" y="1"/>
                  </a:moveTo>
                  <a:cubicBezTo>
                    <a:pt x="10334" y="1"/>
                    <a:pt x="9483" y="253"/>
                    <a:pt x="8822" y="757"/>
                  </a:cubicBezTo>
                  <a:cubicBezTo>
                    <a:pt x="8255" y="1135"/>
                    <a:pt x="7782" y="1733"/>
                    <a:pt x="7530" y="2364"/>
                  </a:cubicBezTo>
                  <a:cubicBezTo>
                    <a:pt x="7120" y="2238"/>
                    <a:pt x="6679" y="2175"/>
                    <a:pt x="6270" y="2175"/>
                  </a:cubicBezTo>
                  <a:cubicBezTo>
                    <a:pt x="5703" y="2175"/>
                    <a:pt x="5199" y="2206"/>
                    <a:pt x="4695" y="2364"/>
                  </a:cubicBezTo>
                  <a:cubicBezTo>
                    <a:pt x="4411" y="1733"/>
                    <a:pt x="3938" y="1166"/>
                    <a:pt x="3371" y="788"/>
                  </a:cubicBezTo>
                  <a:cubicBezTo>
                    <a:pt x="2710" y="253"/>
                    <a:pt x="1891" y="32"/>
                    <a:pt x="1071" y="32"/>
                  </a:cubicBezTo>
                  <a:lnTo>
                    <a:pt x="347" y="32"/>
                  </a:lnTo>
                  <a:cubicBezTo>
                    <a:pt x="158" y="32"/>
                    <a:pt x="0" y="190"/>
                    <a:pt x="0" y="379"/>
                  </a:cubicBezTo>
                  <a:lnTo>
                    <a:pt x="0" y="1103"/>
                  </a:lnTo>
                  <a:cubicBezTo>
                    <a:pt x="0" y="1859"/>
                    <a:pt x="189" y="2553"/>
                    <a:pt x="599" y="3183"/>
                  </a:cubicBezTo>
                  <a:cubicBezTo>
                    <a:pt x="914" y="3655"/>
                    <a:pt x="1292" y="4096"/>
                    <a:pt x="1765" y="4411"/>
                  </a:cubicBezTo>
                  <a:cubicBezTo>
                    <a:pt x="1544" y="4726"/>
                    <a:pt x="1323" y="5073"/>
                    <a:pt x="1166" y="5420"/>
                  </a:cubicBezTo>
                  <a:cubicBezTo>
                    <a:pt x="914" y="6113"/>
                    <a:pt x="756" y="6806"/>
                    <a:pt x="756" y="7562"/>
                  </a:cubicBezTo>
                  <a:lnTo>
                    <a:pt x="756" y="8255"/>
                  </a:lnTo>
                  <a:cubicBezTo>
                    <a:pt x="756" y="8475"/>
                    <a:pt x="914" y="8633"/>
                    <a:pt x="1103" y="8633"/>
                  </a:cubicBezTo>
                  <a:cubicBezTo>
                    <a:pt x="1891" y="8633"/>
                    <a:pt x="2647" y="8980"/>
                    <a:pt x="3119" y="9610"/>
                  </a:cubicBezTo>
                  <a:lnTo>
                    <a:pt x="4316" y="11185"/>
                  </a:lnTo>
                  <a:cubicBezTo>
                    <a:pt x="4411" y="11311"/>
                    <a:pt x="4537" y="11405"/>
                    <a:pt x="4632" y="11531"/>
                  </a:cubicBezTo>
                  <a:cubicBezTo>
                    <a:pt x="5041" y="11941"/>
                    <a:pt x="5545" y="12130"/>
                    <a:pt x="6112" y="12130"/>
                  </a:cubicBezTo>
                  <a:cubicBezTo>
                    <a:pt x="6648" y="12130"/>
                    <a:pt x="7152" y="11941"/>
                    <a:pt x="7561" y="11531"/>
                  </a:cubicBezTo>
                  <a:cubicBezTo>
                    <a:pt x="7687" y="11405"/>
                    <a:pt x="7782" y="11311"/>
                    <a:pt x="7877" y="11185"/>
                  </a:cubicBezTo>
                  <a:lnTo>
                    <a:pt x="9105" y="9610"/>
                  </a:lnTo>
                  <a:cubicBezTo>
                    <a:pt x="9578" y="8980"/>
                    <a:pt x="10302" y="8633"/>
                    <a:pt x="11090" y="8633"/>
                  </a:cubicBezTo>
                  <a:cubicBezTo>
                    <a:pt x="11311" y="8633"/>
                    <a:pt x="11468" y="8475"/>
                    <a:pt x="11468" y="8255"/>
                  </a:cubicBezTo>
                  <a:lnTo>
                    <a:pt x="11468" y="7751"/>
                  </a:lnTo>
                  <a:cubicBezTo>
                    <a:pt x="11468" y="6522"/>
                    <a:pt x="11059" y="5388"/>
                    <a:pt x="10397" y="4411"/>
                  </a:cubicBezTo>
                  <a:cubicBezTo>
                    <a:pt x="10870" y="4096"/>
                    <a:pt x="11311" y="3655"/>
                    <a:pt x="11626" y="3151"/>
                  </a:cubicBezTo>
                  <a:cubicBezTo>
                    <a:pt x="12004" y="2521"/>
                    <a:pt x="12193" y="1796"/>
                    <a:pt x="12193" y="1072"/>
                  </a:cubicBezTo>
                  <a:lnTo>
                    <a:pt x="12193" y="347"/>
                  </a:lnTo>
                  <a:cubicBezTo>
                    <a:pt x="12193" y="158"/>
                    <a:pt x="12035" y="1"/>
                    <a:pt x="118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142"/>
            <p:cNvSpPr/>
            <p:nvPr/>
          </p:nvSpPr>
          <p:spPr>
            <a:xfrm>
              <a:off x="-18223800" y="2559575"/>
              <a:ext cx="37050" cy="36850"/>
            </a:xfrm>
            <a:custGeom>
              <a:avLst/>
              <a:gdLst/>
              <a:ahLst/>
              <a:cxnLst/>
              <a:rect l="l" t="t" r="r" b="b"/>
              <a:pathLst>
                <a:path w="1482" h="1474" extrusionOk="0">
                  <a:moveTo>
                    <a:pt x="410" y="0"/>
                  </a:moveTo>
                  <a:cubicBezTo>
                    <a:pt x="324" y="0"/>
                    <a:pt x="237" y="40"/>
                    <a:pt x="158" y="118"/>
                  </a:cubicBezTo>
                  <a:cubicBezTo>
                    <a:pt x="1" y="276"/>
                    <a:pt x="1" y="497"/>
                    <a:pt x="158" y="654"/>
                  </a:cubicBezTo>
                  <a:lnTo>
                    <a:pt x="851" y="1347"/>
                  </a:lnTo>
                  <a:cubicBezTo>
                    <a:pt x="946" y="1442"/>
                    <a:pt x="1009" y="1473"/>
                    <a:pt x="1103" y="1473"/>
                  </a:cubicBezTo>
                  <a:cubicBezTo>
                    <a:pt x="1166" y="1473"/>
                    <a:pt x="1292" y="1442"/>
                    <a:pt x="1324" y="1347"/>
                  </a:cubicBezTo>
                  <a:cubicBezTo>
                    <a:pt x="1481" y="1190"/>
                    <a:pt x="1481" y="1001"/>
                    <a:pt x="1324" y="843"/>
                  </a:cubicBezTo>
                  <a:lnTo>
                    <a:pt x="662" y="118"/>
                  </a:lnTo>
                  <a:cubicBezTo>
                    <a:pt x="584" y="40"/>
                    <a:pt x="497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142"/>
            <p:cNvSpPr/>
            <p:nvPr/>
          </p:nvSpPr>
          <p:spPr>
            <a:xfrm>
              <a:off x="-18098550" y="2559575"/>
              <a:ext cx="37825" cy="36850"/>
            </a:xfrm>
            <a:custGeom>
              <a:avLst/>
              <a:gdLst/>
              <a:ahLst/>
              <a:cxnLst/>
              <a:rect l="l" t="t" r="r" b="b"/>
              <a:pathLst>
                <a:path w="1513" h="1474" extrusionOk="0">
                  <a:moveTo>
                    <a:pt x="1103" y="0"/>
                  </a:moveTo>
                  <a:cubicBezTo>
                    <a:pt x="1016" y="0"/>
                    <a:pt x="929" y="40"/>
                    <a:pt x="851" y="118"/>
                  </a:cubicBezTo>
                  <a:lnTo>
                    <a:pt x="158" y="843"/>
                  </a:lnTo>
                  <a:cubicBezTo>
                    <a:pt x="0" y="1001"/>
                    <a:pt x="0" y="1190"/>
                    <a:pt x="158" y="1347"/>
                  </a:cubicBezTo>
                  <a:cubicBezTo>
                    <a:pt x="221" y="1442"/>
                    <a:pt x="315" y="1473"/>
                    <a:pt x="410" y="1473"/>
                  </a:cubicBezTo>
                  <a:cubicBezTo>
                    <a:pt x="504" y="1473"/>
                    <a:pt x="630" y="1442"/>
                    <a:pt x="662" y="1347"/>
                  </a:cubicBezTo>
                  <a:lnTo>
                    <a:pt x="1355" y="623"/>
                  </a:lnTo>
                  <a:cubicBezTo>
                    <a:pt x="1512" y="465"/>
                    <a:pt x="1512" y="276"/>
                    <a:pt x="1355" y="118"/>
                  </a:cubicBezTo>
                  <a:cubicBezTo>
                    <a:pt x="1276" y="40"/>
                    <a:pt x="1189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3" name="Google Shape;13743;p142"/>
          <p:cNvGrpSpPr/>
          <p:nvPr/>
        </p:nvGrpSpPr>
        <p:grpSpPr>
          <a:xfrm>
            <a:off x="5583492" y="2852107"/>
            <a:ext cx="361250" cy="471471"/>
            <a:chOff x="-18258450" y="2809825"/>
            <a:chExt cx="232375" cy="303275"/>
          </a:xfrm>
        </p:grpSpPr>
        <p:sp>
          <p:nvSpPr>
            <p:cNvPr id="13744" name="Google Shape;13744;p142"/>
            <p:cNvSpPr/>
            <p:nvPr/>
          </p:nvSpPr>
          <p:spPr>
            <a:xfrm>
              <a:off x="-18177325" y="29083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142"/>
            <p:cNvSpPr/>
            <p:nvPr/>
          </p:nvSpPr>
          <p:spPr>
            <a:xfrm>
              <a:off x="-18123775" y="29083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142"/>
            <p:cNvSpPr/>
            <p:nvPr/>
          </p:nvSpPr>
          <p:spPr>
            <a:xfrm>
              <a:off x="-18258450" y="2809825"/>
              <a:ext cx="232375" cy="303275"/>
            </a:xfrm>
            <a:custGeom>
              <a:avLst/>
              <a:gdLst/>
              <a:ahLst/>
              <a:cxnLst/>
              <a:rect l="l" t="t" r="r" b="b"/>
              <a:pathLst>
                <a:path w="9295" h="12131" extrusionOk="0">
                  <a:moveTo>
                    <a:pt x="4663" y="726"/>
                  </a:moveTo>
                  <a:cubicBezTo>
                    <a:pt x="5640" y="726"/>
                    <a:pt x="6617" y="1387"/>
                    <a:pt x="7373" y="2553"/>
                  </a:cubicBezTo>
                  <a:cubicBezTo>
                    <a:pt x="7121" y="2490"/>
                    <a:pt x="6459" y="2238"/>
                    <a:pt x="6175" y="2175"/>
                  </a:cubicBezTo>
                  <a:cubicBezTo>
                    <a:pt x="6144" y="2159"/>
                    <a:pt x="6097" y="2151"/>
                    <a:pt x="6049" y="2151"/>
                  </a:cubicBezTo>
                  <a:cubicBezTo>
                    <a:pt x="6002" y="2151"/>
                    <a:pt x="5955" y="2159"/>
                    <a:pt x="5923" y="2175"/>
                  </a:cubicBezTo>
                  <a:lnTo>
                    <a:pt x="4663" y="2805"/>
                  </a:lnTo>
                  <a:lnTo>
                    <a:pt x="3403" y="2175"/>
                  </a:lnTo>
                  <a:cubicBezTo>
                    <a:pt x="3356" y="2159"/>
                    <a:pt x="3301" y="2151"/>
                    <a:pt x="3249" y="2151"/>
                  </a:cubicBezTo>
                  <a:cubicBezTo>
                    <a:pt x="3198" y="2151"/>
                    <a:pt x="3151" y="2159"/>
                    <a:pt x="3120" y="2175"/>
                  </a:cubicBezTo>
                  <a:lnTo>
                    <a:pt x="1922" y="2553"/>
                  </a:lnTo>
                  <a:cubicBezTo>
                    <a:pt x="2710" y="1387"/>
                    <a:pt x="3718" y="726"/>
                    <a:pt x="4663" y="726"/>
                  </a:cubicBezTo>
                  <a:close/>
                  <a:moveTo>
                    <a:pt x="6144" y="2868"/>
                  </a:moveTo>
                  <a:lnTo>
                    <a:pt x="6617" y="3025"/>
                  </a:lnTo>
                  <a:cubicBezTo>
                    <a:pt x="7341" y="3908"/>
                    <a:pt x="7404" y="5168"/>
                    <a:pt x="6743" y="6081"/>
                  </a:cubicBezTo>
                  <a:lnTo>
                    <a:pt x="6112" y="6396"/>
                  </a:lnTo>
                  <a:lnTo>
                    <a:pt x="5041" y="5829"/>
                  </a:lnTo>
                  <a:lnTo>
                    <a:pt x="5041" y="5325"/>
                  </a:lnTo>
                  <a:cubicBezTo>
                    <a:pt x="5041" y="5136"/>
                    <a:pt x="4884" y="4979"/>
                    <a:pt x="4695" y="4979"/>
                  </a:cubicBezTo>
                  <a:cubicBezTo>
                    <a:pt x="4506" y="4979"/>
                    <a:pt x="4348" y="5136"/>
                    <a:pt x="4348" y="5325"/>
                  </a:cubicBezTo>
                  <a:lnTo>
                    <a:pt x="4348" y="5829"/>
                  </a:lnTo>
                  <a:lnTo>
                    <a:pt x="3277" y="6396"/>
                  </a:lnTo>
                  <a:lnTo>
                    <a:pt x="2647" y="6081"/>
                  </a:lnTo>
                  <a:cubicBezTo>
                    <a:pt x="1985" y="5136"/>
                    <a:pt x="2048" y="3908"/>
                    <a:pt x="2773" y="3025"/>
                  </a:cubicBezTo>
                  <a:lnTo>
                    <a:pt x="3246" y="2868"/>
                  </a:lnTo>
                  <a:lnTo>
                    <a:pt x="4537" y="3498"/>
                  </a:lnTo>
                  <a:cubicBezTo>
                    <a:pt x="4600" y="3530"/>
                    <a:pt x="4655" y="3545"/>
                    <a:pt x="4707" y="3545"/>
                  </a:cubicBezTo>
                  <a:cubicBezTo>
                    <a:pt x="4758" y="3545"/>
                    <a:pt x="4805" y="3530"/>
                    <a:pt x="4852" y="3498"/>
                  </a:cubicBezTo>
                  <a:lnTo>
                    <a:pt x="6144" y="2868"/>
                  </a:lnTo>
                  <a:close/>
                  <a:moveTo>
                    <a:pt x="7530" y="6459"/>
                  </a:moveTo>
                  <a:lnTo>
                    <a:pt x="8601" y="7027"/>
                  </a:lnTo>
                  <a:cubicBezTo>
                    <a:pt x="8507" y="9641"/>
                    <a:pt x="6932" y="11469"/>
                    <a:pt x="4663" y="11469"/>
                  </a:cubicBezTo>
                  <a:cubicBezTo>
                    <a:pt x="2363" y="11469"/>
                    <a:pt x="788" y="9704"/>
                    <a:pt x="725" y="7027"/>
                  </a:cubicBezTo>
                  <a:lnTo>
                    <a:pt x="1765" y="6459"/>
                  </a:lnTo>
                  <a:lnTo>
                    <a:pt x="2206" y="6648"/>
                  </a:lnTo>
                  <a:lnTo>
                    <a:pt x="3088" y="7090"/>
                  </a:lnTo>
                  <a:cubicBezTo>
                    <a:pt x="3135" y="7105"/>
                    <a:pt x="3190" y="7113"/>
                    <a:pt x="3246" y="7113"/>
                  </a:cubicBezTo>
                  <a:cubicBezTo>
                    <a:pt x="3301" y="7113"/>
                    <a:pt x="3356" y="7105"/>
                    <a:pt x="3403" y="7090"/>
                  </a:cubicBezTo>
                  <a:lnTo>
                    <a:pt x="4663" y="6459"/>
                  </a:lnTo>
                  <a:lnTo>
                    <a:pt x="5923" y="7090"/>
                  </a:lnTo>
                  <a:cubicBezTo>
                    <a:pt x="5971" y="7105"/>
                    <a:pt x="6026" y="7113"/>
                    <a:pt x="6081" y="7113"/>
                  </a:cubicBezTo>
                  <a:cubicBezTo>
                    <a:pt x="6136" y="7113"/>
                    <a:pt x="6191" y="7105"/>
                    <a:pt x="6238" y="7090"/>
                  </a:cubicBezTo>
                  <a:lnTo>
                    <a:pt x="7089" y="6648"/>
                  </a:lnTo>
                  <a:lnTo>
                    <a:pt x="7530" y="6459"/>
                  </a:lnTo>
                  <a:close/>
                  <a:moveTo>
                    <a:pt x="4663" y="1"/>
                  </a:moveTo>
                  <a:cubicBezTo>
                    <a:pt x="3214" y="1"/>
                    <a:pt x="1796" y="1135"/>
                    <a:pt x="883" y="3025"/>
                  </a:cubicBezTo>
                  <a:cubicBezTo>
                    <a:pt x="776" y="3265"/>
                    <a:pt x="939" y="3527"/>
                    <a:pt x="1163" y="3527"/>
                  </a:cubicBezTo>
                  <a:cubicBezTo>
                    <a:pt x="1205" y="3527"/>
                    <a:pt x="1248" y="3518"/>
                    <a:pt x="1292" y="3498"/>
                  </a:cubicBezTo>
                  <a:lnTo>
                    <a:pt x="1702" y="3403"/>
                  </a:lnTo>
                  <a:lnTo>
                    <a:pt x="1702" y="3403"/>
                  </a:lnTo>
                  <a:cubicBezTo>
                    <a:pt x="1387" y="4128"/>
                    <a:pt x="1355" y="4979"/>
                    <a:pt x="1607" y="5766"/>
                  </a:cubicBezTo>
                  <a:lnTo>
                    <a:pt x="221" y="6459"/>
                  </a:lnTo>
                  <a:cubicBezTo>
                    <a:pt x="95" y="6554"/>
                    <a:pt x="1" y="6648"/>
                    <a:pt x="1" y="6774"/>
                  </a:cubicBezTo>
                  <a:cubicBezTo>
                    <a:pt x="1" y="10209"/>
                    <a:pt x="2143" y="12130"/>
                    <a:pt x="4663" y="12130"/>
                  </a:cubicBezTo>
                  <a:cubicBezTo>
                    <a:pt x="7184" y="12130"/>
                    <a:pt x="9294" y="10177"/>
                    <a:pt x="9294" y="6774"/>
                  </a:cubicBezTo>
                  <a:cubicBezTo>
                    <a:pt x="9294" y="6648"/>
                    <a:pt x="9231" y="6554"/>
                    <a:pt x="9105" y="6459"/>
                  </a:cubicBezTo>
                  <a:lnTo>
                    <a:pt x="7688" y="5766"/>
                  </a:lnTo>
                  <a:cubicBezTo>
                    <a:pt x="7971" y="5010"/>
                    <a:pt x="7971" y="4191"/>
                    <a:pt x="7593" y="3403"/>
                  </a:cubicBezTo>
                  <a:lnTo>
                    <a:pt x="7593" y="3403"/>
                  </a:lnTo>
                  <a:lnTo>
                    <a:pt x="8003" y="3498"/>
                  </a:lnTo>
                  <a:cubicBezTo>
                    <a:pt x="8052" y="3518"/>
                    <a:pt x="8099" y="3527"/>
                    <a:pt x="8144" y="3527"/>
                  </a:cubicBezTo>
                  <a:cubicBezTo>
                    <a:pt x="8387" y="3527"/>
                    <a:pt x="8550" y="3265"/>
                    <a:pt x="8444" y="3025"/>
                  </a:cubicBezTo>
                  <a:cubicBezTo>
                    <a:pt x="7530" y="1135"/>
                    <a:pt x="6112" y="1"/>
                    <a:pt x="46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47" name="Google Shape;13747;p142"/>
          <p:cNvSpPr/>
          <p:nvPr/>
        </p:nvSpPr>
        <p:spPr>
          <a:xfrm>
            <a:off x="1456589" y="3444743"/>
            <a:ext cx="471471" cy="475125"/>
          </a:xfrm>
          <a:custGeom>
            <a:avLst/>
            <a:gdLst/>
            <a:ahLst/>
            <a:cxnLst/>
            <a:rect l="l" t="t" r="r" b="b"/>
            <a:pathLst>
              <a:path w="12131" h="12225" extrusionOk="0">
                <a:moveTo>
                  <a:pt x="6050" y="756"/>
                </a:moveTo>
                <a:cubicBezTo>
                  <a:pt x="6239" y="756"/>
                  <a:pt x="6396" y="914"/>
                  <a:pt x="6396" y="1103"/>
                </a:cubicBezTo>
                <a:cubicBezTo>
                  <a:pt x="6396" y="1324"/>
                  <a:pt x="6239" y="1481"/>
                  <a:pt x="6050" y="1481"/>
                </a:cubicBezTo>
                <a:cubicBezTo>
                  <a:pt x="5861" y="1481"/>
                  <a:pt x="5703" y="1324"/>
                  <a:pt x="5703" y="1103"/>
                </a:cubicBezTo>
                <a:cubicBezTo>
                  <a:pt x="5703" y="914"/>
                  <a:pt x="5861" y="756"/>
                  <a:pt x="6050" y="756"/>
                </a:cubicBezTo>
                <a:close/>
                <a:moveTo>
                  <a:pt x="3183" y="2174"/>
                </a:moveTo>
                <a:cubicBezTo>
                  <a:pt x="3372" y="2174"/>
                  <a:pt x="3530" y="2332"/>
                  <a:pt x="3530" y="2521"/>
                </a:cubicBezTo>
                <a:cubicBezTo>
                  <a:pt x="3530" y="2741"/>
                  <a:pt x="3372" y="2899"/>
                  <a:pt x="3183" y="2899"/>
                </a:cubicBezTo>
                <a:cubicBezTo>
                  <a:pt x="2994" y="2899"/>
                  <a:pt x="2836" y="2741"/>
                  <a:pt x="2836" y="2521"/>
                </a:cubicBezTo>
                <a:cubicBezTo>
                  <a:pt x="2836" y="2332"/>
                  <a:pt x="2994" y="2174"/>
                  <a:pt x="3183" y="2174"/>
                </a:cubicBezTo>
                <a:close/>
                <a:moveTo>
                  <a:pt x="8885" y="2174"/>
                </a:moveTo>
                <a:cubicBezTo>
                  <a:pt x="9074" y="2174"/>
                  <a:pt x="9232" y="2332"/>
                  <a:pt x="9232" y="2521"/>
                </a:cubicBezTo>
                <a:cubicBezTo>
                  <a:pt x="9232" y="2741"/>
                  <a:pt x="9074" y="2899"/>
                  <a:pt x="8885" y="2899"/>
                </a:cubicBezTo>
                <a:cubicBezTo>
                  <a:pt x="8696" y="2899"/>
                  <a:pt x="8539" y="2741"/>
                  <a:pt x="8539" y="2521"/>
                </a:cubicBezTo>
                <a:cubicBezTo>
                  <a:pt x="8539" y="2332"/>
                  <a:pt x="8696" y="2174"/>
                  <a:pt x="8885" y="2174"/>
                </a:cubicBezTo>
                <a:close/>
                <a:moveTo>
                  <a:pt x="6050" y="3718"/>
                </a:moveTo>
                <a:cubicBezTo>
                  <a:pt x="6396" y="4033"/>
                  <a:pt x="7153" y="4726"/>
                  <a:pt x="7562" y="5640"/>
                </a:cubicBezTo>
                <a:cubicBezTo>
                  <a:pt x="6869" y="6238"/>
                  <a:pt x="6365" y="6931"/>
                  <a:pt x="6050" y="7814"/>
                </a:cubicBezTo>
                <a:cubicBezTo>
                  <a:pt x="5735" y="6994"/>
                  <a:pt x="5199" y="6238"/>
                  <a:pt x="4569" y="5640"/>
                </a:cubicBezTo>
                <a:cubicBezTo>
                  <a:pt x="4947" y="4726"/>
                  <a:pt x="5703" y="4033"/>
                  <a:pt x="6050" y="3718"/>
                </a:cubicBezTo>
                <a:close/>
                <a:moveTo>
                  <a:pt x="1009" y="5010"/>
                </a:moveTo>
                <a:cubicBezTo>
                  <a:pt x="3561" y="5010"/>
                  <a:pt x="5672" y="7089"/>
                  <a:pt x="5672" y="9704"/>
                </a:cubicBezTo>
                <a:lnTo>
                  <a:pt x="5672" y="10050"/>
                </a:lnTo>
                <a:lnTo>
                  <a:pt x="5294" y="10050"/>
                </a:lnTo>
                <a:cubicBezTo>
                  <a:pt x="2773" y="10050"/>
                  <a:pt x="663" y="7971"/>
                  <a:pt x="663" y="5356"/>
                </a:cubicBezTo>
                <a:lnTo>
                  <a:pt x="663" y="5010"/>
                </a:lnTo>
                <a:close/>
                <a:moveTo>
                  <a:pt x="11406" y="5010"/>
                </a:moveTo>
                <a:lnTo>
                  <a:pt x="11406" y="5356"/>
                </a:lnTo>
                <a:cubicBezTo>
                  <a:pt x="11406" y="7971"/>
                  <a:pt x="9326" y="10050"/>
                  <a:pt x="6775" y="10050"/>
                </a:cubicBezTo>
                <a:lnTo>
                  <a:pt x="6396" y="10050"/>
                </a:lnTo>
                <a:lnTo>
                  <a:pt x="6396" y="9704"/>
                </a:lnTo>
                <a:cubicBezTo>
                  <a:pt x="6396" y="7089"/>
                  <a:pt x="8507" y="5010"/>
                  <a:pt x="11059" y="5010"/>
                </a:cubicBezTo>
                <a:close/>
                <a:moveTo>
                  <a:pt x="7814" y="10649"/>
                </a:moveTo>
                <a:lnTo>
                  <a:pt x="7814" y="10775"/>
                </a:lnTo>
                <a:cubicBezTo>
                  <a:pt x="7814" y="11153"/>
                  <a:pt x="7499" y="11468"/>
                  <a:pt x="7121" y="11468"/>
                </a:cubicBezTo>
                <a:cubicBezTo>
                  <a:pt x="6712" y="11468"/>
                  <a:pt x="6396" y="11153"/>
                  <a:pt x="6396" y="10775"/>
                </a:cubicBezTo>
                <a:cubicBezTo>
                  <a:pt x="6838" y="10775"/>
                  <a:pt x="7247" y="10775"/>
                  <a:pt x="7814" y="10649"/>
                </a:cubicBezTo>
                <a:close/>
                <a:moveTo>
                  <a:pt x="4286" y="10680"/>
                </a:moveTo>
                <a:cubicBezTo>
                  <a:pt x="4884" y="10806"/>
                  <a:pt x="5262" y="10806"/>
                  <a:pt x="5703" y="10806"/>
                </a:cubicBezTo>
                <a:cubicBezTo>
                  <a:pt x="5703" y="11153"/>
                  <a:pt x="5388" y="11500"/>
                  <a:pt x="4979" y="11500"/>
                </a:cubicBezTo>
                <a:cubicBezTo>
                  <a:pt x="4601" y="11500"/>
                  <a:pt x="4286" y="11185"/>
                  <a:pt x="4286" y="10806"/>
                </a:cubicBezTo>
                <a:lnTo>
                  <a:pt x="4286" y="10680"/>
                </a:lnTo>
                <a:close/>
                <a:moveTo>
                  <a:pt x="6050" y="0"/>
                </a:moveTo>
                <a:cubicBezTo>
                  <a:pt x="5451" y="0"/>
                  <a:pt x="4979" y="473"/>
                  <a:pt x="4979" y="1071"/>
                </a:cubicBezTo>
                <a:cubicBezTo>
                  <a:pt x="4979" y="1544"/>
                  <a:pt x="5294" y="1922"/>
                  <a:pt x="5703" y="2080"/>
                </a:cubicBezTo>
                <a:lnTo>
                  <a:pt x="5703" y="3025"/>
                </a:lnTo>
                <a:cubicBezTo>
                  <a:pt x="5357" y="3308"/>
                  <a:pt x="4475" y="4096"/>
                  <a:pt x="3971" y="5167"/>
                </a:cubicBezTo>
                <a:cubicBezTo>
                  <a:pt x="3845" y="5104"/>
                  <a:pt x="3687" y="5010"/>
                  <a:pt x="3561" y="4947"/>
                </a:cubicBezTo>
                <a:lnTo>
                  <a:pt x="3561" y="3529"/>
                </a:lnTo>
                <a:cubicBezTo>
                  <a:pt x="4002" y="3371"/>
                  <a:pt x="4286" y="2962"/>
                  <a:pt x="4286" y="2489"/>
                </a:cubicBezTo>
                <a:cubicBezTo>
                  <a:pt x="4286" y="1891"/>
                  <a:pt x="3813" y="1418"/>
                  <a:pt x="3214" y="1418"/>
                </a:cubicBezTo>
                <a:cubicBezTo>
                  <a:pt x="2616" y="1418"/>
                  <a:pt x="2143" y="1891"/>
                  <a:pt x="2143" y="2489"/>
                </a:cubicBezTo>
                <a:cubicBezTo>
                  <a:pt x="2143" y="2962"/>
                  <a:pt x="2458" y="3371"/>
                  <a:pt x="2868" y="3529"/>
                </a:cubicBezTo>
                <a:lnTo>
                  <a:pt x="2868" y="4632"/>
                </a:lnTo>
                <a:cubicBezTo>
                  <a:pt x="2269" y="4411"/>
                  <a:pt x="1671" y="4316"/>
                  <a:pt x="1041" y="4316"/>
                </a:cubicBezTo>
                <a:lnTo>
                  <a:pt x="348" y="4316"/>
                </a:lnTo>
                <a:cubicBezTo>
                  <a:pt x="158" y="4316"/>
                  <a:pt x="1" y="4474"/>
                  <a:pt x="1" y="4663"/>
                </a:cubicBezTo>
                <a:lnTo>
                  <a:pt x="1" y="5356"/>
                </a:lnTo>
                <a:cubicBezTo>
                  <a:pt x="1" y="6774"/>
                  <a:pt x="537" y="8160"/>
                  <a:pt x="1576" y="9200"/>
                </a:cubicBezTo>
                <a:cubicBezTo>
                  <a:pt x="2143" y="9767"/>
                  <a:pt x="2836" y="10208"/>
                  <a:pt x="3561" y="10491"/>
                </a:cubicBezTo>
                <a:lnTo>
                  <a:pt x="3561" y="10806"/>
                </a:lnTo>
                <a:cubicBezTo>
                  <a:pt x="3561" y="11594"/>
                  <a:pt x="4191" y="12224"/>
                  <a:pt x="4979" y="12224"/>
                </a:cubicBezTo>
                <a:cubicBezTo>
                  <a:pt x="5420" y="12224"/>
                  <a:pt x="5829" y="12035"/>
                  <a:pt x="6050" y="11752"/>
                </a:cubicBezTo>
                <a:cubicBezTo>
                  <a:pt x="6333" y="12067"/>
                  <a:pt x="6680" y="12224"/>
                  <a:pt x="7121" y="12224"/>
                </a:cubicBezTo>
                <a:cubicBezTo>
                  <a:pt x="7909" y="12224"/>
                  <a:pt x="8539" y="11594"/>
                  <a:pt x="8539" y="10806"/>
                </a:cubicBezTo>
                <a:lnTo>
                  <a:pt x="8539" y="10491"/>
                </a:lnTo>
                <a:cubicBezTo>
                  <a:pt x="9295" y="10208"/>
                  <a:pt x="9957" y="9767"/>
                  <a:pt x="10555" y="9200"/>
                </a:cubicBezTo>
                <a:cubicBezTo>
                  <a:pt x="11563" y="8160"/>
                  <a:pt x="12130" y="6837"/>
                  <a:pt x="12130" y="5356"/>
                </a:cubicBezTo>
                <a:lnTo>
                  <a:pt x="12130" y="4663"/>
                </a:lnTo>
                <a:cubicBezTo>
                  <a:pt x="12130" y="4474"/>
                  <a:pt x="11973" y="4316"/>
                  <a:pt x="11752" y="4316"/>
                </a:cubicBezTo>
                <a:lnTo>
                  <a:pt x="11059" y="4316"/>
                </a:lnTo>
                <a:cubicBezTo>
                  <a:pt x="10429" y="4316"/>
                  <a:pt x="9831" y="4411"/>
                  <a:pt x="9232" y="4632"/>
                </a:cubicBezTo>
                <a:lnTo>
                  <a:pt x="9232" y="3529"/>
                </a:lnTo>
                <a:cubicBezTo>
                  <a:pt x="9673" y="3371"/>
                  <a:pt x="9957" y="2962"/>
                  <a:pt x="9957" y="2489"/>
                </a:cubicBezTo>
                <a:cubicBezTo>
                  <a:pt x="9957" y="1891"/>
                  <a:pt x="9484" y="1418"/>
                  <a:pt x="8885" y="1418"/>
                </a:cubicBezTo>
                <a:cubicBezTo>
                  <a:pt x="8287" y="1418"/>
                  <a:pt x="7814" y="1891"/>
                  <a:pt x="7814" y="2489"/>
                </a:cubicBezTo>
                <a:cubicBezTo>
                  <a:pt x="7814" y="2962"/>
                  <a:pt x="8129" y="3371"/>
                  <a:pt x="8539" y="3529"/>
                </a:cubicBezTo>
                <a:lnTo>
                  <a:pt x="8539" y="4947"/>
                </a:lnTo>
                <a:cubicBezTo>
                  <a:pt x="8381" y="5010"/>
                  <a:pt x="8255" y="5104"/>
                  <a:pt x="8129" y="5167"/>
                </a:cubicBezTo>
                <a:cubicBezTo>
                  <a:pt x="7625" y="4096"/>
                  <a:pt x="6775" y="3308"/>
                  <a:pt x="6396" y="3025"/>
                </a:cubicBezTo>
                <a:lnTo>
                  <a:pt x="6396" y="2080"/>
                </a:lnTo>
                <a:cubicBezTo>
                  <a:pt x="6838" y="1922"/>
                  <a:pt x="7121" y="1544"/>
                  <a:pt x="7121" y="1071"/>
                </a:cubicBezTo>
                <a:cubicBezTo>
                  <a:pt x="7121" y="473"/>
                  <a:pt x="6649" y="0"/>
                  <a:pt x="605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48" name="Google Shape;13748;p142"/>
          <p:cNvGrpSpPr/>
          <p:nvPr/>
        </p:nvGrpSpPr>
        <p:grpSpPr>
          <a:xfrm>
            <a:off x="3793692" y="3445233"/>
            <a:ext cx="415117" cy="473920"/>
            <a:chOff x="-16422500" y="2425450"/>
            <a:chExt cx="267025" cy="304850"/>
          </a:xfrm>
        </p:grpSpPr>
        <p:sp>
          <p:nvSpPr>
            <p:cNvPr id="13749" name="Google Shape;13749;p142"/>
            <p:cNvSpPr/>
            <p:nvPr/>
          </p:nvSpPr>
          <p:spPr>
            <a:xfrm>
              <a:off x="-16350825" y="25152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0" name="Google Shape;13750;p142"/>
            <p:cNvSpPr/>
            <p:nvPr/>
          </p:nvSpPr>
          <p:spPr>
            <a:xfrm>
              <a:off x="-16245275" y="251527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cubicBezTo>
                    <a:pt x="567" y="725"/>
                    <a:pt x="725" y="567"/>
                    <a:pt x="725" y="378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1" name="Google Shape;13751;p142"/>
            <p:cNvSpPr/>
            <p:nvPr/>
          </p:nvSpPr>
          <p:spPr>
            <a:xfrm>
              <a:off x="-16422500" y="2425450"/>
              <a:ext cx="267025" cy="304850"/>
            </a:xfrm>
            <a:custGeom>
              <a:avLst/>
              <a:gdLst/>
              <a:ahLst/>
              <a:cxnLst/>
              <a:rect l="l" t="t" r="r" b="b"/>
              <a:pathLst>
                <a:path w="10681" h="12194" extrusionOk="0">
                  <a:moveTo>
                    <a:pt x="5325" y="5925"/>
                  </a:moveTo>
                  <a:cubicBezTo>
                    <a:pt x="5482" y="5925"/>
                    <a:pt x="5640" y="6051"/>
                    <a:pt x="5703" y="6177"/>
                  </a:cubicBezTo>
                  <a:lnTo>
                    <a:pt x="5325" y="6586"/>
                  </a:lnTo>
                  <a:lnTo>
                    <a:pt x="4978" y="6177"/>
                  </a:lnTo>
                  <a:cubicBezTo>
                    <a:pt x="5010" y="6019"/>
                    <a:pt x="5167" y="5925"/>
                    <a:pt x="5325" y="5925"/>
                  </a:cubicBezTo>
                  <a:close/>
                  <a:moveTo>
                    <a:pt x="4411" y="5767"/>
                  </a:moveTo>
                  <a:cubicBezTo>
                    <a:pt x="4348" y="5925"/>
                    <a:pt x="4254" y="6114"/>
                    <a:pt x="4254" y="6334"/>
                  </a:cubicBezTo>
                  <a:cubicBezTo>
                    <a:pt x="4254" y="6366"/>
                    <a:pt x="4254" y="6429"/>
                    <a:pt x="4348" y="6523"/>
                  </a:cubicBezTo>
                  <a:lnTo>
                    <a:pt x="4978" y="7311"/>
                  </a:lnTo>
                  <a:cubicBezTo>
                    <a:pt x="4884" y="8004"/>
                    <a:pt x="4317" y="8602"/>
                    <a:pt x="3561" y="8602"/>
                  </a:cubicBezTo>
                  <a:cubicBezTo>
                    <a:pt x="2773" y="8602"/>
                    <a:pt x="2143" y="7972"/>
                    <a:pt x="2143" y="7185"/>
                  </a:cubicBezTo>
                  <a:cubicBezTo>
                    <a:pt x="2143" y="6397"/>
                    <a:pt x="2773" y="5767"/>
                    <a:pt x="3561" y="5767"/>
                  </a:cubicBezTo>
                  <a:close/>
                  <a:moveTo>
                    <a:pt x="7089" y="5735"/>
                  </a:moveTo>
                  <a:cubicBezTo>
                    <a:pt x="7877" y="5735"/>
                    <a:pt x="8507" y="6366"/>
                    <a:pt x="8507" y="7153"/>
                  </a:cubicBezTo>
                  <a:cubicBezTo>
                    <a:pt x="8507" y="7972"/>
                    <a:pt x="7877" y="8602"/>
                    <a:pt x="7089" y="8602"/>
                  </a:cubicBezTo>
                  <a:cubicBezTo>
                    <a:pt x="6365" y="8602"/>
                    <a:pt x="5734" y="8004"/>
                    <a:pt x="5671" y="7311"/>
                  </a:cubicBezTo>
                  <a:lnTo>
                    <a:pt x="6302" y="6523"/>
                  </a:lnTo>
                  <a:cubicBezTo>
                    <a:pt x="6365" y="6429"/>
                    <a:pt x="6396" y="6366"/>
                    <a:pt x="6396" y="6271"/>
                  </a:cubicBezTo>
                  <a:cubicBezTo>
                    <a:pt x="6396" y="6082"/>
                    <a:pt x="6365" y="5893"/>
                    <a:pt x="6239" y="5735"/>
                  </a:cubicBezTo>
                  <a:close/>
                  <a:moveTo>
                    <a:pt x="5317" y="725"/>
                  </a:moveTo>
                  <a:cubicBezTo>
                    <a:pt x="6534" y="725"/>
                    <a:pt x="7685" y="1194"/>
                    <a:pt x="8570" y="2018"/>
                  </a:cubicBezTo>
                  <a:cubicBezTo>
                    <a:pt x="9452" y="2932"/>
                    <a:pt x="9988" y="4129"/>
                    <a:pt x="9988" y="5389"/>
                  </a:cubicBezTo>
                  <a:lnTo>
                    <a:pt x="9988" y="8256"/>
                  </a:lnTo>
                  <a:cubicBezTo>
                    <a:pt x="9988" y="8854"/>
                    <a:pt x="9515" y="9327"/>
                    <a:pt x="8916" y="9327"/>
                  </a:cubicBezTo>
                  <a:lnTo>
                    <a:pt x="8570" y="9327"/>
                  </a:lnTo>
                  <a:lnTo>
                    <a:pt x="8570" y="8760"/>
                  </a:lnTo>
                  <a:cubicBezTo>
                    <a:pt x="9043" y="8350"/>
                    <a:pt x="9263" y="7783"/>
                    <a:pt x="9263" y="7153"/>
                  </a:cubicBezTo>
                  <a:cubicBezTo>
                    <a:pt x="9263" y="5956"/>
                    <a:pt x="8318" y="5011"/>
                    <a:pt x="7152" y="5011"/>
                  </a:cubicBezTo>
                  <a:lnTo>
                    <a:pt x="3561" y="5011"/>
                  </a:lnTo>
                  <a:cubicBezTo>
                    <a:pt x="2363" y="5011"/>
                    <a:pt x="1418" y="5956"/>
                    <a:pt x="1418" y="7153"/>
                  </a:cubicBezTo>
                  <a:cubicBezTo>
                    <a:pt x="1418" y="7783"/>
                    <a:pt x="1702" y="8319"/>
                    <a:pt x="2143" y="8760"/>
                  </a:cubicBezTo>
                  <a:lnTo>
                    <a:pt x="2143" y="9327"/>
                  </a:lnTo>
                  <a:lnTo>
                    <a:pt x="1796" y="9327"/>
                  </a:lnTo>
                  <a:cubicBezTo>
                    <a:pt x="1198" y="9327"/>
                    <a:pt x="725" y="8854"/>
                    <a:pt x="725" y="8256"/>
                  </a:cubicBezTo>
                  <a:lnTo>
                    <a:pt x="725" y="5609"/>
                  </a:lnTo>
                  <a:cubicBezTo>
                    <a:pt x="725" y="3026"/>
                    <a:pt x="2742" y="821"/>
                    <a:pt x="5199" y="726"/>
                  </a:cubicBezTo>
                  <a:cubicBezTo>
                    <a:pt x="5238" y="725"/>
                    <a:pt x="5278" y="725"/>
                    <a:pt x="5317" y="725"/>
                  </a:cubicBezTo>
                  <a:close/>
                  <a:moveTo>
                    <a:pt x="5325" y="8382"/>
                  </a:moveTo>
                  <a:cubicBezTo>
                    <a:pt x="5577" y="8760"/>
                    <a:pt x="5955" y="9043"/>
                    <a:pt x="6396" y="9201"/>
                  </a:cubicBezTo>
                  <a:lnTo>
                    <a:pt x="6396" y="9674"/>
                  </a:lnTo>
                  <a:cubicBezTo>
                    <a:pt x="6081" y="9894"/>
                    <a:pt x="5734" y="10020"/>
                    <a:pt x="5325" y="10020"/>
                  </a:cubicBezTo>
                  <a:cubicBezTo>
                    <a:pt x="4947" y="10020"/>
                    <a:pt x="4569" y="9894"/>
                    <a:pt x="4254" y="9674"/>
                  </a:cubicBezTo>
                  <a:lnTo>
                    <a:pt x="4254" y="9201"/>
                  </a:lnTo>
                  <a:cubicBezTo>
                    <a:pt x="4695" y="9043"/>
                    <a:pt x="5104" y="8728"/>
                    <a:pt x="5325" y="8382"/>
                  </a:cubicBezTo>
                  <a:close/>
                  <a:moveTo>
                    <a:pt x="2836" y="9201"/>
                  </a:moveTo>
                  <a:cubicBezTo>
                    <a:pt x="3088" y="9264"/>
                    <a:pt x="3309" y="9327"/>
                    <a:pt x="3561" y="9327"/>
                  </a:cubicBezTo>
                  <a:lnTo>
                    <a:pt x="3561" y="11406"/>
                  </a:lnTo>
                  <a:cubicBezTo>
                    <a:pt x="3151" y="11249"/>
                    <a:pt x="2836" y="10839"/>
                    <a:pt x="2836" y="10367"/>
                  </a:cubicBezTo>
                  <a:lnTo>
                    <a:pt x="2836" y="9201"/>
                  </a:lnTo>
                  <a:close/>
                  <a:moveTo>
                    <a:pt x="7814" y="9201"/>
                  </a:moveTo>
                  <a:lnTo>
                    <a:pt x="7814" y="10367"/>
                  </a:lnTo>
                  <a:cubicBezTo>
                    <a:pt x="7814" y="10839"/>
                    <a:pt x="7499" y="11249"/>
                    <a:pt x="7089" y="11406"/>
                  </a:cubicBezTo>
                  <a:lnTo>
                    <a:pt x="7089" y="9327"/>
                  </a:lnTo>
                  <a:cubicBezTo>
                    <a:pt x="7341" y="9327"/>
                    <a:pt x="7562" y="9264"/>
                    <a:pt x="7814" y="9201"/>
                  </a:cubicBezTo>
                  <a:close/>
                  <a:moveTo>
                    <a:pt x="5317" y="0"/>
                  </a:moveTo>
                  <a:cubicBezTo>
                    <a:pt x="5278" y="0"/>
                    <a:pt x="5238" y="1"/>
                    <a:pt x="5199" y="2"/>
                  </a:cubicBezTo>
                  <a:cubicBezTo>
                    <a:pt x="3781" y="65"/>
                    <a:pt x="2489" y="695"/>
                    <a:pt x="1513" y="1766"/>
                  </a:cubicBezTo>
                  <a:cubicBezTo>
                    <a:pt x="568" y="2806"/>
                    <a:pt x="1" y="4160"/>
                    <a:pt x="1" y="5609"/>
                  </a:cubicBezTo>
                  <a:lnTo>
                    <a:pt x="1" y="8256"/>
                  </a:lnTo>
                  <a:cubicBezTo>
                    <a:pt x="1" y="9233"/>
                    <a:pt x="788" y="10020"/>
                    <a:pt x="1796" y="10020"/>
                  </a:cubicBezTo>
                  <a:lnTo>
                    <a:pt x="2143" y="10020"/>
                  </a:lnTo>
                  <a:lnTo>
                    <a:pt x="2143" y="10367"/>
                  </a:lnTo>
                  <a:cubicBezTo>
                    <a:pt x="2143" y="10839"/>
                    <a:pt x="2332" y="11312"/>
                    <a:pt x="2647" y="11627"/>
                  </a:cubicBezTo>
                  <a:cubicBezTo>
                    <a:pt x="2994" y="12005"/>
                    <a:pt x="3435" y="12194"/>
                    <a:pt x="3907" y="12194"/>
                  </a:cubicBezTo>
                  <a:cubicBezTo>
                    <a:pt x="4096" y="12194"/>
                    <a:pt x="4254" y="12036"/>
                    <a:pt x="4254" y="11847"/>
                  </a:cubicBezTo>
                  <a:lnTo>
                    <a:pt x="4254" y="10493"/>
                  </a:lnTo>
                  <a:cubicBezTo>
                    <a:pt x="4569" y="10650"/>
                    <a:pt x="4978" y="10713"/>
                    <a:pt x="5325" y="10713"/>
                  </a:cubicBezTo>
                  <a:cubicBezTo>
                    <a:pt x="5703" y="10713"/>
                    <a:pt x="6081" y="10650"/>
                    <a:pt x="6396" y="10493"/>
                  </a:cubicBezTo>
                  <a:lnTo>
                    <a:pt x="6396" y="11847"/>
                  </a:lnTo>
                  <a:cubicBezTo>
                    <a:pt x="6396" y="12036"/>
                    <a:pt x="6554" y="12194"/>
                    <a:pt x="6743" y="12194"/>
                  </a:cubicBezTo>
                  <a:cubicBezTo>
                    <a:pt x="7215" y="12194"/>
                    <a:pt x="7656" y="12005"/>
                    <a:pt x="8003" y="11627"/>
                  </a:cubicBezTo>
                  <a:cubicBezTo>
                    <a:pt x="8381" y="11280"/>
                    <a:pt x="8538" y="10839"/>
                    <a:pt x="8538" y="10367"/>
                  </a:cubicBezTo>
                  <a:lnTo>
                    <a:pt x="8538" y="10020"/>
                  </a:lnTo>
                  <a:lnTo>
                    <a:pt x="8885" y="10020"/>
                  </a:lnTo>
                  <a:cubicBezTo>
                    <a:pt x="9862" y="10020"/>
                    <a:pt x="10649" y="9233"/>
                    <a:pt x="10649" y="8256"/>
                  </a:cubicBezTo>
                  <a:lnTo>
                    <a:pt x="10649" y="5420"/>
                  </a:lnTo>
                  <a:cubicBezTo>
                    <a:pt x="10681" y="4664"/>
                    <a:pt x="10523" y="3908"/>
                    <a:pt x="10240" y="3247"/>
                  </a:cubicBezTo>
                  <a:cubicBezTo>
                    <a:pt x="9988" y="2585"/>
                    <a:pt x="9578" y="2018"/>
                    <a:pt x="9074" y="1514"/>
                  </a:cubicBezTo>
                  <a:cubicBezTo>
                    <a:pt x="8033" y="534"/>
                    <a:pt x="6694" y="0"/>
                    <a:pt x="53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2" name="Google Shape;13752;p142"/>
          <p:cNvGrpSpPr/>
          <p:nvPr/>
        </p:nvGrpSpPr>
        <p:grpSpPr>
          <a:xfrm>
            <a:off x="6096453" y="3445838"/>
            <a:ext cx="473920" cy="472676"/>
            <a:chOff x="-16442200" y="2801175"/>
            <a:chExt cx="304850" cy="304050"/>
          </a:xfrm>
        </p:grpSpPr>
        <p:sp>
          <p:nvSpPr>
            <p:cNvPr id="13753" name="Google Shape;13753;p142"/>
            <p:cNvSpPr/>
            <p:nvPr/>
          </p:nvSpPr>
          <p:spPr>
            <a:xfrm>
              <a:off x="-16369725" y="2942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4" name="Google Shape;13754;p142"/>
            <p:cNvSpPr/>
            <p:nvPr/>
          </p:nvSpPr>
          <p:spPr>
            <a:xfrm>
              <a:off x="-16442200" y="2801175"/>
              <a:ext cx="304850" cy="304050"/>
            </a:xfrm>
            <a:custGeom>
              <a:avLst/>
              <a:gdLst/>
              <a:ahLst/>
              <a:cxnLst/>
              <a:rect l="l" t="t" r="r" b="b"/>
              <a:pathLst>
                <a:path w="12194" h="12162" extrusionOk="0">
                  <a:moveTo>
                    <a:pt x="7940" y="694"/>
                  </a:moveTo>
                  <a:cubicBezTo>
                    <a:pt x="8255" y="694"/>
                    <a:pt x="8539" y="914"/>
                    <a:pt x="8602" y="1229"/>
                  </a:cubicBezTo>
                  <a:cubicBezTo>
                    <a:pt x="8633" y="1324"/>
                    <a:pt x="8728" y="1418"/>
                    <a:pt x="8854" y="1450"/>
                  </a:cubicBezTo>
                  <a:cubicBezTo>
                    <a:pt x="9169" y="1544"/>
                    <a:pt x="9358" y="1796"/>
                    <a:pt x="9358" y="2111"/>
                  </a:cubicBezTo>
                  <a:cubicBezTo>
                    <a:pt x="9358" y="2426"/>
                    <a:pt x="9169" y="2710"/>
                    <a:pt x="8854" y="2804"/>
                  </a:cubicBezTo>
                  <a:cubicBezTo>
                    <a:pt x="8728" y="2836"/>
                    <a:pt x="8633" y="2899"/>
                    <a:pt x="8602" y="3025"/>
                  </a:cubicBezTo>
                  <a:cubicBezTo>
                    <a:pt x="8539" y="3340"/>
                    <a:pt x="8255" y="3529"/>
                    <a:pt x="7940" y="3529"/>
                  </a:cubicBezTo>
                  <a:cubicBezTo>
                    <a:pt x="7625" y="3529"/>
                    <a:pt x="7373" y="3340"/>
                    <a:pt x="7279" y="3056"/>
                  </a:cubicBezTo>
                  <a:cubicBezTo>
                    <a:pt x="7216" y="2899"/>
                    <a:pt x="7058" y="2836"/>
                    <a:pt x="6901" y="2836"/>
                  </a:cubicBezTo>
                  <a:lnTo>
                    <a:pt x="6806" y="2836"/>
                  </a:lnTo>
                  <a:cubicBezTo>
                    <a:pt x="6649" y="2836"/>
                    <a:pt x="6522" y="2899"/>
                    <a:pt x="6428" y="3056"/>
                  </a:cubicBezTo>
                  <a:cubicBezTo>
                    <a:pt x="6333" y="3340"/>
                    <a:pt x="6081" y="3529"/>
                    <a:pt x="5766" y="3529"/>
                  </a:cubicBezTo>
                  <a:cubicBezTo>
                    <a:pt x="5451" y="3529"/>
                    <a:pt x="5231" y="3340"/>
                    <a:pt x="5105" y="3056"/>
                  </a:cubicBezTo>
                  <a:cubicBezTo>
                    <a:pt x="5073" y="2899"/>
                    <a:pt x="4916" y="2836"/>
                    <a:pt x="4758" y="2836"/>
                  </a:cubicBezTo>
                  <a:lnTo>
                    <a:pt x="4632" y="2836"/>
                  </a:lnTo>
                  <a:cubicBezTo>
                    <a:pt x="4475" y="2836"/>
                    <a:pt x="4349" y="2899"/>
                    <a:pt x="4254" y="3056"/>
                  </a:cubicBezTo>
                  <a:cubicBezTo>
                    <a:pt x="4191" y="3340"/>
                    <a:pt x="3908" y="3529"/>
                    <a:pt x="3593" y="3529"/>
                  </a:cubicBezTo>
                  <a:cubicBezTo>
                    <a:pt x="3277" y="3529"/>
                    <a:pt x="2994" y="3340"/>
                    <a:pt x="2931" y="3025"/>
                  </a:cubicBezTo>
                  <a:cubicBezTo>
                    <a:pt x="2899" y="2899"/>
                    <a:pt x="2805" y="2836"/>
                    <a:pt x="2679" y="2804"/>
                  </a:cubicBezTo>
                  <a:cubicBezTo>
                    <a:pt x="2395" y="2710"/>
                    <a:pt x="2175" y="2426"/>
                    <a:pt x="2175" y="2111"/>
                  </a:cubicBezTo>
                  <a:cubicBezTo>
                    <a:pt x="2175" y="1796"/>
                    <a:pt x="2395" y="1544"/>
                    <a:pt x="2679" y="1450"/>
                  </a:cubicBezTo>
                  <a:cubicBezTo>
                    <a:pt x="2805" y="1418"/>
                    <a:pt x="2899" y="1324"/>
                    <a:pt x="2931" y="1229"/>
                  </a:cubicBezTo>
                  <a:cubicBezTo>
                    <a:pt x="2994" y="914"/>
                    <a:pt x="3277" y="694"/>
                    <a:pt x="3593" y="694"/>
                  </a:cubicBezTo>
                  <a:cubicBezTo>
                    <a:pt x="3908" y="694"/>
                    <a:pt x="4160" y="914"/>
                    <a:pt x="4254" y="1166"/>
                  </a:cubicBezTo>
                  <a:cubicBezTo>
                    <a:pt x="4317" y="1324"/>
                    <a:pt x="4475" y="1418"/>
                    <a:pt x="4632" y="1418"/>
                  </a:cubicBezTo>
                  <a:lnTo>
                    <a:pt x="4758" y="1418"/>
                  </a:lnTo>
                  <a:cubicBezTo>
                    <a:pt x="4916" y="1418"/>
                    <a:pt x="5010" y="1324"/>
                    <a:pt x="5105" y="1166"/>
                  </a:cubicBezTo>
                  <a:cubicBezTo>
                    <a:pt x="5231" y="914"/>
                    <a:pt x="5451" y="694"/>
                    <a:pt x="5766" y="694"/>
                  </a:cubicBezTo>
                  <a:cubicBezTo>
                    <a:pt x="6081" y="694"/>
                    <a:pt x="6333" y="914"/>
                    <a:pt x="6428" y="1166"/>
                  </a:cubicBezTo>
                  <a:cubicBezTo>
                    <a:pt x="6491" y="1324"/>
                    <a:pt x="6649" y="1418"/>
                    <a:pt x="6806" y="1418"/>
                  </a:cubicBezTo>
                  <a:lnTo>
                    <a:pt x="6901" y="1418"/>
                  </a:lnTo>
                  <a:cubicBezTo>
                    <a:pt x="7058" y="1418"/>
                    <a:pt x="7184" y="1324"/>
                    <a:pt x="7279" y="1166"/>
                  </a:cubicBezTo>
                  <a:cubicBezTo>
                    <a:pt x="7373" y="914"/>
                    <a:pt x="7625" y="694"/>
                    <a:pt x="7940" y="694"/>
                  </a:cubicBezTo>
                  <a:close/>
                  <a:moveTo>
                    <a:pt x="6459" y="4065"/>
                  </a:moveTo>
                  <a:cubicBezTo>
                    <a:pt x="6522" y="4128"/>
                    <a:pt x="7184" y="4632"/>
                    <a:pt x="7184" y="5671"/>
                  </a:cubicBezTo>
                  <a:cubicBezTo>
                    <a:pt x="7184" y="6207"/>
                    <a:pt x="6995" y="6711"/>
                    <a:pt x="6585" y="7120"/>
                  </a:cubicBezTo>
                  <a:cubicBezTo>
                    <a:pt x="6428" y="7120"/>
                    <a:pt x="6270" y="7089"/>
                    <a:pt x="6081" y="7089"/>
                  </a:cubicBezTo>
                  <a:cubicBezTo>
                    <a:pt x="5798" y="7089"/>
                    <a:pt x="5514" y="7120"/>
                    <a:pt x="5294" y="7152"/>
                  </a:cubicBezTo>
                  <a:cubicBezTo>
                    <a:pt x="5577" y="6711"/>
                    <a:pt x="5735" y="6175"/>
                    <a:pt x="5735" y="5608"/>
                  </a:cubicBezTo>
                  <a:cubicBezTo>
                    <a:pt x="5735" y="5104"/>
                    <a:pt x="5577" y="4569"/>
                    <a:pt x="5294" y="4128"/>
                  </a:cubicBezTo>
                  <a:lnTo>
                    <a:pt x="5294" y="4128"/>
                  </a:lnTo>
                  <a:cubicBezTo>
                    <a:pt x="5420" y="4159"/>
                    <a:pt x="5577" y="4191"/>
                    <a:pt x="5735" y="4191"/>
                  </a:cubicBezTo>
                  <a:cubicBezTo>
                    <a:pt x="5792" y="4205"/>
                    <a:pt x="5848" y="4211"/>
                    <a:pt x="5905" y="4211"/>
                  </a:cubicBezTo>
                  <a:cubicBezTo>
                    <a:pt x="6099" y="4211"/>
                    <a:pt x="6289" y="4138"/>
                    <a:pt x="6459" y="4065"/>
                  </a:cubicBezTo>
                  <a:close/>
                  <a:moveTo>
                    <a:pt x="8602" y="4065"/>
                  </a:moveTo>
                  <a:cubicBezTo>
                    <a:pt x="8633" y="4128"/>
                    <a:pt x="9295" y="4632"/>
                    <a:pt x="9295" y="5671"/>
                  </a:cubicBezTo>
                  <a:cubicBezTo>
                    <a:pt x="9295" y="6459"/>
                    <a:pt x="9043" y="7404"/>
                    <a:pt x="8287" y="7751"/>
                  </a:cubicBezTo>
                  <a:cubicBezTo>
                    <a:pt x="8003" y="7562"/>
                    <a:pt x="7688" y="7404"/>
                    <a:pt x="7373" y="7310"/>
                  </a:cubicBezTo>
                  <a:cubicBezTo>
                    <a:pt x="7751" y="6837"/>
                    <a:pt x="7909" y="6270"/>
                    <a:pt x="7909" y="5671"/>
                  </a:cubicBezTo>
                  <a:cubicBezTo>
                    <a:pt x="7877" y="5167"/>
                    <a:pt x="7720" y="4632"/>
                    <a:pt x="7468" y="4159"/>
                  </a:cubicBezTo>
                  <a:lnTo>
                    <a:pt x="7468" y="4159"/>
                  </a:lnTo>
                  <a:cubicBezTo>
                    <a:pt x="7619" y="4209"/>
                    <a:pt x="7775" y="4235"/>
                    <a:pt x="7930" y="4235"/>
                  </a:cubicBezTo>
                  <a:cubicBezTo>
                    <a:pt x="8163" y="4235"/>
                    <a:pt x="8394" y="4178"/>
                    <a:pt x="8602" y="4065"/>
                  </a:cubicBezTo>
                  <a:close/>
                  <a:moveTo>
                    <a:pt x="9894" y="2710"/>
                  </a:moveTo>
                  <a:cubicBezTo>
                    <a:pt x="10870" y="3371"/>
                    <a:pt x="11469" y="4474"/>
                    <a:pt x="11469" y="5671"/>
                  </a:cubicBezTo>
                  <a:cubicBezTo>
                    <a:pt x="11469" y="7367"/>
                    <a:pt x="9957" y="9278"/>
                    <a:pt x="8454" y="9278"/>
                  </a:cubicBezTo>
                  <a:cubicBezTo>
                    <a:pt x="8141" y="9278"/>
                    <a:pt x="7829" y="9195"/>
                    <a:pt x="7531" y="9011"/>
                  </a:cubicBezTo>
                  <a:lnTo>
                    <a:pt x="7405" y="8948"/>
                  </a:lnTo>
                  <a:cubicBezTo>
                    <a:pt x="7011" y="8648"/>
                    <a:pt x="6562" y="8499"/>
                    <a:pt x="6117" y="8499"/>
                  </a:cubicBezTo>
                  <a:cubicBezTo>
                    <a:pt x="5672" y="8499"/>
                    <a:pt x="5231" y="8648"/>
                    <a:pt x="4853" y="8948"/>
                  </a:cubicBezTo>
                  <a:cubicBezTo>
                    <a:pt x="4601" y="9137"/>
                    <a:pt x="4309" y="9231"/>
                    <a:pt x="4018" y="9231"/>
                  </a:cubicBezTo>
                  <a:cubicBezTo>
                    <a:pt x="3726" y="9231"/>
                    <a:pt x="3435" y="9137"/>
                    <a:pt x="3183" y="8948"/>
                  </a:cubicBezTo>
                  <a:cubicBezTo>
                    <a:pt x="2789" y="8622"/>
                    <a:pt x="2329" y="8464"/>
                    <a:pt x="1870" y="8464"/>
                  </a:cubicBezTo>
                  <a:cubicBezTo>
                    <a:pt x="1486" y="8464"/>
                    <a:pt x="1102" y="8575"/>
                    <a:pt x="757" y="8790"/>
                  </a:cubicBezTo>
                  <a:lnTo>
                    <a:pt x="757" y="7940"/>
                  </a:lnTo>
                  <a:cubicBezTo>
                    <a:pt x="1080" y="7815"/>
                    <a:pt x="1423" y="7752"/>
                    <a:pt x="1769" y="7752"/>
                  </a:cubicBezTo>
                  <a:cubicBezTo>
                    <a:pt x="2469" y="7752"/>
                    <a:pt x="3180" y="8011"/>
                    <a:pt x="3750" y="8538"/>
                  </a:cubicBezTo>
                  <a:cubicBezTo>
                    <a:pt x="3813" y="8601"/>
                    <a:pt x="3900" y="8633"/>
                    <a:pt x="3986" y="8633"/>
                  </a:cubicBezTo>
                  <a:cubicBezTo>
                    <a:pt x="4073" y="8633"/>
                    <a:pt x="4160" y="8601"/>
                    <a:pt x="4223" y="8538"/>
                  </a:cubicBezTo>
                  <a:cubicBezTo>
                    <a:pt x="4724" y="8069"/>
                    <a:pt x="5416" y="7833"/>
                    <a:pt x="6124" y="7833"/>
                  </a:cubicBezTo>
                  <a:cubicBezTo>
                    <a:pt x="6796" y="7833"/>
                    <a:pt x="7483" y="8046"/>
                    <a:pt x="8035" y="8475"/>
                  </a:cubicBezTo>
                  <a:cubicBezTo>
                    <a:pt x="8090" y="8512"/>
                    <a:pt x="8167" y="8527"/>
                    <a:pt x="8234" y="8527"/>
                  </a:cubicBezTo>
                  <a:cubicBezTo>
                    <a:pt x="8281" y="8527"/>
                    <a:pt x="8324" y="8520"/>
                    <a:pt x="8350" y="8507"/>
                  </a:cubicBezTo>
                  <a:cubicBezTo>
                    <a:pt x="8917" y="8318"/>
                    <a:pt x="9358" y="7908"/>
                    <a:pt x="9673" y="7373"/>
                  </a:cubicBezTo>
                  <a:cubicBezTo>
                    <a:pt x="9894" y="6900"/>
                    <a:pt x="10051" y="6301"/>
                    <a:pt x="10051" y="5671"/>
                  </a:cubicBezTo>
                  <a:cubicBezTo>
                    <a:pt x="10051" y="4884"/>
                    <a:pt x="9736" y="4128"/>
                    <a:pt x="9137" y="3560"/>
                  </a:cubicBezTo>
                  <a:lnTo>
                    <a:pt x="9106" y="3529"/>
                  </a:lnTo>
                  <a:cubicBezTo>
                    <a:pt x="9137" y="3497"/>
                    <a:pt x="9200" y="3403"/>
                    <a:pt x="9200" y="3371"/>
                  </a:cubicBezTo>
                  <a:cubicBezTo>
                    <a:pt x="9515" y="3214"/>
                    <a:pt x="9736" y="2993"/>
                    <a:pt x="9894" y="2710"/>
                  </a:cubicBezTo>
                  <a:close/>
                  <a:moveTo>
                    <a:pt x="11500" y="8034"/>
                  </a:moveTo>
                  <a:lnTo>
                    <a:pt x="11500" y="11468"/>
                  </a:lnTo>
                  <a:lnTo>
                    <a:pt x="726" y="11468"/>
                  </a:lnTo>
                  <a:lnTo>
                    <a:pt x="726" y="11405"/>
                  </a:lnTo>
                  <a:lnTo>
                    <a:pt x="726" y="9672"/>
                  </a:lnTo>
                  <a:cubicBezTo>
                    <a:pt x="789" y="9641"/>
                    <a:pt x="883" y="9578"/>
                    <a:pt x="946" y="9515"/>
                  </a:cubicBezTo>
                  <a:cubicBezTo>
                    <a:pt x="1214" y="9326"/>
                    <a:pt x="1521" y="9231"/>
                    <a:pt x="1824" y="9231"/>
                  </a:cubicBezTo>
                  <a:cubicBezTo>
                    <a:pt x="2128" y="9231"/>
                    <a:pt x="2427" y="9326"/>
                    <a:pt x="2679" y="9515"/>
                  </a:cubicBezTo>
                  <a:cubicBezTo>
                    <a:pt x="3073" y="9830"/>
                    <a:pt x="3530" y="9987"/>
                    <a:pt x="3986" y="9987"/>
                  </a:cubicBezTo>
                  <a:cubicBezTo>
                    <a:pt x="4443" y="9987"/>
                    <a:pt x="4900" y="9830"/>
                    <a:pt x="5294" y="9515"/>
                  </a:cubicBezTo>
                  <a:cubicBezTo>
                    <a:pt x="5546" y="9326"/>
                    <a:pt x="5837" y="9231"/>
                    <a:pt x="6133" y="9231"/>
                  </a:cubicBezTo>
                  <a:cubicBezTo>
                    <a:pt x="6428" y="9231"/>
                    <a:pt x="6727" y="9326"/>
                    <a:pt x="6995" y="9515"/>
                  </a:cubicBezTo>
                  <a:cubicBezTo>
                    <a:pt x="7027" y="9515"/>
                    <a:pt x="7027" y="9578"/>
                    <a:pt x="7184" y="9641"/>
                  </a:cubicBezTo>
                  <a:cubicBezTo>
                    <a:pt x="7562" y="9893"/>
                    <a:pt x="8003" y="9987"/>
                    <a:pt x="8476" y="9987"/>
                  </a:cubicBezTo>
                  <a:cubicBezTo>
                    <a:pt x="9704" y="9987"/>
                    <a:pt x="10839" y="9105"/>
                    <a:pt x="11500" y="8034"/>
                  </a:cubicBezTo>
                  <a:close/>
                  <a:moveTo>
                    <a:pt x="3624" y="0"/>
                  </a:moveTo>
                  <a:cubicBezTo>
                    <a:pt x="3088" y="0"/>
                    <a:pt x="2584" y="315"/>
                    <a:pt x="2332" y="820"/>
                  </a:cubicBezTo>
                  <a:cubicBezTo>
                    <a:pt x="1828" y="1040"/>
                    <a:pt x="1513" y="1544"/>
                    <a:pt x="1513" y="2111"/>
                  </a:cubicBezTo>
                  <a:cubicBezTo>
                    <a:pt x="1513" y="2678"/>
                    <a:pt x="1828" y="3182"/>
                    <a:pt x="2332" y="3434"/>
                  </a:cubicBezTo>
                  <a:cubicBezTo>
                    <a:pt x="2584" y="3939"/>
                    <a:pt x="3057" y="4254"/>
                    <a:pt x="3624" y="4254"/>
                  </a:cubicBezTo>
                  <a:cubicBezTo>
                    <a:pt x="3876" y="4254"/>
                    <a:pt x="4160" y="4159"/>
                    <a:pt x="4349" y="4065"/>
                  </a:cubicBezTo>
                  <a:cubicBezTo>
                    <a:pt x="4380" y="4128"/>
                    <a:pt x="5042" y="4632"/>
                    <a:pt x="5042" y="5671"/>
                  </a:cubicBezTo>
                  <a:cubicBezTo>
                    <a:pt x="5042" y="6522"/>
                    <a:pt x="4538" y="7278"/>
                    <a:pt x="3750" y="7625"/>
                  </a:cubicBezTo>
                  <a:cubicBezTo>
                    <a:pt x="3164" y="7245"/>
                    <a:pt x="2502" y="7045"/>
                    <a:pt x="1837" y="7045"/>
                  </a:cubicBezTo>
                  <a:cubicBezTo>
                    <a:pt x="1287" y="7045"/>
                    <a:pt x="735" y="7182"/>
                    <a:pt x="221" y="7467"/>
                  </a:cubicBezTo>
                  <a:cubicBezTo>
                    <a:pt x="95" y="7562"/>
                    <a:pt x="1" y="7688"/>
                    <a:pt x="1" y="7782"/>
                  </a:cubicBezTo>
                  <a:lnTo>
                    <a:pt x="1" y="11815"/>
                  </a:lnTo>
                  <a:cubicBezTo>
                    <a:pt x="1" y="12004"/>
                    <a:pt x="158" y="12161"/>
                    <a:pt x="379" y="12161"/>
                  </a:cubicBezTo>
                  <a:lnTo>
                    <a:pt x="11815" y="12161"/>
                  </a:lnTo>
                  <a:cubicBezTo>
                    <a:pt x="12036" y="12161"/>
                    <a:pt x="12193" y="12004"/>
                    <a:pt x="12193" y="11815"/>
                  </a:cubicBezTo>
                  <a:lnTo>
                    <a:pt x="12193" y="5671"/>
                  </a:lnTo>
                  <a:cubicBezTo>
                    <a:pt x="12193" y="4128"/>
                    <a:pt x="11343" y="2710"/>
                    <a:pt x="10020" y="1954"/>
                  </a:cubicBezTo>
                  <a:cubicBezTo>
                    <a:pt x="9988" y="1450"/>
                    <a:pt x="9673" y="1009"/>
                    <a:pt x="9200" y="820"/>
                  </a:cubicBezTo>
                  <a:cubicBezTo>
                    <a:pt x="8948" y="315"/>
                    <a:pt x="8476" y="0"/>
                    <a:pt x="7909" y="0"/>
                  </a:cubicBezTo>
                  <a:cubicBezTo>
                    <a:pt x="7468" y="0"/>
                    <a:pt x="7121" y="189"/>
                    <a:pt x="6838" y="473"/>
                  </a:cubicBezTo>
                  <a:cubicBezTo>
                    <a:pt x="6554" y="158"/>
                    <a:pt x="6144" y="0"/>
                    <a:pt x="5766" y="0"/>
                  </a:cubicBezTo>
                  <a:cubicBezTo>
                    <a:pt x="5357" y="0"/>
                    <a:pt x="4979" y="189"/>
                    <a:pt x="4695" y="473"/>
                  </a:cubicBezTo>
                  <a:cubicBezTo>
                    <a:pt x="4412" y="158"/>
                    <a:pt x="4034" y="0"/>
                    <a:pt x="36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5" name="Google Shape;13755;p142"/>
            <p:cNvSpPr/>
            <p:nvPr/>
          </p:nvSpPr>
          <p:spPr>
            <a:xfrm>
              <a:off x="-16423275" y="290750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56" name="Google Shape;13756;p142"/>
          <p:cNvSpPr/>
          <p:nvPr/>
        </p:nvSpPr>
        <p:spPr>
          <a:xfrm>
            <a:off x="3207661" y="3447191"/>
            <a:ext cx="471432" cy="470228"/>
          </a:xfrm>
          <a:custGeom>
            <a:avLst/>
            <a:gdLst/>
            <a:ahLst/>
            <a:cxnLst/>
            <a:rect l="l" t="t" r="r" b="b"/>
            <a:pathLst>
              <a:path w="12130" h="12099" extrusionOk="0">
                <a:moveTo>
                  <a:pt x="6018" y="1072"/>
                </a:moveTo>
                <a:cubicBezTo>
                  <a:pt x="6396" y="1923"/>
                  <a:pt x="7089" y="3624"/>
                  <a:pt x="7089" y="5577"/>
                </a:cubicBezTo>
                <a:cubicBezTo>
                  <a:pt x="6869" y="6018"/>
                  <a:pt x="6680" y="6459"/>
                  <a:pt x="6522" y="6932"/>
                </a:cubicBezTo>
                <a:cubicBezTo>
                  <a:pt x="6333" y="7467"/>
                  <a:pt x="6176" y="8035"/>
                  <a:pt x="6018" y="8633"/>
                </a:cubicBezTo>
                <a:cubicBezTo>
                  <a:pt x="5892" y="8035"/>
                  <a:pt x="5703" y="7467"/>
                  <a:pt x="5514" y="6932"/>
                </a:cubicBezTo>
                <a:cubicBezTo>
                  <a:pt x="5356" y="6459"/>
                  <a:pt x="5136" y="6018"/>
                  <a:pt x="4947" y="5577"/>
                </a:cubicBezTo>
                <a:cubicBezTo>
                  <a:pt x="4978" y="3655"/>
                  <a:pt x="5608" y="1923"/>
                  <a:pt x="6018" y="1072"/>
                </a:cubicBezTo>
                <a:close/>
                <a:moveTo>
                  <a:pt x="2552" y="3183"/>
                </a:moveTo>
                <a:cubicBezTo>
                  <a:pt x="4285" y="5199"/>
                  <a:pt x="5356" y="7720"/>
                  <a:pt x="5608" y="10366"/>
                </a:cubicBezTo>
                <a:cubicBezTo>
                  <a:pt x="4947" y="9452"/>
                  <a:pt x="4411" y="9043"/>
                  <a:pt x="3529" y="8381"/>
                </a:cubicBezTo>
                <a:cubicBezTo>
                  <a:pt x="3529" y="7152"/>
                  <a:pt x="3340" y="5955"/>
                  <a:pt x="3025" y="4790"/>
                </a:cubicBezTo>
                <a:lnTo>
                  <a:pt x="2552" y="3183"/>
                </a:lnTo>
                <a:close/>
                <a:moveTo>
                  <a:pt x="9515" y="3183"/>
                </a:moveTo>
                <a:lnTo>
                  <a:pt x="9043" y="4790"/>
                </a:lnTo>
                <a:cubicBezTo>
                  <a:pt x="8727" y="5987"/>
                  <a:pt x="8538" y="7152"/>
                  <a:pt x="8538" y="8381"/>
                </a:cubicBezTo>
                <a:cubicBezTo>
                  <a:pt x="7719" y="9043"/>
                  <a:pt x="7152" y="9452"/>
                  <a:pt x="6459" y="10366"/>
                </a:cubicBezTo>
                <a:cubicBezTo>
                  <a:pt x="6711" y="7720"/>
                  <a:pt x="7782" y="5199"/>
                  <a:pt x="9515" y="3183"/>
                </a:cubicBezTo>
                <a:close/>
                <a:moveTo>
                  <a:pt x="662" y="5703"/>
                </a:moveTo>
                <a:cubicBezTo>
                  <a:pt x="1166" y="6995"/>
                  <a:pt x="2017" y="8066"/>
                  <a:pt x="3025" y="8885"/>
                </a:cubicBezTo>
                <a:cubicBezTo>
                  <a:pt x="3970" y="9641"/>
                  <a:pt x="4663" y="10145"/>
                  <a:pt x="5419" y="11374"/>
                </a:cubicBezTo>
                <a:cubicBezTo>
                  <a:pt x="2584" y="11374"/>
                  <a:pt x="662" y="9169"/>
                  <a:pt x="662" y="6680"/>
                </a:cubicBezTo>
                <a:lnTo>
                  <a:pt x="662" y="5703"/>
                </a:lnTo>
                <a:close/>
                <a:moveTo>
                  <a:pt x="11405" y="5703"/>
                </a:moveTo>
                <a:lnTo>
                  <a:pt x="11405" y="6680"/>
                </a:lnTo>
                <a:cubicBezTo>
                  <a:pt x="11405" y="9169"/>
                  <a:pt x="9484" y="11374"/>
                  <a:pt x="6648" y="11374"/>
                </a:cubicBezTo>
                <a:cubicBezTo>
                  <a:pt x="7436" y="10051"/>
                  <a:pt x="8192" y="9578"/>
                  <a:pt x="9137" y="8822"/>
                </a:cubicBezTo>
                <a:cubicBezTo>
                  <a:pt x="10145" y="8003"/>
                  <a:pt x="10901" y="6963"/>
                  <a:pt x="11405" y="5703"/>
                </a:cubicBezTo>
                <a:close/>
                <a:moveTo>
                  <a:pt x="6050" y="1"/>
                </a:moveTo>
                <a:cubicBezTo>
                  <a:pt x="5924" y="1"/>
                  <a:pt x="5829" y="64"/>
                  <a:pt x="5734" y="158"/>
                </a:cubicBezTo>
                <a:cubicBezTo>
                  <a:pt x="5734" y="190"/>
                  <a:pt x="5356" y="788"/>
                  <a:pt x="4978" y="1765"/>
                </a:cubicBezTo>
                <a:cubicBezTo>
                  <a:pt x="4758" y="2427"/>
                  <a:pt x="4474" y="3372"/>
                  <a:pt x="4317" y="4443"/>
                </a:cubicBezTo>
                <a:cubicBezTo>
                  <a:pt x="3939" y="3813"/>
                  <a:pt x="3529" y="3277"/>
                  <a:pt x="3057" y="2710"/>
                </a:cubicBezTo>
                <a:lnTo>
                  <a:pt x="2048" y="1482"/>
                </a:lnTo>
                <a:cubicBezTo>
                  <a:pt x="1966" y="1420"/>
                  <a:pt x="1871" y="1372"/>
                  <a:pt x="1771" y="1372"/>
                </a:cubicBezTo>
                <a:cubicBezTo>
                  <a:pt x="1717" y="1372"/>
                  <a:pt x="1662" y="1386"/>
                  <a:pt x="1607" y="1419"/>
                </a:cubicBezTo>
                <a:cubicBezTo>
                  <a:pt x="1450" y="1482"/>
                  <a:pt x="1355" y="1639"/>
                  <a:pt x="1450" y="1797"/>
                </a:cubicBezTo>
                <a:lnTo>
                  <a:pt x="2363" y="5010"/>
                </a:lnTo>
                <a:cubicBezTo>
                  <a:pt x="2584" y="5892"/>
                  <a:pt x="2773" y="6806"/>
                  <a:pt x="2836" y="7720"/>
                </a:cubicBezTo>
                <a:cubicBezTo>
                  <a:pt x="2206" y="7089"/>
                  <a:pt x="1733" y="6302"/>
                  <a:pt x="1355" y="5514"/>
                </a:cubicBezTo>
                <a:lnTo>
                  <a:pt x="662" y="3750"/>
                </a:lnTo>
                <a:cubicBezTo>
                  <a:pt x="568" y="3592"/>
                  <a:pt x="410" y="3498"/>
                  <a:pt x="253" y="3498"/>
                </a:cubicBezTo>
                <a:cubicBezTo>
                  <a:pt x="95" y="3529"/>
                  <a:pt x="1" y="3687"/>
                  <a:pt x="1" y="3844"/>
                </a:cubicBezTo>
                <a:lnTo>
                  <a:pt x="1" y="6680"/>
                </a:lnTo>
                <a:cubicBezTo>
                  <a:pt x="1" y="8098"/>
                  <a:pt x="536" y="9484"/>
                  <a:pt x="1576" y="10523"/>
                </a:cubicBezTo>
                <a:cubicBezTo>
                  <a:pt x="2584" y="11532"/>
                  <a:pt x="3939" y="12099"/>
                  <a:pt x="5356" y="12099"/>
                </a:cubicBezTo>
                <a:lnTo>
                  <a:pt x="6774" y="12099"/>
                </a:lnTo>
                <a:cubicBezTo>
                  <a:pt x="8192" y="12099"/>
                  <a:pt x="9547" y="11532"/>
                  <a:pt x="10555" y="10523"/>
                </a:cubicBezTo>
                <a:cubicBezTo>
                  <a:pt x="11563" y="9484"/>
                  <a:pt x="12130" y="8161"/>
                  <a:pt x="12130" y="6680"/>
                </a:cubicBezTo>
                <a:lnTo>
                  <a:pt x="12130" y="3844"/>
                </a:lnTo>
                <a:cubicBezTo>
                  <a:pt x="12130" y="3687"/>
                  <a:pt x="12004" y="3529"/>
                  <a:pt x="11846" y="3498"/>
                </a:cubicBezTo>
                <a:cubicBezTo>
                  <a:pt x="11821" y="3493"/>
                  <a:pt x="11794" y="3490"/>
                  <a:pt x="11768" y="3490"/>
                </a:cubicBezTo>
                <a:cubicBezTo>
                  <a:pt x="11631" y="3490"/>
                  <a:pt x="11490" y="3560"/>
                  <a:pt x="11437" y="3718"/>
                </a:cubicBezTo>
                <a:lnTo>
                  <a:pt x="10744" y="5514"/>
                </a:lnTo>
                <a:cubicBezTo>
                  <a:pt x="10429" y="6333"/>
                  <a:pt x="9925" y="7089"/>
                  <a:pt x="9295" y="7720"/>
                </a:cubicBezTo>
                <a:cubicBezTo>
                  <a:pt x="9358" y="6806"/>
                  <a:pt x="9515" y="5861"/>
                  <a:pt x="9767" y="4979"/>
                </a:cubicBezTo>
                <a:lnTo>
                  <a:pt x="10649" y="1797"/>
                </a:lnTo>
                <a:cubicBezTo>
                  <a:pt x="10712" y="1639"/>
                  <a:pt x="10618" y="1482"/>
                  <a:pt x="10492" y="1419"/>
                </a:cubicBezTo>
                <a:cubicBezTo>
                  <a:pt x="10454" y="1381"/>
                  <a:pt x="10398" y="1364"/>
                  <a:pt x="10337" y="1364"/>
                </a:cubicBezTo>
                <a:cubicBezTo>
                  <a:pt x="10243" y="1364"/>
                  <a:pt x="10139" y="1405"/>
                  <a:pt x="10082" y="1482"/>
                </a:cubicBezTo>
                <a:lnTo>
                  <a:pt x="9043" y="2710"/>
                </a:lnTo>
                <a:cubicBezTo>
                  <a:pt x="8570" y="3277"/>
                  <a:pt x="8129" y="3844"/>
                  <a:pt x="7782" y="4443"/>
                </a:cubicBezTo>
                <a:cubicBezTo>
                  <a:pt x="7656" y="3372"/>
                  <a:pt x="7404" y="2427"/>
                  <a:pt x="7121" y="1765"/>
                </a:cubicBezTo>
                <a:cubicBezTo>
                  <a:pt x="6774" y="788"/>
                  <a:pt x="6396" y="158"/>
                  <a:pt x="6365" y="158"/>
                </a:cubicBezTo>
                <a:cubicBezTo>
                  <a:pt x="6302" y="32"/>
                  <a:pt x="6176" y="1"/>
                  <a:pt x="605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7" name="Google Shape;13757;p142"/>
          <p:cNvSpPr/>
          <p:nvPr/>
        </p:nvSpPr>
        <p:spPr>
          <a:xfrm>
            <a:off x="3174039" y="1706376"/>
            <a:ext cx="475125" cy="438086"/>
          </a:xfrm>
          <a:custGeom>
            <a:avLst/>
            <a:gdLst/>
            <a:ahLst/>
            <a:cxnLst/>
            <a:rect l="l" t="t" r="r" b="b"/>
            <a:pathLst>
              <a:path w="12225" h="11272" extrusionOk="0">
                <a:moveTo>
                  <a:pt x="2490" y="1190"/>
                </a:moveTo>
                <a:lnTo>
                  <a:pt x="4065" y="4372"/>
                </a:lnTo>
                <a:lnTo>
                  <a:pt x="4159" y="4624"/>
                </a:lnTo>
                <a:lnTo>
                  <a:pt x="3183" y="6577"/>
                </a:lnTo>
                <a:cubicBezTo>
                  <a:pt x="3151" y="6671"/>
                  <a:pt x="3120" y="6766"/>
                  <a:pt x="3057" y="6892"/>
                </a:cubicBezTo>
                <a:cubicBezTo>
                  <a:pt x="2868" y="6923"/>
                  <a:pt x="2679" y="6986"/>
                  <a:pt x="2490" y="6986"/>
                </a:cubicBezTo>
                <a:cubicBezTo>
                  <a:pt x="1482" y="6986"/>
                  <a:pt x="662" y="6199"/>
                  <a:pt x="662" y="5191"/>
                </a:cubicBezTo>
                <a:cubicBezTo>
                  <a:pt x="662" y="4939"/>
                  <a:pt x="757" y="4655"/>
                  <a:pt x="851" y="4372"/>
                </a:cubicBezTo>
                <a:cubicBezTo>
                  <a:pt x="851" y="4372"/>
                  <a:pt x="2269" y="1568"/>
                  <a:pt x="2490" y="1190"/>
                </a:cubicBezTo>
                <a:close/>
                <a:moveTo>
                  <a:pt x="9610" y="1190"/>
                </a:moveTo>
                <a:lnTo>
                  <a:pt x="11217" y="4372"/>
                </a:lnTo>
                <a:cubicBezTo>
                  <a:pt x="11343" y="4655"/>
                  <a:pt x="11406" y="4876"/>
                  <a:pt x="11406" y="5191"/>
                </a:cubicBezTo>
                <a:cubicBezTo>
                  <a:pt x="11406" y="6136"/>
                  <a:pt x="10618" y="6986"/>
                  <a:pt x="9610" y="6986"/>
                </a:cubicBezTo>
                <a:cubicBezTo>
                  <a:pt x="9421" y="6986"/>
                  <a:pt x="9200" y="6923"/>
                  <a:pt x="9011" y="6892"/>
                </a:cubicBezTo>
                <a:cubicBezTo>
                  <a:pt x="8980" y="6766"/>
                  <a:pt x="8948" y="6703"/>
                  <a:pt x="8885" y="6577"/>
                </a:cubicBezTo>
                <a:lnTo>
                  <a:pt x="7909" y="4624"/>
                </a:lnTo>
                <a:lnTo>
                  <a:pt x="8035" y="4372"/>
                </a:lnTo>
                <a:cubicBezTo>
                  <a:pt x="8035" y="4372"/>
                  <a:pt x="9452" y="1536"/>
                  <a:pt x="9610" y="1190"/>
                </a:cubicBezTo>
                <a:close/>
                <a:moveTo>
                  <a:pt x="6050" y="2387"/>
                </a:moveTo>
                <a:lnTo>
                  <a:pt x="8255" y="6892"/>
                </a:lnTo>
                <a:cubicBezTo>
                  <a:pt x="8476" y="7238"/>
                  <a:pt x="8539" y="7648"/>
                  <a:pt x="8539" y="8026"/>
                </a:cubicBezTo>
                <a:cubicBezTo>
                  <a:pt x="8539" y="9412"/>
                  <a:pt x="7436" y="10515"/>
                  <a:pt x="6050" y="10515"/>
                </a:cubicBezTo>
                <a:cubicBezTo>
                  <a:pt x="4695" y="10515"/>
                  <a:pt x="3592" y="9412"/>
                  <a:pt x="3592" y="8026"/>
                </a:cubicBezTo>
                <a:cubicBezTo>
                  <a:pt x="3592" y="7648"/>
                  <a:pt x="3655" y="7238"/>
                  <a:pt x="3844" y="6892"/>
                </a:cubicBezTo>
                <a:lnTo>
                  <a:pt x="6050" y="2387"/>
                </a:lnTo>
                <a:close/>
                <a:moveTo>
                  <a:pt x="2521" y="0"/>
                </a:moveTo>
                <a:cubicBezTo>
                  <a:pt x="2395" y="0"/>
                  <a:pt x="2269" y="71"/>
                  <a:pt x="2206" y="213"/>
                </a:cubicBezTo>
                <a:cubicBezTo>
                  <a:pt x="2112" y="307"/>
                  <a:pt x="284" y="4025"/>
                  <a:pt x="284" y="4025"/>
                </a:cubicBezTo>
                <a:cubicBezTo>
                  <a:pt x="64" y="4372"/>
                  <a:pt x="1" y="4781"/>
                  <a:pt x="1" y="5159"/>
                </a:cubicBezTo>
                <a:cubicBezTo>
                  <a:pt x="1" y="5821"/>
                  <a:pt x="284" y="6451"/>
                  <a:pt x="757" y="6923"/>
                </a:cubicBezTo>
                <a:cubicBezTo>
                  <a:pt x="1230" y="7396"/>
                  <a:pt x="1860" y="7680"/>
                  <a:pt x="2521" y="7680"/>
                </a:cubicBezTo>
                <a:cubicBezTo>
                  <a:pt x="2647" y="7680"/>
                  <a:pt x="2742" y="7680"/>
                  <a:pt x="2899" y="7648"/>
                </a:cubicBezTo>
                <a:lnTo>
                  <a:pt x="2899" y="7648"/>
                </a:lnTo>
                <a:cubicBezTo>
                  <a:pt x="2899" y="7774"/>
                  <a:pt x="2868" y="7932"/>
                  <a:pt x="2868" y="8026"/>
                </a:cubicBezTo>
                <a:cubicBezTo>
                  <a:pt x="2868" y="9822"/>
                  <a:pt x="4348" y="11271"/>
                  <a:pt x="6113" y="11271"/>
                </a:cubicBezTo>
                <a:cubicBezTo>
                  <a:pt x="7877" y="11271"/>
                  <a:pt x="9326" y="9822"/>
                  <a:pt x="9326" y="8026"/>
                </a:cubicBezTo>
                <a:cubicBezTo>
                  <a:pt x="9326" y="7932"/>
                  <a:pt x="9326" y="7774"/>
                  <a:pt x="9295" y="7648"/>
                </a:cubicBezTo>
                <a:cubicBezTo>
                  <a:pt x="9421" y="7648"/>
                  <a:pt x="9547" y="7680"/>
                  <a:pt x="9704" y="7680"/>
                </a:cubicBezTo>
                <a:cubicBezTo>
                  <a:pt x="11059" y="7680"/>
                  <a:pt x="12225" y="6577"/>
                  <a:pt x="12225" y="5191"/>
                </a:cubicBezTo>
                <a:cubicBezTo>
                  <a:pt x="12130" y="4750"/>
                  <a:pt x="12036" y="4372"/>
                  <a:pt x="11847" y="4025"/>
                </a:cubicBezTo>
                <a:lnTo>
                  <a:pt x="9925" y="213"/>
                </a:lnTo>
                <a:cubicBezTo>
                  <a:pt x="9862" y="71"/>
                  <a:pt x="9736" y="0"/>
                  <a:pt x="9610" y="0"/>
                </a:cubicBezTo>
                <a:cubicBezTo>
                  <a:pt x="9484" y="0"/>
                  <a:pt x="9358" y="71"/>
                  <a:pt x="9295" y="213"/>
                </a:cubicBezTo>
                <a:cubicBezTo>
                  <a:pt x="8948" y="906"/>
                  <a:pt x="7530" y="3773"/>
                  <a:pt x="7530" y="3773"/>
                </a:cubicBezTo>
                <a:lnTo>
                  <a:pt x="6365" y="1473"/>
                </a:lnTo>
                <a:cubicBezTo>
                  <a:pt x="6318" y="1331"/>
                  <a:pt x="6192" y="1260"/>
                  <a:pt x="6062" y="1260"/>
                </a:cubicBezTo>
                <a:cubicBezTo>
                  <a:pt x="5932" y="1260"/>
                  <a:pt x="5798" y="1331"/>
                  <a:pt x="5735" y="1473"/>
                </a:cubicBezTo>
                <a:lnTo>
                  <a:pt x="4601" y="3773"/>
                </a:lnTo>
                <a:lnTo>
                  <a:pt x="2836" y="213"/>
                </a:lnTo>
                <a:cubicBezTo>
                  <a:pt x="2773" y="71"/>
                  <a:pt x="2647" y="0"/>
                  <a:pt x="252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8" name="Google Shape;13758;p142"/>
          <p:cNvGrpSpPr/>
          <p:nvPr/>
        </p:nvGrpSpPr>
        <p:grpSpPr>
          <a:xfrm>
            <a:off x="3172167" y="2276343"/>
            <a:ext cx="481265" cy="469917"/>
            <a:chOff x="-19802200" y="2416025"/>
            <a:chExt cx="309575" cy="302275"/>
          </a:xfrm>
        </p:grpSpPr>
        <p:sp>
          <p:nvSpPr>
            <p:cNvPr id="13759" name="Google Shape;13759;p142"/>
            <p:cNvSpPr/>
            <p:nvPr/>
          </p:nvSpPr>
          <p:spPr>
            <a:xfrm>
              <a:off x="-19602925" y="25751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0" name="Google Shape;13760;p142"/>
            <p:cNvSpPr/>
            <p:nvPr/>
          </p:nvSpPr>
          <p:spPr>
            <a:xfrm>
              <a:off x="-19710825" y="2575925"/>
              <a:ext cx="18925" cy="17350"/>
            </a:xfrm>
            <a:custGeom>
              <a:avLst/>
              <a:gdLst/>
              <a:ahLst/>
              <a:cxnLst/>
              <a:rect l="l" t="t" r="r" b="b"/>
              <a:pathLst>
                <a:path w="757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56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1" name="Google Shape;13761;p142"/>
            <p:cNvSpPr/>
            <p:nvPr/>
          </p:nvSpPr>
          <p:spPr>
            <a:xfrm>
              <a:off x="-19602925" y="261135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2" name="Google Shape;13762;p142"/>
            <p:cNvSpPr/>
            <p:nvPr/>
          </p:nvSpPr>
          <p:spPr>
            <a:xfrm>
              <a:off x="-19728150" y="261135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072"/>
                    <a:pt x="315" y="1418"/>
                    <a:pt x="725" y="1418"/>
                  </a:cubicBezTo>
                  <a:cubicBezTo>
                    <a:pt x="1103" y="1418"/>
                    <a:pt x="1418" y="1072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3" name="Google Shape;13763;p142"/>
            <p:cNvSpPr/>
            <p:nvPr/>
          </p:nvSpPr>
          <p:spPr>
            <a:xfrm>
              <a:off x="-19802200" y="2416025"/>
              <a:ext cx="309575" cy="302275"/>
            </a:xfrm>
            <a:custGeom>
              <a:avLst/>
              <a:gdLst/>
              <a:ahLst/>
              <a:cxnLst/>
              <a:rect l="l" t="t" r="r" b="b"/>
              <a:pathLst>
                <a:path w="12383" h="12091" extrusionOk="0">
                  <a:moveTo>
                    <a:pt x="6176" y="2080"/>
                  </a:moveTo>
                  <a:cubicBezTo>
                    <a:pt x="6711" y="2080"/>
                    <a:pt x="7121" y="2458"/>
                    <a:pt x="7215" y="2931"/>
                  </a:cubicBezTo>
                  <a:cubicBezTo>
                    <a:pt x="6869" y="2836"/>
                    <a:pt x="6554" y="2804"/>
                    <a:pt x="6176" y="2804"/>
                  </a:cubicBezTo>
                  <a:cubicBezTo>
                    <a:pt x="5829" y="2804"/>
                    <a:pt x="5483" y="2836"/>
                    <a:pt x="5168" y="2931"/>
                  </a:cubicBezTo>
                  <a:cubicBezTo>
                    <a:pt x="5231" y="2458"/>
                    <a:pt x="5672" y="2080"/>
                    <a:pt x="6176" y="2080"/>
                  </a:cubicBezTo>
                  <a:close/>
                  <a:moveTo>
                    <a:pt x="6176" y="3561"/>
                  </a:moveTo>
                  <a:cubicBezTo>
                    <a:pt x="6900" y="3561"/>
                    <a:pt x="7562" y="3750"/>
                    <a:pt x="8129" y="4065"/>
                  </a:cubicBezTo>
                  <a:cubicBezTo>
                    <a:pt x="7656" y="4600"/>
                    <a:pt x="6932" y="4978"/>
                    <a:pt x="6176" y="4978"/>
                  </a:cubicBezTo>
                  <a:cubicBezTo>
                    <a:pt x="5451" y="4978"/>
                    <a:pt x="4727" y="4600"/>
                    <a:pt x="4254" y="4065"/>
                  </a:cubicBezTo>
                  <a:cubicBezTo>
                    <a:pt x="4853" y="3750"/>
                    <a:pt x="5483" y="3561"/>
                    <a:pt x="6176" y="3561"/>
                  </a:cubicBezTo>
                  <a:close/>
                  <a:moveTo>
                    <a:pt x="6176" y="6932"/>
                  </a:moveTo>
                  <a:lnTo>
                    <a:pt x="7026" y="10555"/>
                  </a:lnTo>
                  <a:cubicBezTo>
                    <a:pt x="6743" y="10649"/>
                    <a:pt x="6459" y="10681"/>
                    <a:pt x="6176" y="10681"/>
                  </a:cubicBezTo>
                  <a:cubicBezTo>
                    <a:pt x="5924" y="10681"/>
                    <a:pt x="5640" y="10649"/>
                    <a:pt x="5357" y="10555"/>
                  </a:cubicBezTo>
                  <a:lnTo>
                    <a:pt x="6176" y="6932"/>
                  </a:lnTo>
                  <a:close/>
                  <a:moveTo>
                    <a:pt x="3655" y="4443"/>
                  </a:moveTo>
                  <a:cubicBezTo>
                    <a:pt x="4191" y="5073"/>
                    <a:pt x="4884" y="5514"/>
                    <a:pt x="5766" y="5640"/>
                  </a:cubicBezTo>
                  <a:lnTo>
                    <a:pt x="4538" y="11027"/>
                  </a:lnTo>
                  <a:cubicBezTo>
                    <a:pt x="3151" y="10366"/>
                    <a:pt x="2238" y="8979"/>
                    <a:pt x="2238" y="7436"/>
                  </a:cubicBezTo>
                  <a:cubicBezTo>
                    <a:pt x="2238" y="6239"/>
                    <a:pt x="2805" y="5167"/>
                    <a:pt x="3655" y="4443"/>
                  </a:cubicBezTo>
                  <a:close/>
                  <a:moveTo>
                    <a:pt x="8696" y="4443"/>
                  </a:moveTo>
                  <a:cubicBezTo>
                    <a:pt x="9578" y="5167"/>
                    <a:pt x="10114" y="6270"/>
                    <a:pt x="10114" y="7436"/>
                  </a:cubicBezTo>
                  <a:cubicBezTo>
                    <a:pt x="10082" y="8979"/>
                    <a:pt x="9232" y="10366"/>
                    <a:pt x="7846" y="11027"/>
                  </a:cubicBezTo>
                  <a:lnTo>
                    <a:pt x="6617" y="5640"/>
                  </a:lnTo>
                  <a:cubicBezTo>
                    <a:pt x="7499" y="5514"/>
                    <a:pt x="8192" y="5073"/>
                    <a:pt x="8696" y="4443"/>
                  </a:cubicBezTo>
                  <a:close/>
                  <a:moveTo>
                    <a:pt x="4727" y="1"/>
                  </a:moveTo>
                  <a:cubicBezTo>
                    <a:pt x="4538" y="1"/>
                    <a:pt x="4380" y="158"/>
                    <a:pt x="4380" y="347"/>
                  </a:cubicBezTo>
                  <a:cubicBezTo>
                    <a:pt x="4380" y="946"/>
                    <a:pt x="4664" y="1513"/>
                    <a:pt x="5073" y="1828"/>
                  </a:cubicBezTo>
                  <a:cubicBezTo>
                    <a:pt x="4664" y="2143"/>
                    <a:pt x="4380" y="2678"/>
                    <a:pt x="4380" y="3246"/>
                  </a:cubicBezTo>
                  <a:cubicBezTo>
                    <a:pt x="3592" y="3561"/>
                    <a:pt x="2931" y="4096"/>
                    <a:pt x="2395" y="4758"/>
                  </a:cubicBezTo>
                  <a:lnTo>
                    <a:pt x="1387" y="4380"/>
                  </a:lnTo>
                  <a:lnTo>
                    <a:pt x="725" y="3088"/>
                  </a:lnTo>
                  <a:cubicBezTo>
                    <a:pt x="657" y="2974"/>
                    <a:pt x="522" y="2893"/>
                    <a:pt x="393" y="2893"/>
                  </a:cubicBezTo>
                  <a:cubicBezTo>
                    <a:pt x="344" y="2893"/>
                    <a:pt x="296" y="2904"/>
                    <a:pt x="253" y="2931"/>
                  </a:cubicBezTo>
                  <a:cubicBezTo>
                    <a:pt x="95" y="2994"/>
                    <a:pt x="1" y="3246"/>
                    <a:pt x="95" y="3403"/>
                  </a:cubicBezTo>
                  <a:lnTo>
                    <a:pt x="788" y="4789"/>
                  </a:lnTo>
                  <a:cubicBezTo>
                    <a:pt x="820" y="4884"/>
                    <a:pt x="914" y="4978"/>
                    <a:pt x="977" y="4978"/>
                  </a:cubicBezTo>
                  <a:lnTo>
                    <a:pt x="2017" y="5356"/>
                  </a:lnTo>
                  <a:cubicBezTo>
                    <a:pt x="1734" y="5923"/>
                    <a:pt x="1545" y="6491"/>
                    <a:pt x="1513" y="7121"/>
                  </a:cubicBezTo>
                  <a:lnTo>
                    <a:pt x="410" y="7121"/>
                  </a:lnTo>
                  <a:cubicBezTo>
                    <a:pt x="190" y="7121"/>
                    <a:pt x="32" y="7278"/>
                    <a:pt x="32" y="7499"/>
                  </a:cubicBezTo>
                  <a:cubicBezTo>
                    <a:pt x="32" y="7688"/>
                    <a:pt x="190" y="7845"/>
                    <a:pt x="410" y="7845"/>
                  </a:cubicBezTo>
                  <a:lnTo>
                    <a:pt x="1513" y="7845"/>
                  </a:lnTo>
                  <a:cubicBezTo>
                    <a:pt x="1545" y="8475"/>
                    <a:pt x="1734" y="9074"/>
                    <a:pt x="2017" y="9610"/>
                  </a:cubicBezTo>
                  <a:lnTo>
                    <a:pt x="977" y="10019"/>
                  </a:lnTo>
                  <a:cubicBezTo>
                    <a:pt x="914" y="10051"/>
                    <a:pt x="820" y="10082"/>
                    <a:pt x="788" y="10177"/>
                  </a:cubicBezTo>
                  <a:lnTo>
                    <a:pt x="95" y="11594"/>
                  </a:lnTo>
                  <a:cubicBezTo>
                    <a:pt x="1" y="11752"/>
                    <a:pt x="95" y="11972"/>
                    <a:pt x="253" y="12067"/>
                  </a:cubicBezTo>
                  <a:cubicBezTo>
                    <a:pt x="292" y="12083"/>
                    <a:pt x="336" y="12091"/>
                    <a:pt x="380" y="12091"/>
                  </a:cubicBezTo>
                  <a:cubicBezTo>
                    <a:pt x="513" y="12091"/>
                    <a:pt x="655" y="12020"/>
                    <a:pt x="725" y="11878"/>
                  </a:cubicBezTo>
                  <a:lnTo>
                    <a:pt x="1387" y="10586"/>
                  </a:lnTo>
                  <a:lnTo>
                    <a:pt x="2395" y="10208"/>
                  </a:lnTo>
                  <a:cubicBezTo>
                    <a:pt x="2962" y="10933"/>
                    <a:pt x="3718" y="11531"/>
                    <a:pt x="4664" y="11846"/>
                  </a:cubicBezTo>
                  <a:cubicBezTo>
                    <a:pt x="4706" y="11868"/>
                    <a:pt x="4750" y="11878"/>
                    <a:pt x="4794" y="11878"/>
                  </a:cubicBezTo>
                  <a:cubicBezTo>
                    <a:pt x="4944" y="11878"/>
                    <a:pt x="5087" y="11758"/>
                    <a:pt x="5136" y="11563"/>
                  </a:cubicBezTo>
                  <a:lnTo>
                    <a:pt x="5199" y="11248"/>
                  </a:lnTo>
                  <a:cubicBezTo>
                    <a:pt x="5514" y="11342"/>
                    <a:pt x="5829" y="11374"/>
                    <a:pt x="6176" y="11374"/>
                  </a:cubicBezTo>
                  <a:cubicBezTo>
                    <a:pt x="6491" y="11374"/>
                    <a:pt x="6869" y="11342"/>
                    <a:pt x="7184" y="11248"/>
                  </a:cubicBezTo>
                  <a:lnTo>
                    <a:pt x="7247" y="11563"/>
                  </a:lnTo>
                  <a:cubicBezTo>
                    <a:pt x="7275" y="11756"/>
                    <a:pt x="7471" y="11852"/>
                    <a:pt x="7646" y="11852"/>
                  </a:cubicBezTo>
                  <a:cubicBezTo>
                    <a:pt x="7671" y="11852"/>
                    <a:pt x="7696" y="11850"/>
                    <a:pt x="7720" y="11846"/>
                  </a:cubicBezTo>
                  <a:cubicBezTo>
                    <a:pt x="8633" y="11531"/>
                    <a:pt x="9421" y="10933"/>
                    <a:pt x="9956" y="10208"/>
                  </a:cubicBezTo>
                  <a:lnTo>
                    <a:pt x="10996" y="10586"/>
                  </a:lnTo>
                  <a:lnTo>
                    <a:pt x="11658" y="11878"/>
                  </a:lnTo>
                  <a:cubicBezTo>
                    <a:pt x="11729" y="12020"/>
                    <a:pt x="11870" y="12091"/>
                    <a:pt x="12003" y="12091"/>
                  </a:cubicBezTo>
                  <a:cubicBezTo>
                    <a:pt x="12048" y="12091"/>
                    <a:pt x="12091" y="12083"/>
                    <a:pt x="12130" y="12067"/>
                  </a:cubicBezTo>
                  <a:cubicBezTo>
                    <a:pt x="12288" y="11972"/>
                    <a:pt x="12382" y="11720"/>
                    <a:pt x="12288" y="11594"/>
                  </a:cubicBezTo>
                  <a:lnTo>
                    <a:pt x="11500" y="10177"/>
                  </a:lnTo>
                  <a:cubicBezTo>
                    <a:pt x="11469" y="10082"/>
                    <a:pt x="11374" y="10019"/>
                    <a:pt x="11311" y="10019"/>
                  </a:cubicBezTo>
                  <a:lnTo>
                    <a:pt x="10271" y="9610"/>
                  </a:lnTo>
                  <a:cubicBezTo>
                    <a:pt x="10555" y="9074"/>
                    <a:pt x="10712" y="8475"/>
                    <a:pt x="10807" y="7845"/>
                  </a:cubicBezTo>
                  <a:lnTo>
                    <a:pt x="11910" y="7845"/>
                  </a:lnTo>
                  <a:cubicBezTo>
                    <a:pt x="12099" y="7845"/>
                    <a:pt x="12256" y="7688"/>
                    <a:pt x="12256" y="7499"/>
                  </a:cubicBezTo>
                  <a:cubicBezTo>
                    <a:pt x="12256" y="7278"/>
                    <a:pt x="12099" y="7121"/>
                    <a:pt x="11910" y="7121"/>
                  </a:cubicBezTo>
                  <a:lnTo>
                    <a:pt x="10807" y="7121"/>
                  </a:lnTo>
                  <a:cubicBezTo>
                    <a:pt x="10775" y="6491"/>
                    <a:pt x="10555" y="5923"/>
                    <a:pt x="10271" y="5356"/>
                  </a:cubicBezTo>
                  <a:lnTo>
                    <a:pt x="11311" y="4978"/>
                  </a:lnTo>
                  <a:cubicBezTo>
                    <a:pt x="11374" y="4915"/>
                    <a:pt x="11469" y="4884"/>
                    <a:pt x="11500" y="4789"/>
                  </a:cubicBezTo>
                  <a:lnTo>
                    <a:pt x="12225" y="3403"/>
                  </a:lnTo>
                  <a:cubicBezTo>
                    <a:pt x="12288" y="3214"/>
                    <a:pt x="12225" y="2994"/>
                    <a:pt x="12067" y="2931"/>
                  </a:cubicBezTo>
                  <a:cubicBezTo>
                    <a:pt x="12024" y="2904"/>
                    <a:pt x="11973" y="2893"/>
                    <a:pt x="11922" y="2893"/>
                  </a:cubicBezTo>
                  <a:cubicBezTo>
                    <a:pt x="11785" y="2893"/>
                    <a:pt x="11640" y="2974"/>
                    <a:pt x="11595" y="3088"/>
                  </a:cubicBezTo>
                  <a:lnTo>
                    <a:pt x="10902" y="4380"/>
                  </a:lnTo>
                  <a:lnTo>
                    <a:pt x="9893" y="4758"/>
                  </a:lnTo>
                  <a:cubicBezTo>
                    <a:pt x="9389" y="4096"/>
                    <a:pt x="8696" y="3561"/>
                    <a:pt x="7909" y="3246"/>
                  </a:cubicBezTo>
                  <a:cubicBezTo>
                    <a:pt x="7909" y="2647"/>
                    <a:pt x="7656" y="2143"/>
                    <a:pt x="7215" y="1828"/>
                  </a:cubicBezTo>
                  <a:cubicBezTo>
                    <a:pt x="7656" y="1450"/>
                    <a:pt x="7909" y="946"/>
                    <a:pt x="7909" y="347"/>
                  </a:cubicBezTo>
                  <a:cubicBezTo>
                    <a:pt x="7909" y="158"/>
                    <a:pt x="7751" y="1"/>
                    <a:pt x="7562" y="1"/>
                  </a:cubicBezTo>
                  <a:cubicBezTo>
                    <a:pt x="7373" y="1"/>
                    <a:pt x="7215" y="158"/>
                    <a:pt x="7215" y="347"/>
                  </a:cubicBezTo>
                  <a:cubicBezTo>
                    <a:pt x="7215" y="946"/>
                    <a:pt x="6743" y="1450"/>
                    <a:pt x="6144" y="1450"/>
                  </a:cubicBezTo>
                  <a:cubicBezTo>
                    <a:pt x="5546" y="1450"/>
                    <a:pt x="5073" y="946"/>
                    <a:pt x="5073" y="347"/>
                  </a:cubicBezTo>
                  <a:cubicBezTo>
                    <a:pt x="5073" y="158"/>
                    <a:pt x="4916" y="1"/>
                    <a:pt x="47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64" name="Google Shape;13764;p142"/>
          <p:cNvGrpSpPr/>
          <p:nvPr/>
        </p:nvGrpSpPr>
        <p:grpSpPr>
          <a:xfrm>
            <a:off x="3175238" y="2851506"/>
            <a:ext cx="475125" cy="472676"/>
            <a:chOff x="-19801400" y="2788575"/>
            <a:chExt cx="305625" cy="304050"/>
          </a:xfrm>
        </p:grpSpPr>
        <p:sp>
          <p:nvSpPr>
            <p:cNvPr id="13765" name="Google Shape;13765;p142"/>
            <p:cNvSpPr/>
            <p:nvPr/>
          </p:nvSpPr>
          <p:spPr>
            <a:xfrm>
              <a:off x="-19744700" y="2931925"/>
              <a:ext cx="52800" cy="18125"/>
            </a:xfrm>
            <a:custGeom>
              <a:avLst/>
              <a:gdLst/>
              <a:ahLst/>
              <a:cxnLst/>
              <a:rect l="l" t="t" r="r" b="b"/>
              <a:pathLst>
                <a:path w="2112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22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6" name="Google Shape;13766;p142"/>
            <p:cNvSpPr/>
            <p:nvPr/>
          </p:nvSpPr>
          <p:spPr>
            <a:xfrm>
              <a:off x="-19709250" y="296735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54" y="726"/>
                    <a:pt x="2111" y="568"/>
                    <a:pt x="2111" y="347"/>
                  </a:cubicBezTo>
                  <a:cubicBezTo>
                    <a:pt x="2111" y="190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7" name="Google Shape;13767;p142"/>
            <p:cNvSpPr/>
            <p:nvPr/>
          </p:nvSpPr>
          <p:spPr>
            <a:xfrm>
              <a:off x="-19638375" y="296815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2" y="568"/>
                    <a:pt x="2112" y="378"/>
                  </a:cubicBezTo>
                  <a:cubicBezTo>
                    <a:pt x="2112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8" name="Google Shape;13768;p142"/>
            <p:cNvSpPr/>
            <p:nvPr/>
          </p:nvSpPr>
          <p:spPr>
            <a:xfrm>
              <a:off x="-19673800" y="2931925"/>
              <a:ext cx="52775" cy="18125"/>
            </a:xfrm>
            <a:custGeom>
              <a:avLst/>
              <a:gdLst/>
              <a:ahLst/>
              <a:cxnLst/>
              <a:rect l="l" t="t" r="r" b="b"/>
              <a:pathLst>
                <a:path w="2111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64" y="725"/>
                  </a:lnTo>
                  <a:cubicBezTo>
                    <a:pt x="1953" y="725"/>
                    <a:pt x="2111" y="567"/>
                    <a:pt x="2111" y="347"/>
                  </a:cubicBezTo>
                  <a:cubicBezTo>
                    <a:pt x="2111" y="158"/>
                    <a:pt x="1953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9" name="Google Shape;13769;p142"/>
            <p:cNvSpPr/>
            <p:nvPr/>
          </p:nvSpPr>
          <p:spPr>
            <a:xfrm>
              <a:off x="-19602925" y="2931925"/>
              <a:ext cx="52800" cy="18125"/>
            </a:xfrm>
            <a:custGeom>
              <a:avLst/>
              <a:gdLst/>
              <a:ahLst/>
              <a:cxnLst/>
              <a:rect l="l" t="t" r="r" b="b"/>
              <a:pathLst>
                <a:path w="2112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0" name="Google Shape;13770;p142"/>
            <p:cNvSpPr/>
            <p:nvPr/>
          </p:nvSpPr>
          <p:spPr>
            <a:xfrm>
              <a:off x="-19801400" y="2788575"/>
              <a:ext cx="305625" cy="304050"/>
            </a:xfrm>
            <a:custGeom>
              <a:avLst/>
              <a:gdLst/>
              <a:ahLst/>
              <a:cxnLst/>
              <a:rect l="l" t="t" r="r" b="b"/>
              <a:pathLst>
                <a:path w="12225" h="12162" extrusionOk="0">
                  <a:moveTo>
                    <a:pt x="6144" y="693"/>
                  </a:moveTo>
                  <a:cubicBezTo>
                    <a:pt x="7026" y="693"/>
                    <a:pt x="7940" y="2584"/>
                    <a:pt x="7940" y="4316"/>
                  </a:cubicBezTo>
                  <a:lnTo>
                    <a:pt x="4348" y="4316"/>
                  </a:lnTo>
                  <a:cubicBezTo>
                    <a:pt x="4348" y="2584"/>
                    <a:pt x="5293" y="693"/>
                    <a:pt x="6144" y="693"/>
                  </a:cubicBezTo>
                  <a:close/>
                  <a:moveTo>
                    <a:pt x="9677" y="1496"/>
                  </a:moveTo>
                  <a:cubicBezTo>
                    <a:pt x="9731" y="1496"/>
                    <a:pt x="9781" y="1501"/>
                    <a:pt x="9830" y="1513"/>
                  </a:cubicBezTo>
                  <a:cubicBezTo>
                    <a:pt x="10145" y="1607"/>
                    <a:pt x="10397" y="1985"/>
                    <a:pt x="10617" y="2552"/>
                  </a:cubicBezTo>
                  <a:cubicBezTo>
                    <a:pt x="10775" y="3056"/>
                    <a:pt x="10838" y="3686"/>
                    <a:pt x="10806" y="4316"/>
                  </a:cubicBezTo>
                  <a:lnTo>
                    <a:pt x="8633" y="4316"/>
                  </a:lnTo>
                  <a:cubicBezTo>
                    <a:pt x="8633" y="3686"/>
                    <a:pt x="8507" y="2993"/>
                    <a:pt x="8318" y="2300"/>
                  </a:cubicBezTo>
                  <a:cubicBezTo>
                    <a:pt x="8762" y="1800"/>
                    <a:pt x="9280" y="1496"/>
                    <a:pt x="9677" y="1496"/>
                  </a:cubicBezTo>
                  <a:close/>
                  <a:moveTo>
                    <a:pt x="2638" y="1496"/>
                  </a:moveTo>
                  <a:cubicBezTo>
                    <a:pt x="3024" y="1496"/>
                    <a:pt x="3501" y="1807"/>
                    <a:pt x="4001" y="2363"/>
                  </a:cubicBezTo>
                  <a:cubicBezTo>
                    <a:pt x="3781" y="2993"/>
                    <a:pt x="3686" y="3686"/>
                    <a:pt x="3686" y="4348"/>
                  </a:cubicBezTo>
                  <a:lnTo>
                    <a:pt x="1513" y="4348"/>
                  </a:lnTo>
                  <a:cubicBezTo>
                    <a:pt x="1481" y="3686"/>
                    <a:pt x="1544" y="3056"/>
                    <a:pt x="1702" y="2552"/>
                  </a:cubicBezTo>
                  <a:cubicBezTo>
                    <a:pt x="1891" y="1954"/>
                    <a:pt x="2174" y="1607"/>
                    <a:pt x="2489" y="1513"/>
                  </a:cubicBezTo>
                  <a:cubicBezTo>
                    <a:pt x="2537" y="1502"/>
                    <a:pt x="2587" y="1496"/>
                    <a:pt x="2638" y="1496"/>
                  </a:cubicBezTo>
                  <a:close/>
                  <a:moveTo>
                    <a:pt x="11153" y="5041"/>
                  </a:moveTo>
                  <a:cubicBezTo>
                    <a:pt x="11342" y="5041"/>
                    <a:pt x="11500" y="5199"/>
                    <a:pt x="11500" y="5388"/>
                  </a:cubicBezTo>
                  <a:cubicBezTo>
                    <a:pt x="11500" y="7152"/>
                    <a:pt x="10050" y="8601"/>
                    <a:pt x="8286" y="8601"/>
                  </a:cubicBezTo>
                  <a:lnTo>
                    <a:pt x="4001" y="8601"/>
                  </a:lnTo>
                  <a:cubicBezTo>
                    <a:pt x="2206" y="8601"/>
                    <a:pt x="756" y="7152"/>
                    <a:pt x="756" y="5388"/>
                  </a:cubicBezTo>
                  <a:cubicBezTo>
                    <a:pt x="756" y="5199"/>
                    <a:pt x="914" y="5041"/>
                    <a:pt x="1103" y="5041"/>
                  </a:cubicBezTo>
                  <a:close/>
                  <a:moveTo>
                    <a:pt x="9357" y="9326"/>
                  </a:moveTo>
                  <a:lnTo>
                    <a:pt x="9357" y="9672"/>
                  </a:lnTo>
                  <a:cubicBezTo>
                    <a:pt x="9357" y="10271"/>
                    <a:pt x="8885" y="10743"/>
                    <a:pt x="8286" y="10743"/>
                  </a:cubicBezTo>
                  <a:lnTo>
                    <a:pt x="7940" y="10743"/>
                  </a:lnTo>
                  <a:lnTo>
                    <a:pt x="7940" y="10397"/>
                  </a:lnTo>
                  <a:cubicBezTo>
                    <a:pt x="7940" y="9798"/>
                    <a:pt x="8412" y="9326"/>
                    <a:pt x="8979" y="9326"/>
                  </a:cubicBezTo>
                  <a:close/>
                  <a:moveTo>
                    <a:pt x="10050" y="9357"/>
                  </a:moveTo>
                  <a:cubicBezTo>
                    <a:pt x="10870" y="9515"/>
                    <a:pt x="11500" y="10208"/>
                    <a:pt x="11500" y="11090"/>
                  </a:cubicBezTo>
                  <a:lnTo>
                    <a:pt x="11500" y="11437"/>
                  </a:lnTo>
                  <a:lnTo>
                    <a:pt x="11153" y="11437"/>
                  </a:lnTo>
                  <a:cubicBezTo>
                    <a:pt x="10617" y="11437"/>
                    <a:pt x="10050" y="11185"/>
                    <a:pt x="9704" y="10743"/>
                  </a:cubicBezTo>
                  <a:cubicBezTo>
                    <a:pt x="9924" y="10428"/>
                    <a:pt x="10050" y="10082"/>
                    <a:pt x="10050" y="9672"/>
                  </a:cubicBezTo>
                  <a:lnTo>
                    <a:pt x="10050" y="9357"/>
                  </a:lnTo>
                  <a:close/>
                  <a:moveTo>
                    <a:pt x="6112" y="0"/>
                  </a:moveTo>
                  <a:cubicBezTo>
                    <a:pt x="5419" y="0"/>
                    <a:pt x="4789" y="536"/>
                    <a:pt x="4253" y="1513"/>
                  </a:cubicBezTo>
                  <a:cubicBezTo>
                    <a:pt x="4253" y="1576"/>
                    <a:pt x="4222" y="1576"/>
                    <a:pt x="4222" y="1607"/>
                  </a:cubicBezTo>
                  <a:cubicBezTo>
                    <a:pt x="3680" y="1065"/>
                    <a:pt x="3096" y="777"/>
                    <a:pt x="2591" y="777"/>
                  </a:cubicBezTo>
                  <a:cubicBezTo>
                    <a:pt x="2479" y="777"/>
                    <a:pt x="2371" y="791"/>
                    <a:pt x="2269" y="819"/>
                  </a:cubicBezTo>
                  <a:cubicBezTo>
                    <a:pt x="1166" y="1135"/>
                    <a:pt x="630" y="2836"/>
                    <a:pt x="725" y="4348"/>
                  </a:cubicBezTo>
                  <a:cubicBezTo>
                    <a:pt x="284" y="4506"/>
                    <a:pt x="0" y="4915"/>
                    <a:pt x="0" y="5388"/>
                  </a:cubicBezTo>
                  <a:cubicBezTo>
                    <a:pt x="0" y="7561"/>
                    <a:pt x="1796" y="9326"/>
                    <a:pt x="3938" y="9326"/>
                  </a:cubicBezTo>
                  <a:lnTo>
                    <a:pt x="7530" y="9326"/>
                  </a:lnTo>
                  <a:cubicBezTo>
                    <a:pt x="7309" y="9641"/>
                    <a:pt x="7183" y="9987"/>
                    <a:pt x="7183" y="10365"/>
                  </a:cubicBezTo>
                  <a:lnTo>
                    <a:pt x="7183" y="11090"/>
                  </a:lnTo>
                  <a:cubicBezTo>
                    <a:pt x="7183" y="11279"/>
                    <a:pt x="7341" y="11437"/>
                    <a:pt x="7530" y="11437"/>
                  </a:cubicBezTo>
                  <a:lnTo>
                    <a:pt x="8255" y="11437"/>
                  </a:lnTo>
                  <a:cubicBezTo>
                    <a:pt x="8570" y="11437"/>
                    <a:pt x="8885" y="11374"/>
                    <a:pt x="9137" y="11216"/>
                  </a:cubicBezTo>
                  <a:cubicBezTo>
                    <a:pt x="9609" y="11815"/>
                    <a:pt x="10365" y="12161"/>
                    <a:pt x="11122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5"/>
                  </a:cubicBezTo>
                  <a:lnTo>
                    <a:pt x="12193" y="11090"/>
                  </a:lnTo>
                  <a:cubicBezTo>
                    <a:pt x="12224" y="9956"/>
                    <a:pt x="11468" y="9011"/>
                    <a:pt x="10397" y="8696"/>
                  </a:cubicBezTo>
                  <a:cubicBezTo>
                    <a:pt x="11500" y="7971"/>
                    <a:pt x="12224" y="6774"/>
                    <a:pt x="12224" y="5388"/>
                  </a:cubicBezTo>
                  <a:cubicBezTo>
                    <a:pt x="12224" y="4915"/>
                    <a:pt x="11909" y="4506"/>
                    <a:pt x="11500" y="4348"/>
                  </a:cubicBezTo>
                  <a:cubicBezTo>
                    <a:pt x="11594" y="2773"/>
                    <a:pt x="11122" y="1103"/>
                    <a:pt x="9987" y="819"/>
                  </a:cubicBezTo>
                  <a:cubicBezTo>
                    <a:pt x="9879" y="791"/>
                    <a:pt x="9767" y="777"/>
                    <a:pt x="9651" y="777"/>
                  </a:cubicBezTo>
                  <a:cubicBezTo>
                    <a:pt x="9129" y="777"/>
                    <a:pt x="8544" y="1065"/>
                    <a:pt x="8003" y="1607"/>
                  </a:cubicBezTo>
                  <a:cubicBezTo>
                    <a:pt x="8003" y="1576"/>
                    <a:pt x="7971" y="1576"/>
                    <a:pt x="7971" y="1513"/>
                  </a:cubicBezTo>
                  <a:cubicBezTo>
                    <a:pt x="7498" y="536"/>
                    <a:pt x="6837" y="0"/>
                    <a:pt x="61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1" name="Google Shape;13771;p142"/>
          <p:cNvGrpSpPr/>
          <p:nvPr/>
        </p:nvGrpSpPr>
        <p:grpSpPr>
          <a:xfrm>
            <a:off x="6130314" y="1688916"/>
            <a:ext cx="422463" cy="472676"/>
            <a:chOff x="-17903225" y="2060800"/>
            <a:chExt cx="271750" cy="304050"/>
          </a:xfrm>
        </p:grpSpPr>
        <p:sp>
          <p:nvSpPr>
            <p:cNvPr id="13772" name="Google Shape;13772;p142"/>
            <p:cNvSpPr/>
            <p:nvPr/>
          </p:nvSpPr>
          <p:spPr>
            <a:xfrm>
              <a:off x="-17722875" y="22041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6" y="568"/>
                    <a:pt x="726" y="379"/>
                  </a:cubicBezTo>
                  <a:cubicBezTo>
                    <a:pt x="726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3" name="Google Shape;13773;p142"/>
            <p:cNvSpPr/>
            <p:nvPr/>
          </p:nvSpPr>
          <p:spPr>
            <a:xfrm>
              <a:off x="-17829200" y="22041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4" name="Google Shape;13774;p142"/>
            <p:cNvSpPr/>
            <p:nvPr/>
          </p:nvSpPr>
          <p:spPr>
            <a:xfrm>
              <a:off x="-17903225" y="2060800"/>
              <a:ext cx="271750" cy="304050"/>
            </a:xfrm>
            <a:custGeom>
              <a:avLst/>
              <a:gdLst/>
              <a:ahLst/>
              <a:cxnLst/>
              <a:rect l="l" t="t" r="r" b="b"/>
              <a:pathLst>
                <a:path w="10870" h="12162" extrusionOk="0">
                  <a:moveTo>
                    <a:pt x="1040" y="694"/>
                  </a:moveTo>
                  <a:cubicBezTo>
                    <a:pt x="1891" y="694"/>
                    <a:pt x="2615" y="1293"/>
                    <a:pt x="2773" y="2112"/>
                  </a:cubicBezTo>
                  <a:cubicBezTo>
                    <a:pt x="2552" y="2364"/>
                    <a:pt x="2332" y="2679"/>
                    <a:pt x="2143" y="2994"/>
                  </a:cubicBezTo>
                  <a:lnTo>
                    <a:pt x="1040" y="694"/>
                  </a:lnTo>
                  <a:close/>
                  <a:moveTo>
                    <a:pt x="9861" y="694"/>
                  </a:moveTo>
                  <a:lnTo>
                    <a:pt x="8727" y="2994"/>
                  </a:lnTo>
                  <a:cubicBezTo>
                    <a:pt x="8507" y="2679"/>
                    <a:pt x="8318" y="2395"/>
                    <a:pt x="8097" y="2112"/>
                  </a:cubicBezTo>
                  <a:cubicBezTo>
                    <a:pt x="8255" y="1293"/>
                    <a:pt x="8979" y="694"/>
                    <a:pt x="9830" y="694"/>
                  </a:cubicBezTo>
                  <a:close/>
                  <a:moveTo>
                    <a:pt x="5451" y="1419"/>
                  </a:moveTo>
                  <a:cubicBezTo>
                    <a:pt x="6144" y="1419"/>
                    <a:pt x="6900" y="1860"/>
                    <a:pt x="7561" y="2584"/>
                  </a:cubicBezTo>
                  <a:lnTo>
                    <a:pt x="6994" y="2994"/>
                  </a:lnTo>
                  <a:cubicBezTo>
                    <a:pt x="6270" y="3466"/>
                    <a:pt x="5829" y="4254"/>
                    <a:pt x="5829" y="5136"/>
                  </a:cubicBezTo>
                  <a:lnTo>
                    <a:pt x="5829" y="6522"/>
                  </a:lnTo>
                  <a:cubicBezTo>
                    <a:pt x="5734" y="6491"/>
                    <a:pt x="5608" y="6491"/>
                    <a:pt x="5482" y="6491"/>
                  </a:cubicBezTo>
                  <a:cubicBezTo>
                    <a:pt x="5356" y="6491"/>
                    <a:pt x="5199" y="6522"/>
                    <a:pt x="5104" y="6554"/>
                  </a:cubicBezTo>
                  <a:lnTo>
                    <a:pt x="5104" y="5199"/>
                  </a:lnTo>
                  <a:cubicBezTo>
                    <a:pt x="5104" y="4317"/>
                    <a:pt x="4663" y="3498"/>
                    <a:pt x="3938" y="3025"/>
                  </a:cubicBezTo>
                  <a:lnTo>
                    <a:pt x="3371" y="2616"/>
                  </a:lnTo>
                  <a:cubicBezTo>
                    <a:pt x="4001" y="1797"/>
                    <a:pt x="4726" y="1419"/>
                    <a:pt x="5451" y="1419"/>
                  </a:cubicBezTo>
                  <a:close/>
                  <a:moveTo>
                    <a:pt x="5451" y="7152"/>
                  </a:moveTo>
                  <a:cubicBezTo>
                    <a:pt x="5608" y="7152"/>
                    <a:pt x="5734" y="7279"/>
                    <a:pt x="5797" y="7405"/>
                  </a:cubicBezTo>
                  <a:lnTo>
                    <a:pt x="5797" y="7562"/>
                  </a:lnTo>
                  <a:cubicBezTo>
                    <a:pt x="5766" y="7625"/>
                    <a:pt x="5608" y="7751"/>
                    <a:pt x="5451" y="7846"/>
                  </a:cubicBezTo>
                  <a:cubicBezTo>
                    <a:pt x="5262" y="7720"/>
                    <a:pt x="5104" y="7594"/>
                    <a:pt x="5104" y="7499"/>
                  </a:cubicBezTo>
                  <a:cubicBezTo>
                    <a:pt x="5104" y="7310"/>
                    <a:pt x="5262" y="7152"/>
                    <a:pt x="5451" y="7152"/>
                  </a:cubicBezTo>
                  <a:close/>
                  <a:moveTo>
                    <a:pt x="2899" y="3151"/>
                  </a:moveTo>
                  <a:lnTo>
                    <a:pt x="3560" y="3561"/>
                  </a:lnTo>
                  <a:cubicBezTo>
                    <a:pt x="4064" y="3907"/>
                    <a:pt x="4379" y="4538"/>
                    <a:pt x="4379" y="5105"/>
                  </a:cubicBezTo>
                  <a:lnTo>
                    <a:pt x="4379" y="7499"/>
                  </a:lnTo>
                  <a:cubicBezTo>
                    <a:pt x="4379" y="7562"/>
                    <a:pt x="4379" y="7625"/>
                    <a:pt x="4411" y="7688"/>
                  </a:cubicBezTo>
                  <a:cubicBezTo>
                    <a:pt x="4505" y="8035"/>
                    <a:pt x="4852" y="8287"/>
                    <a:pt x="5104" y="8413"/>
                  </a:cubicBezTo>
                  <a:lnTo>
                    <a:pt x="5104" y="8948"/>
                  </a:lnTo>
                  <a:lnTo>
                    <a:pt x="5104" y="8980"/>
                  </a:lnTo>
                  <a:cubicBezTo>
                    <a:pt x="5059" y="9813"/>
                    <a:pt x="4353" y="10357"/>
                    <a:pt x="3575" y="10357"/>
                  </a:cubicBezTo>
                  <a:cubicBezTo>
                    <a:pt x="3264" y="10357"/>
                    <a:pt x="2943" y="10271"/>
                    <a:pt x="2647" y="10082"/>
                  </a:cubicBezTo>
                  <a:cubicBezTo>
                    <a:pt x="1859" y="9547"/>
                    <a:pt x="1512" y="8728"/>
                    <a:pt x="1512" y="7499"/>
                  </a:cubicBezTo>
                  <a:cubicBezTo>
                    <a:pt x="1512" y="6144"/>
                    <a:pt x="2017" y="4443"/>
                    <a:pt x="2899" y="3151"/>
                  </a:cubicBezTo>
                  <a:close/>
                  <a:moveTo>
                    <a:pt x="8066" y="3151"/>
                  </a:moveTo>
                  <a:cubicBezTo>
                    <a:pt x="8916" y="4412"/>
                    <a:pt x="9420" y="6144"/>
                    <a:pt x="9420" y="7499"/>
                  </a:cubicBezTo>
                  <a:cubicBezTo>
                    <a:pt x="9389" y="8696"/>
                    <a:pt x="8979" y="9578"/>
                    <a:pt x="8192" y="10082"/>
                  </a:cubicBezTo>
                  <a:cubicBezTo>
                    <a:pt x="7913" y="10271"/>
                    <a:pt x="7599" y="10357"/>
                    <a:pt x="7293" y="10357"/>
                  </a:cubicBezTo>
                  <a:cubicBezTo>
                    <a:pt x="6522" y="10357"/>
                    <a:pt x="5797" y="9813"/>
                    <a:pt x="5797" y="8980"/>
                  </a:cubicBezTo>
                  <a:lnTo>
                    <a:pt x="5797" y="8917"/>
                  </a:lnTo>
                  <a:lnTo>
                    <a:pt x="5797" y="8476"/>
                  </a:lnTo>
                  <a:cubicBezTo>
                    <a:pt x="6175" y="8255"/>
                    <a:pt x="6553" y="7940"/>
                    <a:pt x="6553" y="7499"/>
                  </a:cubicBezTo>
                  <a:lnTo>
                    <a:pt x="6553" y="7310"/>
                  </a:lnTo>
                  <a:lnTo>
                    <a:pt x="6553" y="5105"/>
                  </a:lnTo>
                  <a:cubicBezTo>
                    <a:pt x="6553" y="4475"/>
                    <a:pt x="6868" y="3907"/>
                    <a:pt x="7372" y="3561"/>
                  </a:cubicBezTo>
                  <a:lnTo>
                    <a:pt x="8066" y="3151"/>
                  </a:lnTo>
                  <a:close/>
                  <a:moveTo>
                    <a:pt x="5451" y="10145"/>
                  </a:moveTo>
                  <a:cubicBezTo>
                    <a:pt x="5577" y="10303"/>
                    <a:pt x="5671" y="10429"/>
                    <a:pt x="5797" y="10555"/>
                  </a:cubicBezTo>
                  <a:lnTo>
                    <a:pt x="5797" y="11437"/>
                  </a:lnTo>
                  <a:lnTo>
                    <a:pt x="5104" y="11437"/>
                  </a:lnTo>
                  <a:lnTo>
                    <a:pt x="5104" y="10555"/>
                  </a:lnTo>
                  <a:cubicBezTo>
                    <a:pt x="5199" y="10429"/>
                    <a:pt x="5356" y="10303"/>
                    <a:pt x="5451" y="10145"/>
                  </a:cubicBezTo>
                  <a:close/>
                  <a:moveTo>
                    <a:pt x="441" y="1"/>
                  </a:moveTo>
                  <a:cubicBezTo>
                    <a:pt x="158" y="1"/>
                    <a:pt x="0" y="284"/>
                    <a:pt x="126" y="505"/>
                  </a:cubicBezTo>
                  <a:lnTo>
                    <a:pt x="1733" y="3750"/>
                  </a:lnTo>
                  <a:cubicBezTo>
                    <a:pt x="1166" y="4947"/>
                    <a:pt x="788" y="6302"/>
                    <a:pt x="788" y="7499"/>
                  </a:cubicBezTo>
                  <a:cubicBezTo>
                    <a:pt x="788" y="8917"/>
                    <a:pt x="1260" y="9988"/>
                    <a:pt x="2269" y="10650"/>
                  </a:cubicBezTo>
                  <a:cubicBezTo>
                    <a:pt x="2670" y="10930"/>
                    <a:pt x="3134" y="11071"/>
                    <a:pt x="3598" y="11071"/>
                  </a:cubicBezTo>
                  <a:cubicBezTo>
                    <a:pt x="3863" y="11071"/>
                    <a:pt x="4127" y="11025"/>
                    <a:pt x="4379" y="10933"/>
                  </a:cubicBezTo>
                  <a:lnTo>
                    <a:pt x="4379" y="11815"/>
                  </a:lnTo>
                  <a:cubicBezTo>
                    <a:pt x="4379" y="12004"/>
                    <a:pt x="4537" y="12162"/>
                    <a:pt x="4726" y="12162"/>
                  </a:cubicBezTo>
                  <a:lnTo>
                    <a:pt x="6144" y="12162"/>
                  </a:lnTo>
                  <a:cubicBezTo>
                    <a:pt x="6364" y="12162"/>
                    <a:pt x="6522" y="12004"/>
                    <a:pt x="6522" y="11815"/>
                  </a:cubicBezTo>
                  <a:lnTo>
                    <a:pt x="6522" y="10933"/>
                  </a:lnTo>
                  <a:cubicBezTo>
                    <a:pt x="6774" y="11025"/>
                    <a:pt x="7038" y="11071"/>
                    <a:pt x="7303" y="11071"/>
                  </a:cubicBezTo>
                  <a:cubicBezTo>
                    <a:pt x="7767" y="11071"/>
                    <a:pt x="8232" y="10930"/>
                    <a:pt x="8633" y="10650"/>
                  </a:cubicBezTo>
                  <a:cubicBezTo>
                    <a:pt x="9641" y="9988"/>
                    <a:pt x="10113" y="8917"/>
                    <a:pt x="10113" y="7499"/>
                  </a:cubicBezTo>
                  <a:cubicBezTo>
                    <a:pt x="10113" y="6302"/>
                    <a:pt x="9735" y="4916"/>
                    <a:pt x="9137" y="3750"/>
                  </a:cubicBezTo>
                  <a:lnTo>
                    <a:pt x="10775" y="505"/>
                  </a:lnTo>
                  <a:cubicBezTo>
                    <a:pt x="10869" y="284"/>
                    <a:pt x="10680" y="1"/>
                    <a:pt x="10460" y="1"/>
                  </a:cubicBezTo>
                  <a:lnTo>
                    <a:pt x="9861" y="1"/>
                  </a:lnTo>
                  <a:cubicBezTo>
                    <a:pt x="8853" y="1"/>
                    <a:pt x="7940" y="631"/>
                    <a:pt x="7530" y="1576"/>
                  </a:cubicBezTo>
                  <a:cubicBezTo>
                    <a:pt x="7467" y="1545"/>
                    <a:pt x="7404" y="1450"/>
                    <a:pt x="7341" y="1419"/>
                  </a:cubicBezTo>
                  <a:cubicBezTo>
                    <a:pt x="6742" y="946"/>
                    <a:pt x="6112" y="694"/>
                    <a:pt x="5451" y="694"/>
                  </a:cubicBezTo>
                  <a:cubicBezTo>
                    <a:pt x="4663" y="694"/>
                    <a:pt x="3938" y="1072"/>
                    <a:pt x="3371" y="1576"/>
                  </a:cubicBezTo>
                  <a:cubicBezTo>
                    <a:pt x="2993" y="631"/>
                    <a:pt x="2111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5" name="Google Shape;13775;p142"/>
          <p:cNvGrpSpPr/>
          <p:nvPr/>
        </p:nvGrpSpPr>
        <p:grpSpPr>
          <a:xfrm>
            <a:off x="6104605" y="2274962"/>
            <a:ext cx="473881" cy="472676"/>
            <a:chOff x="-17918975" y="2435725"/>
            <a:chExt cx="304825" cy="304050"/>
          </a:xfrm>
        </p:grpSpPr>
        <p:sp>
          <p:nvSpPr>
            <p:cNvPr id="13776" name="Google Shape;13776;p142"/>
            <p:cNvSpPr/>
            <p:nvPr/>
          </p:nvSpPr>
          <p:spPr>
            <a:xfrm>
              <a:off x="-17918975" y="2435725"/>
              <a:ext cx="304825" cy="304050"/>
            </a:xfrm>
            <a:custGeom>
              <a:avLst/>
              <a:gdLst/>
              <a:ahLst/>
              <a:cxnLst/>
              <a:rect l="l" t="t" r="r" b="b"/>
              <a:pathLst>
                <a:path w="12193" h="12162" extrusionOk="0">
                  <a:moveTo>
                    <a:pt x="1040" y="662"/>
                  </a:moveTo>
                  <a:cubicBezTo>
                    <a:pt x="1229" y="662"/>
                    <a:pt x="1386" y="819"/>
                    <a:pt x="1386" y="1040"/>
                  </a:cubicBezTo>
                  <a:cubicBezTo>
                    <a:pt x="1386" y="1229"/>
                    <a:pt x="1229" y="1386"/>
                    <a:pt x="1040" y="1386"/>
                  </a:cubicBezTo>
                  <a:cubicBezTo>
                    <a:pt x="851" y="1386"/>
                    <a:pt x="693" y="1229"/>
                    <a:pt x="693" y="1040"/>
                  </a:cubicBezTo>
                  <a:cubicBezTo>
                    <a:pt x="693" y="819"/>
                    <a:pt x="851" y="662"/>
                    <a:pt x="1040" y="662"/>
                  </a:cubicBezTo>
                  <a:close/>
                  <a:moveTo>
                    <a:pt x="3907" y="662"/>
                  </a:moveTo>
                  <a:cubicBezTo>
                    <a:pt x="4096" y="662"/>
                    <a:pt x="4253" y="819"/>
                    <a:pt x="4253" y="1040"/>
                  </a:cubicBezTo>
                  <a:cubicBezTo>
                    <a:pt x="4253" y="1229"/>
                    <a:pt x="4096" y="1386"/>
                    <a:pt x="3907" y="1386"/>
                  </a:cubicBezTo>
                  <a:cubicBezTo>
                    <a:pt x="3718" y="1386"/>
                    <a:pt x="3560" y="1229"/>
                    <a:pt x="3560" y="1040"/>
                  </a:cubicBezTo>
                  <a:cubicBezTo>
                    <a:pt x="3560" y="819"/>
                    <a:pt x="3718" y="662"/>
                    <a:pt x="3907" y="662"/>
                  </a:cubicBezTo>
                  <a:close/>
                  <a:moveTo>
                    <a:pt x="7828" y="2853"/>
                  </a:moveTo>
                  <a:cubicBezTo>
                    <a:pt x="9848" y="2853"/>
                    <a:pt x="11436" y="4484"/>
                    <a:pt x="11436" y="6427"/>
                  </a:cubicBezTo>
                  <a:lnTo>
                    <a:pt x="11436" y="6774"/>
                  </a:lnTo>
                  <a:cubicBezTo>
                    <a:pt x="11436" y="8538"/>
                    <a:pt x="9987" y="10019"/>
                    <a:pt x="8191" y="10019"/>
                  </a:cubicBezTo>
                  <a:cubicBezTo>
                    <a:pt x="6837" y="10019"/>
                    <a:pt x="5671" y="8916"/>
                    <a:pt x="5671" y="7530"/>
                  </a:cubicBezTo>
                  <a:lnTo>
                    <a:pt x="5671" y="6931"/>
                  </a:lnTo>
                  <a:cubicBezTo>
                    <a:pt x="5671" y="5955"/>
                    <a:pt x="6427" y="5072"/>
                    <a:pt x="7372" y="5041"/>
                  </a:cubicBezTo>
                  <a:cubicBezTo>
                    <a:pt x="7392" y="5040"/>
                    <a:pt x="7413" y="5040"/>
                    <a:pt x="7433" y="5040"/>
                  </a:cubicBezTo>
                  <a:cubicBezTo>
                    <a:pt x="8445" y="5040"/>
                    <a:pt x="9263" y="5817"/>
                    <a:pt x="9263" y="6805"/>
                  </a:cubicBezTo>
                  <a:lnTo>
                    <a:pt x="9263" y="7152"/>
                  </a:lnTo>
                  <a:cubicBezTo>
                    <a:pt x="9263" y="7561"/>
                    <a:pt x="8948" y="7876"/>
                    <a:pt x="8570" y="7876"/>
                  </a:cubicBezTo>
                  <a:cubicBezTo>
                    <a:pt x="8160" y="7876"/>
                    <a:pt x="7845" y="7561"/>
                    <a:pt x="7845" y="7152"/>
                  </a:cubicBezTo>
                  <a:lnTo>
                    <a:pt x="7845" y="6805"/>
                  </a:lnTo>
                  <a:cubicBezTo>
                    <a:pt x="7845" y="6616"/>
                    <a:pt x="7687" y="6459"/>
                    <a:pt x="7498" y="6459"/>
                  </a:cubicBezTo>
                  <a:cubicBezTo>
                    <a:pt x="7309" y="6459"/>
                    <a:pt x="7152" y="6616"/>
                    <a:pt x="7152" y="6805"/>
                  </a:cubicBezTo>
                  <a:lnTo>
                    <a:pt x="7152" y="7152"/>
                  </a:lnTo>
                  <a:cubicBezTo>
                    <a:pt x="7152" y="7939"/>
                    <a:pt x="7782" y="8569"/>
                    <a:pt x="8570" y="8569"/>
                  </a:cubicBezTo>
                  <a:cubicBezTo>
                    <a:pt x="9357" y="8569"/>
                    <a:pt x="9987" y="7939"/>
                    <a:pt x="9987" y="7152"/>
                  </a:cubicBezTo>
                  <a:lnTo>
                    <a:pt x="9987" y="6805"/>
                  </a:lnTo>
                  <a:cubicBezTo>
                    <a:pt x="9987" y="5425"/>
                    <a:pt x="8853" y="4314"/>
                    <a:pt x="7456" y="4314"/>
                  </a:cubicBezTo>
                  <a:cubicBezTo>
                    <a:pt x="7418" y="4314"/>
                    <a:pt x="7379" y="4315"/>
                    <a:pt x="7341" y="4316"/>
                  </a:cubicBezTo>
                  <a:cubicBezTo>
                    <a:pt x="5986" y="4411"/>
                    <a:pt x="4946" y="5577"/>
                    <a:pt x="4946" y="6931"/>
                  </a:cubicBezTo>
                  <a:lnTo>
                    <a:pt x="4946" y="7530"/>
                  </a:lnTo>
                  <a:cubicBezTo>
                    <a:pt x="4946" y="8191"/>
                    <a:pt x="5135" y="8790"/>
                    <a:pt x="5482" y="9294"/>
                  </a:cubicBezTo>
                  <a:lnTo>
                    <a:pt x="5293" y="9294"/>
                  </a:lnTo>
                  <a:cubicBezTo>
                    <a:pt x="4694" y="9294"/>
                    <a:pt x="4222" y="8822"/>
                    <a:pt x="4222" y="8223"/>
                  </a:cubicBezTo>
                  <a:lnTo>
                    <a:pt x="4222" y="6616"/>
                  </a:lnTo>
                  <a:cubicBezTo>
                    <a:pt x="4253" y="4663"/>
                    <a:pt x="5671" y="3025"/>
                    <a:pt x="7498" y="2867"/>
                  </a:cubicBezTo>
                  <a:cubicBezTo>
                    <a:pt x="7609" y="2857"/>
                    <a:pt x="7719" y="2853"/>
                    <a:pt x="7828" y="2853"/>
                  </a:cubicBezTo>
                  <a:close/>
                  <a:moveTo>
                    <a:pt x="2518" y="4236"/>
                  </a:moveTo>
                  <a:cubicBezTo>
                    <a:pt x="3101" y="4236"/>
                    <a:pt x="3592" y="4754"/>
                    <a:pt x="3592" y="5324"/>
                  </a:cubicBezTo>
                  <a:lnTo>
                    <a:pt x="3592" y="8160"/>
                  </a:lnTo>
                  <a:cubicBezTo>
                    <a:pt x="3592" y="9137"/>
                    <a:pt x="4379" y="9924"/>
                    <a:pt x="5356" y="9924"/>
                  </a:cubicBezTo>
                  <a:lnTo>
                    <a:pt x="6207" y="9924"/>
                  </a:lnTo>
                  <a:cubicBezTo>
                    <a:pt x="6742" y="10365"/>
                    <a:pt x="7467" y="10617"/>
                    <a:pt x="8254" y="10617"/>
                  </a:cubicBezTo>
                  <a:cubicBezTo>
                    <a:pt x="9011" y="10617"/>
                    <a:pt x="9704" y="10428"/>
                    <a:pt x="10334" y="10050"/>
                  </a:cubicBezTo>
                  <a:cubicBezTo>
                    <a:pt x="10838" y="10334"/>
                    <a:pt x="11279" y="10838"/>
                    <a:pt x="11405" y="11436"/>
                  </a:cubicBezTo>
                  <a:lnTo>
                    <a:pt x="3907" y="11436"/>
                  </a:lnTo>
                  <a:cubicBezTo>
                    <a:pt x="2521" y="11436"/>
                    <a:pt x="1418" y="10271"/>
                    <a:pt x="1418" y="8916"/>
                  </a:cubicBezTo>
                  <a:lnTo>
                    <a:pt x="1418" y="5388"/>
                  </a:lnTo>
                  <a:cubicBezTo>
                    <a:pt x="1418" y="4852"/>
                    <a:pt x="1827" y="4348"/>
                    <a:pt x="2332" y="4253"/>
                  </a:cubicBezTo>
                  <a:cubicBezTo>
                    <a:pt x="2394" y="4241"/>
                    <a:pt x="2457" y="4236"/>
                    <a:pt x="2518" y="4236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52"/>
                    <a:pt x="504" y="2144"/>
                    <a:pt x="1052" y="2144"/>
                  </a:cubicBezTo>
                  <a:cubicBezTo>
                    <a:pt x="1069" y="2144"/>
                    <a:pt x="1086" y="2143"/>
                    <a:pt x="1103" y="2143"/>
                  </a:cubicBezTo>
                  <a:lnTo>
                    <a:pt x="1733" y="3749"/>
                  </a:lnTo>
                  <a:cubicBezTo>
                    <a:pt x="1103" y="4001"/>
                    <a:pt x="725" y="4694"/>
                    <a:pt x="725" y="5451"/>
                  </a:cubicBezTo>
                  <a:lnTo>
                    <a:pt x="725" y="8948"/>
                  </a:lnTo>
                  <a:cubicBezTo>
                    <a:pt x="725" y="10712"/>
                    <a:pt x="2174" y="12161"/>
                    <a:pt x="3938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4"/>
                  </a:cubicBezTo>
                  <a:cubicBezTo>
                    <a:pt x="12193" y="11279"/>
                    <a:pt x="11972" y="10712"/>
                    <a:pt x="11657" y="10271"/>
                  </a:cubicBezTo>
                  <a:cubicBezTo>
                    <a:pt x="11468" y="10019"/>
                    <a:pt x="11247" y="9798"/>
                    <a:pt x="10964" y="9641"/>
                  </a:cubicBezTo>
                  <a:cubicBezTo>
                    <a:pt x="11657" y="8916"/>
                    <a:pt x="12193" y="7876"/>
                    <a:pt x="12193" y="6774"/>
                  </a:cubicBezTo>
                  <a:lnTo>
                    <a:pt x="12193" y="6427"/>
                  </a:lnTo>
                  <a:cubicBezTo>
                    <a:pt x="12193" y="4080"/>
                    <a:pt x="10259" y="2153"/>
                    <a:pt x="7898" y="2153"/>
                  </a:cubicBezTo>
                  <a:cubicBezTo>
                    <a:pt x="7756" y="2153"/>
                    <a:pt x="7612" y="2160"/>
                    <a:pt x="7467" y="2174"/>
                  </a:cubicBezTo>
                  <a:cubicBezTo>
                    <a:pt x="5986" y="2332"/>
                    <a:pt x="4726" y="3214"/>
                    <a:pt x="4064" y="4537"/>
                  </a:cubicBezTo>
                  <a:cubicBezTo>
                    <a:pt x="3875" y="4190"/>
                    <a:pt x="3592" y="3907"/>
                    <a:pt x="3245" y="3749"/>
                  </a:cubicBezTo>
                  <a:lnTo>
                    <a:pt x="3875" y="2143"/>
                  </a:lnTo>
                  <a:lnTo>
                    <a:pt x="3907" y="2143"/>
                  </a:lnTo>
                  <a:cubicBezTo>
                    <a:pt x="4505" y="2143"/>
                    <a:pt x="4978" y="1670"/>
                    <a:pt x="4978" y="1071"/>
                  </a:cubicBezTo>
                  <a:cubicBezTo>
                    <a:pt x="4978" y="473"/>
                    <a:pt x="4505" y="0"/>
                    <a:pt x="3907" y="0"/>
                  </a:cubicBezTo>
                  <a:cubicBezTo>
                    <a:pt x="3308" y="0"/>
                    <a:pt x="2836" y="473"/>
                    <a:pt x="2836" y="1071"/>
                  </a:cubicBezTo>
                  <a:cubicBezTo>
                    <a:pt x="2836" y="1386"/>
                    <a:pt x="2993" y="1670"/>
                    <a:pt x="3214" y="1859"/>
                  </a:cubicBezTo>
                  <a:lnTo>
                    <a:pt x="2521" y="3592"/>
                  </a:lnTo>
                  <a:lnTo>
                    <a:pt x="2458" y="3592"/>
                  </a:lnTo>
                  <a:lnTo>
                    <a:pt x="1796" y="1859"/>
                  </a:lnTo>
                  <a:cubicBezTo>
                    <a:pt x="2016" y="1670"/>
                    <a:pt x="2142" y="1386"/>
                    <a:pt x="2142" y="1071"/>
                  </a:cubicBezTo>
                  <a:cubicBezTo>
                    <a:pt x="2142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7" name="Google Shape;13777;p142"/>
            <p:cNvSpPr/>
            <p:nvPr/>
          </p:nvSpPr>
          <p:spPr>
            <a:xfrm>
              <a:off x="-17865425" y="256015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8" name="Google Shape;13778;p142"/>
          <p:cNvGrpSpPr/>
          <p:nvPr/>
        </p:nvGrpSpPr>
        <p:grpSpPr>
          <a:xfrm>
            <a:off x="6133365" y="2852729"/>
            <a:ext cx="416361" cy="470228"/>
            <a:chOff x="-17899300" y="2810625"/>
            <a:chExt cx="267825" cy="302475"/>
          </a:xfrm>
        </p:grpSpPr>
        <p:sp>
          <p:nvSpPr>
            <p:cNvPr id="13779" name="Google Shape;13779;p142"/>
            <p:cNvSpPr/>
            <p:nvPr/>
          </p:nvSpPr>
          <p:spPr>
            <a:xfrm>
              <a:off x="-17899300" y="2810625"/>
              <a:ext cx="267825" cy="302475"/>
            </a:xfrm>
            <a:custGeom>
              <a:avLst/>
              <a:gdLst/>
              <a:ahLst/>
              <a:cxnLst/>
              <a:rect l="l" t="t" r="r" b="b"/>
              <a:pathLst>
                <a:path w="10713" h="12099" extrusionOk="0">
                  <a:moveTo>
                    <a:pt x="1009" y="4978"/>
                  </a:moveTo>
                  <a:cubicBezTo>
                    <a:pt x="1482" y="4978"/>
                    <a:pt x="1860" y="5293"/>
                    <a:pt x="2017" y="5671"/>
                  </a:cubicBezTo>
                  <a:lnTo>
                    <a:pt x="1702" y="5671"/>
                  </a:lnTo>
                  <a:cubicBezTo>
                    <a:pt x="1229" y="5671"/>
                    <a:pt x="851" y="5356"/>
                    <a:pt x="694" y="4978"/>
                  </a:cubicBezTo>
                  <a:close/>
                  <a:moveTo>
                    <a:pt x="9862" y="4978"/>
                  </a:moveTo>
                  <a:cubicBezTo>
                    <a:pt x="9704" y="5356"/>
                    <a:pt x="9295" y="5671"/>
                    <a:pt x="8822" y="5671"/>
                  </a:cubicBezTo>
                  <a:lnTo>
                    <a:pt x="8507" y="5671"/>
                  </a:lnTo>
                  <a:cubicBezTo>
                    <a:pt x="8696" y="5262"/>
                    <a:pt x="9074" y="4978"/>
                    <a:pt x="9547" y="4978"/>
                  </a:cubicBezTo>
                  <a:close/>
                  <a:moveTo>
                    <a:pt x="5294" y="7845"/>
                  </a:moveTo>
                  <a:cubicBezTo>
                    <a:pt x="5451" y="7845"/>
                    <a:pt x="5609" y="7971"/>
                    <a:pt x="5640" y="8097"/>
                  </a:cubicBezTo>
                  <a:lnTo>
                    <a:pt x="5294" y="8507"/>
                  </a:lnTo>
                  <a:lnTo>
                    <a:pt x="4947" y="8097"/>
                  </a:lnTo>
                  <a:cubicBezTo>
                    <a:pt x="4979" y="7971"/>
                    <a:pt x="5136" y="7845"/>
                    <a:pt x="5294" y="7845"/>
                  </a:cubicBezTo>
                  <a:close/>
                  <a:moveTo>
                    <a:pt x="5294" y="4254"/>
                  </a:moveTo>
                  <a:cubicBezTo>
                    <a:pt x="6774" y="4254"/>
                    <a:pt x="7783" y="5104"/>
                    <a:pt x="7783" y="6742"/>
                  </a:cubicBezTo>
                  <a:cubicBezTo>
                    <a:pt x="7783" y="7467"/>
                    <a:pt x="7625" y="8192"/>
                    <a:pt x="7310" y="8885"/>
                  </a:cubicBezTo>
                  <a:lnTo>
                    <a:pt x="7310" y="8822"/>
                  </a:lnTo>
                  <a:cubicBezTo>
                    <a:pt x="7152" y="7845"/>
                    <a:pt x="6270" y="7152"/>
                    <a:pt x="5294" y="7152"/>
                  </a:cubicBezTo>
                  <a:cubicBezTo>
                    <a:pt x="4317" y="7152"/>
                    <a:pt x="3435" y="7845"/>
                    <a:pt x="3277" y="8822"/>
                  </a:cubicBezTo>
                  <a:lnTo>
                    <a:pt x="3277" y="8885"/>
                  </a:lnTo>
                  <a:cubicBezTo>
                    <a:pt x="2962" y="8192"/>
                    <a:pt x="2805" y="7467"/>
                    <a:pt x="2805" y="6742"/>
                  </a:cubicBezTo>
                  <a:cubicBezTo>
                    <a:pt x="2805" y="5104"/>
                    <a:pt x="3844" y="4254"/>
                    <a:pt x="5294" y="4254"/>
                  </a:cubicBezTo>
                  <a:close/>
                  <a:moveTo>
                    <a:pt x="4254" y="8412"/>
                  </a:moveTo>
                  <a:cubicBezTo>
                    <a:pt x="4317" y="8444"/>
                    <a:pt x="4254" y="8412"/>
                    <a:pt x="4947" y="9263"/>
                  </a:cubicBezTo>
                  <a:lnTo>
                    <a:pt x="4947" y="9546"/>
                  </a:lnTo>
                  <a:lnTo>
                    <a:pt x="4348" y="10114"/>
                  </a:lnTo>
                  <a:cubicBezTo>
                    <a:pt x="4191" y="10271"/>
                    <a:pt x="4191" y="10492"/>
                    <a:pt x="4348" y="10649"/>
                  </a:cubicBezTo>
                  <a:cubicBezTo>
                    <a:pt x="4427" y="10728"/>
                    <a:pt x="4514" y="10767"/>
                    <a:pt x="4601" y="10767"/>
                  </a:cubicBezTo>
                  <a:cubicBezTo>
                    <a:pt x="4687" y="10767"/>
                    <a:pt x="4774" y="10728"/>
                    <a:pt x="4853" y="10649"/>
                  </a:cubicBezTo>
                  <a:lnTo>
                    <a:pt x="5325" y="10177"/>
                  </a:lnTo>
                  <a:lnTo>
                    <a:pt x="5798" y="10649"/>
                  </a:lnTo>
                  <a:cubicBezTo>
                    <a:pt x="5876" y="10728"/>
                    <a:pt x="5971" y="10767"/>
                    <a:pt x="6065" y="10767"/>
                  </a:cubicBezTo>
                  <a:cubicBezTo>
                    <a:pt x="6160" y="10767"/>
                    <a:pt x="6255" y="10728"/>
                    <a:pt x="6333" y="10649"/>
                  </a:cubicBezTo>
                  <a:cubicBezTo>
                    <a:pt x="6491" y="10492"/>
                    <a:pt x="6491" y="10271"/>
                    <a:pt x="6333" y="10114"/>
                  </a:cubicBezTo>
                  <a:lnTo>
                    <a:pt x="5735" y="9546"/>
                  </a:lnTo>
                  <a:lnTo>
                    <a:pt x="5735" y="9263"/>
                  </a:lnTo>
                  <a:cubicBezTo>
                    <a:pt x="6428" y="8412"/>
                    <a:pt x="6396" y="8444"/>
                    <a:pt x="6396" y="8412"/>
                  </a:cubicBezTo>
                  <a:lnTo>
                    <a:pt x="6396" y="8412"/>
                  </a:lnTo>
                  <a:cubicBezTo>
                    <a:pt x="6522" y="8570"/>
                    <a:pt x="6617" y="8790"/>
                    <a:pt x="6680" y="8979"/>
                  </a:cubicBezTo>
                  <a:lnTo>
                    <a:pt x="6837" y="9893"/>
                  </a:lnTo>
                  <a:cubicBezTo>
                    <a:pt x="6869" y="10681"/>
                    <a:pt x="6270" y="11437"/>
                    <a:pt x="5451" y="11437"/>
                  </a:cubicBezTo>
                  <a:lnTo>
                    <a:pt x="5136" y="11437"/>
                  </a:lnTo>
                  <a:cubicBezTo>
                    <a:pt x="4317" y="11437"/>
                    <a:pt x="3687" y="10681"/>
                    <a:pt x="3844" y="9893"/>
                  </a:cubicBezTo>
                  <a:lnTo>
                    <a:pt x="4002" y="8979"/>
                  </a:lnTo>
                  <a:cubicBezTo>
                    <a:pt x="4033" y="8759"/>
                    <a:pt x="4096" y="8570"/>
                    <a:pt x="4254" y="8412"/>
                  </a:cubicBezTo>
                  <a:close/>
                  <a:moveTo>
                    <a:pt x="1040" y="0"/>
                  </a:moveTo>
                  <a:cubicBezTo>
                    <a:pt x="851" y="0"/>
                    <a:pt x="694" y="158"/>
                    <a:pt x="694" y="379"/>
                  </a:cubicBezTo>
                  <a:lnTo>
                    <a:pt x="694" y="1072"/>
                  </a:lnTo>
                  <a:cubicBezTo>
                    <a:pt x="694" y="1670"/>
                    <a:pt x="1166" y="2143"/>
                    <a:pt x="1734" y="2143"/>
                  </a:cubicBezTo>
                  <a:lnTo>
                    <a:pt x="2112" y="2143"/>
                  </a:lnTo>
                  <a:lnTo>
                    <a:pt x="2112" y="3529"/>
                  </a:lnTo>
                  <a:cubicBezTo>
                    <a:pt x="2112" y="3907"/>
                    <a:pt x="2332" y="4317"/>
                    <a:pt x="2679" y="4474"/>
                  </a:cubicBezTo>
                  <a:lnTo>
                    <a:pt x="2899" y="4537"/>
                  </a:lnTo>
                  <a:cubicBezTo>
                    <a:pt x="2742" y="4695"/>
                    <a:pt x="2616" y="4852"/>
                    <a:pt x="2521" y="5041"/>
                  </a:cubicBezTo>
                  <a:cubicBezTo>
                    <a:pt x="2206" y="4569"/>
                    <a:pt x="1671" y="4254"/>
                    <a:pt x="1072" y="4254"/>
                  </a:cubicBezTo>
                  <a:lnTo>
                    <a:pt x="379" y="4254"/>
                  </a:lnTo>
                  <a:cubicBezTo>
                    <a:pt x="158" y="4254"/>
                    <a:pt x="1" y="4411"/>
                    <a:pt x="1" y="4632"/>
                  </a:cubicBezTo>
                  <a:cubicBezTo>
                    <a:pt x="1" y="5608"/>
                    <a:pt x="788" y="6396"/>
                    <a:pt x="1797" y="6396"/>
                  </a:cubicBezTo>
                  <a:lnTo>
                    <a:pt x="2143" y="6396"/>
                  </a:lnTo>
                  <a:lnTo>
                    <a:pt x="2143" y="6742"/>
                  </a:lnTo>
                  <a:cubicBezTo>
                    <a:pt x="2143" y="7877"/>
                    <a:pt x="2521" y="9105"/>
                    <a:pt x="3151" y="10019"/>
                  </a:cubicBezTo>
                  <a:cubicBezTo>
                    <a:pt x="3120" y="11153"/>
                    <a:pt x="4065" y="12098"/>
                    <a:pt x="5199" y="12098"/>
                  </a:cubicBezTo>
                  <a:lnTo>
                    <a:pt x="5514" y="12098"/>
                  </a:lnTo>
                  <a:cubicBezTo>
                    <a:pt x="6680" y="12098"/>
                    <a:pt x="7625" y="11153"/>
                    <a:pt x="7562" y="10019"/>
                  </a:cubicBezTo>
                  <a:cubicBezTo>
                    <a:pt x="8192" y="9105"/>
                    <a:pt x="8602" y="7845"/>
                    <a:pt x="8602" y="6742"/>
                  </a:cubicBezTo>
                  <a:lnTo>
                    <a:pt x="8602" y="6396"/>
                  </a:lnTo>
                  <a:lnTo>
                    <a:pt x="8948" y="6396"/>
                  </a:lnTo>
                  <a:cubicBezTo>
                    <a:pt x="9925" y="6396"/>
                    <a:pt x="10712" y="5608"/>
                    <a:pt x="10712" y="4632"/>
                  </a:cubicBezTo>
                  <a:cubicBezTo>
                    <a:pt x="10649" y="4411"/>
                    <a:pt x="10492" y="4254"/>
                    <a:pt x="10303" y="4254"/>
                  </a:cubicBezTo>
                  <a:lnTo>
                    <a:pt x="9578" y="4254"/>
                  </a:lnTo>
                  <a:cubicBezTo>
                    <a:pt x="8980" y="4254"/>
                    <a:pt x="8444" y="4569"/>
                    <a:pt x="8129" y="5041"/>
                  </a:cubicBezTo>
                  <a:cubicBezTo>
                    <a:pt x="8003" y="4852"/>
                    <a:pt x="7909" y="4695"/>
                    <a:pt x="7783" y="4537"/>
                  </a:cubicBezTo>
                  <a:lnTo>
                    <a:pt x="7972" y="4474"/>
                  </a:lnTo>
                  <a:cubicBezTo>
                    <a:pt x="8318" y="4254"/>
                    <a:pt x="8570" y="3907"/>
                    <a:pt x="8570" y="3529"/>
                  </a:cubicBezTo>
                  <a:lnTo>
                    <a:pt x="8570" y="2143"/>
                  </a:lnTo>
                  <a:lnTo>
                    <a:pt x="8917" y="2143"/>
                  </a:lnTo>
                  <a:cubicBezTo>
                    <a:pt x="9515" y="2143"/>
                    <a:pt x="9988" y="1670"/>
                    <a:pt x="9988" y="1072"/>
                  </a:cubicBezTo>
                  <a:lnTo>
                    <a:pt x="9988" y="379"/>
                  </a:lnTo>
                  <a:cubicBezTo>
                    <a:pt x="9988" y="158"/>
                    <a:pt x="9830" y="0"/>
                    <a:pt x="9610" y="0"/>
                  </a:cubicBezTo>
                  <a:cubicBezTo>
                    <a:pt x="9421" y="0"/>
                    <a:pt x="9263" y="158"/>
                    <a:pt x="9263" y="379"/>
                  </a:cubicBezTo>
                  <a:lnTo>
                    <a:pt x="9263" y="1072"/>
                  </a:lnTo>
                  <a:cubicBezTo>
                    <a:pt x="9263" y="1261"/>
                    <a:pt x="9106" y="1418"/>
                    <a:pt x="8917" y="1418"/>
                  </a:cubicBezTo>
                  <a:lnTo>
                    <a:pt x="8570" y="1418"/>
                  </a:lnTo>
                  <a:lnTo>
                    <a:pt x="8570" y="1072"/>
                  </a:lnTo>
                  <a:cubicBezTo>
                    <a:pt x="8570" y="883"/>
                    <a:pt x="8413" y="725"/>
                    <a:pt x="8192" y="725"/>
                  </a:cubicBezTo>
                  <a:cubicBezTo>
                    <a:pt x="8003" y="725"/>
                    <a:pt x="7846" y="883"/>
                    <a:pt x="7846" y="1072"/>
                  </a:cubicBezTo>
                  <a:lnTo>
                    <a:pt x="7846" y="2143"/>
                  </a:lnTo>
                  <a:lnTo>
                    <a:pt x="7499" y="2143"/>
                  </a:lnTo>
                  <a:cubicBezTo>
                    <a:pt x="7310" y="2143"/>
                    <a:pt x="7152" y="1985"/>
                    <a:pt x="7152" y="1796"/>
                  </a:cubicBezTo>
                  <a:lnTo>
                    <a:pt x="7152" y="1072"/>
                  </a:lnTo>
                  <a:cubicBezTo>
                    <a:pt x="7152" y="883"/>
                    <a:pt x="6995" y="725"/>
                    <a:pt x="6774" y="725"/>
                  </a:cubicBezTo>
                  <a:cubicBezTo>
                    <a:pt x="6585" y="725"/>
                    <a:pt x="6428" y="883"/>
                    <a:pt x="6428" y="1072"/>
                  </a:cubicBezTo>
                  <a:lnTo>
                    <a:pt x="6428" y="1796"/>
                  </a:lnTo>
                  <a:cubicBezTo>
                    <a:pt x="6428" y="2363"/>
                    <a:pt x="6900" y="2836"/>
                    <a:pt x="7499" y="2836"/>
                  </a:cubicBezTo>
                  <a:lnTo>
                    <a:pt x="7846" y="2836"/>
                  </a:lnTo>
                  <a:lnTo>
                    <a:pt x="7846" y="3498"/>
                  </a:lnTo>
                  <a:cubicBezTo>
                    <a:pt x="7846" y="3624"/>
                    <a:pt x="7783" y="3781"/>
                    <a:pt x="7656" y="3813"/>
                  </a:cubicBezTo>
                  <a:lnTo>
                    <a:pt x="7184" y="4065"/>
                  </a:lnTo>
                  <a:cubicBezTo>
                    <a:pt x="6680" y="3750"/>
                    <a:pt x="6050" y="3592"/>
                    <a:pt x="5325" y="3592"/>
                  </a:cubicBezTo>
                  <a:cubicBezTo>
                    <a:pt x="4632" y="3592"/>
                    <a:pt x="4002" y="3750"/>
                    <a:pt x="3466" y="4065"/>
                  </a:cubicBezTo>
                  <a:lnTo>
                    <a:pt x="2994" y="3813"/>
                  </a:lnTo>
                  <a:cubicBezTo>
                    <a:pt x="2899" y="3750"/>
                    <a:pt x="2805" y="3624"/>
                    <a:pt x="2805" y="3498"/>
                  </a:cubicBezTo>
                  <a:lnTo>
                    <a:pt x="2805" y="2836"/>
                  </a:lnTo>
                  <a:lnTo>
                    <a:pt x="3151" y="2836"/>
                  </a:lnTo>
                  <a:cubicBezTo>
                    <a:pt x="3750" y="2836"/>
                    <a:pt x="4222" y="2363"/>
                    <a:pt x="4222" y="1796"/>
                  </a:cubicBezTo>
                  <a:lnTo>
                    <a:pt x="4222" y="1072"/>
                  </a:lnTo>
                  <a:cubicBezTo>
                    <a:pt x="4222" y="883"/>
                    <a:pt x="4065" y="725"/>
                    <a:pt x="3876" y="725"/>
                  </a:cubicBezTo>
                  <a:cubicBezTo>
                    <a:pt x="3687" y="725"/>
                    <a:pt x="3529" y="883"/>
                    <a:pt x="3529" y="1072"/>
                  </a:cubicBezTo>
                  <a:lnTo>
                    <a:pt x="3529" y="1796"/>
                  </a:lnTo>
                  <a:cubicBezTo>
                    <a:pt x="3529" y="1985"/>
                    <a:pt x="3372" y="2143"/>
                    <a:pt x="3151" y="2143"/>
                  </a:cubicBezTo>
                  <a:lnTo>
                    <a:pt x="2805" y="2143"/>
                  </a:lnTo>
                  <a:lnTo>
                    <a:pt x="2805" y="1072"/>
                  </a:lnTo>
                  <a:cubicBezTo>
                    <a:pt x="2805" y="883"/>
                    <a:pt x="2647" y="725"/>
                    <a:pt x="2458" y="725"/>
                  </a:cubicBezTo>
                  <a:cubicBezTo>
                    <a:pt x="2269" y="725"/>
                    <a:pt x="2112" y="883"/>
                    <a:pt x="2112" y="1072"/>
                  </a:cubicBezTo>
                  <a:lnTo>
                    <a:pt x="2112" y="1418"/>
                  </a:lnTo>
                  <a:lnTo>
                    <a:pt x="1734" y="1418"/>
                  </a:lnTo>
                  <a:cubicBezTo>
                    <a:pt x="1545" y="1418"/>
                    <a:pt x="1387" y="1261"/>
                    <a:pt x="1387" y="1072"/>
                  </a:cubicBezTo>
                  <a:lnTo>
                    <a:pt x="1387" y="379"/>
                  </a:ln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0" name="Google Shape;13780;p142"/>
            <p:cNvSpPr/>
            <p:nvPr/>
          </p:nvSpPr>
          <p:spPr>
            <a:xfrm>
              <a:off x="-17740200" y="29524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1" name="Google Shape;13781;p142"/>
            <p:cNvSpPr/>
            <p:nvPr/>
          </p:nvSpPr>
          <p:spPr>
            <a:xfrm>
              <a:off x="-17811075" y="29524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2" name="Google Shape;13782;p142"/>
          <p:cNvGrpSpPr/>
          <p:nvPr/>
        </p:nvGrpSpPr>
        <p:grpSpPr>
          <a:xfrm>
            <a:off x="2039218" y="3461166"/>
            <a:ext cx="472676" cy="442089"/>
            <a:chOff x="-16066500" y="2060800"/>
            <a:chExt cx="304050" cy="284375"/>
          </a:xfrm>
        </p:grpSpPr>
        <p:sp>
          <p:nvSpPr>
            <p:cNvPr id="13783" name="Google Shape;13783;p142"/>
            <p:cNvSpPr/>
            <p:nvPr/>
          </p:nvSpPr>
          <p:spPr>
            <a:xfrm>
              <a:off x="-15978275" y="220337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67" y="725"/>
                    <a:pt x="725" y="567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4" name="Google Shape;13784;p142"/>
            <p:cNvSpPr/>
            <p:nvPr/>
          </p:nvSpPr>
          <p:spPr>
            <a:xfrm>
              <a:off x="-15869575" y="22033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5" name="Google Shape;13785;p142"/>
            <p:cNvSpPr/>
            <p:nvPr/>
          </p:nvSpPr>
          <p:spPr>
            <a:xfrm>
              <a:off x="-15954650" y="2186825"/>
              <a:ext cx="78775" cy="88250"/>
            </a:xfrm>
            <a:custGeom>
              <a:avLst/>
              <a:gdLst/>
              <a:ahLst/>
              <a:cxnLst/>
              <a:rect l="l" t="t" r="r" b="b"/>
              <a:pathLst>
                <a:path w="3151" h="3530" extrusionOk="0">
                  <a:moveTo>
                    <a:pt x="1607" y="662"/>
                  </a:moveTo>
                  <a:cubicBezTo>
                    <a:pt x="1891" y="662"/>
                    <a:pt x="2080" y="820"/>
                    <a:pt x="2174" y="1103"/>
                  </a:cubicBezTo>
                  <a:lnTo>
                    <a:pt x="2458" y="2111"/>
                  </a:lnTo>
                  <a:cubicBezTo>
                    <a:pt x="2489" y="2269"/>
                    <a:pt x="2458" y="2490"/>
                    <a:pt x="2332" y="2584"/>
                  </a:cubicBezTo>
                  <a:cubicBezTo>
                    <a:pt x="2206" y="2710"/>
                    <a:pt x="2048" y="2805"/>
                    <a:pt x="1891" y="2805"/>
                  </a:cubicBezTo>
                  <a:lnTo>
                    <a:pt x="1387" y="2805"/>
                  </a:lnTo>
                  <a:cubicBezTo>
                    <a:pt x="1229" y="2805"/>
                    <a:pt x="1072" y="2710"/>
                    <a:pt x="946" y="2584"/>
                  </a:cubicBezTo>
                  <a:cubicBezTo>
                    <a:pt x="788" y="2458"/>
                    <a:pt x="757" y="2269"/>
                    <a:pt x="788" y="2111"/>
                  </a:cubicBezTo>
                  <a:lnTo>
                    <a:pt x="1072" y="1103"/>
                  </a:lnTo>
                  <a:cubicBezTo>
                    <a:pt x="1135" y="851"/>
                    <a:pt x="1355" y="662"/>
                    <a:pt x="1607" y="662"/>
                  </a:cubicBezTo>
                  <a:close/>
                  <a:moveTo>
                    <a:pt x="1576" y="1"/>
                  </a:moveTo>
                  <a:cubicBezTo>
                    <a:pt x="977" y="1"/>
                    <a:pt x="473" y="379"/>
                    <a:pt x="347" y="946"/>
                  </a:cubicBezTo>
                  <a:lnTo>
                    <a:pt x="95" y="1954"/>
                  </a:lnTo>
                  <a:cubicBezTo>
                    <a:pt x="1" y="2364"/>
                    <a:pt x="95" y="2742"/>
                    <a:pt x="316" y="3057"/>
                  </a:cubicBezTo>
                  <a:cubicBezTo>
                    <a:pt x="599" y="3340"/>
                    <a:pt x="946" y="3529"/>
                    <a:pt x="1355" y="3529"/>
                  </a:cubicBezTo>
                  <a:lnTo>
                    <a:pt x="1859" y="3529"/>
                  </a:lnTo>
                  <a:cubicBezTo>
                    <a:pt x="2237" y="3529"/>
                    <a:pt x="2615" y="3340"/>
                    <a:pt x="2836" y="3057"/>
                  </a:cubicBezTo>
                  <a:cubicBezTo>
                    <a:pt x="3088" y="2742"/>
                    <a:pt x="3151" y="2364"/>
                    <a:pt x="3088" y="1954"/>
                  </a:cubicBezTo>
                  <a:lnTo>
                    <a:pt x="2804" y="946"/>
                  </a:lnTo>
                  <a:cubicBezTo>
                    <a:pt x="2647" y="379"/>
                    <a:pt x="2174" y="1"/>
                    <a:pt x="15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6" name="Google Shape;13786;p142"/>
            <p:cNvSpPr/>
            <p:nvPr/>
          </p:nvSpPr>
          <p:spPr>
            <a:xfrm>
              <a:off x="-16066500" y="2060800"/>
              <a:ext cx="304050" cy="284375"/>
            </a:xfrm>
            <a:custGeom>
              <a:avLst/>
              <a:gdLst/>
              <a:ahLst/>
              <a:cxnLst/>
              <a:rect l="l" t="t" r="r" b="b"/>
              <a:pathLst>
                <a:path w="12162" h="11375" extrusionOk="0">
                  <a:moveTo>
                    <a:pt x="9326" y="694"/>
                  </a:moveTo>
                  <a:cubicBezTo>
                    <a:pt x="10492" y="694"/>
                    <a:pt x="11437" y="1639"/>
                    <a:pt x="11437" y="2836"/>
                  </a:cubicBezTo>
                  <a:cubicBezTo>
                    <a:pt x="11437" y="2962"/>
                    <a:pt x="11437" y="3025"/>
                    <a:pt x="11406" y="3120"/>
                  </a:cubicBezTo>
                  <a:cubicBezTo>
                    <a:pt x="10996" y="2584"/>
                    <a:pt x="10334" y="2269"/>
                    <a:pt x="9673" y="2175"/>
                  </a:cubicBezTo>
                  <a:cubicBezTo>
                    <a:pt x="9649" y="2170"/>
                    <a:pt x="9625" y="2168"/>
                    <a:pt x="9602" y="2168"/>
                  </a:cubicBezTo>
                  <a:cubicBezTo>
                    <a:pt x="9302" y="2168"/>
                    <a:pt x="9153" y="2537"/>
                    <a:pt x="9358" y="2742"/>
                  </a:cubicBezTo>
                  <a:cubicBezTo>
                    <a:pt x="9767" y="3151"/>
                    <a:pt x="9988" y="3687"/>
                    <a:pt x="9988" y="4254"/>
                  </a:cubicBezTo>
                  <a:cubicBezTo>
                    <a:pt x="9988" y="4412"/>
                    <a:pt x="9988" y="4569"/>
                    <a:pt x="9956" y="4727"/>
                  </a:cubicBezTo>
                  <a:cubicBezTo>
                    <a:pt x="9484" y="3844"/>
                    <a:pt x="8759" y="3120"/>
                    <a:pt x="7909" y="2616"/>
                  </a:cubicBezTo>
                  <a:cubicBezTo>
                    <a:pt x="7657" y="2521"/>
                    <a:pt x="7468" y="2395"/>
                    <a:pt x="7247" y="2301"/>
                  </a:cubicBezTo>
                  <a:cubicBezTo>
                    <a:pt x="7468" y="1356"/>
                    <a:pt x="8287" y="694"/>
                    <a:pt x="9326" y="694"/>
                  </a:cubicBezTo>
                  <a:close/>
                  <a:moveTo>
                    <a:pt x="2836" y="757"/>
                  </a:moveTo>
                  <a:cubicBezTo>
                    <a:pt x="3813" y="757"/>
                    <a:pt x="4664" y="1419"/>
                    <a:pt x="4916" y="2364"/>
                  </a:cubicBezTo>
                  <a:cubicBezTo>
                    <a:pt x="3718" y="2742"/>
                    <a:pt x="2773" y="3687"/>
                    <a:pt x="2206" y="4758"/>
                  </a:cubicBezTo>
                  <a:cubicBezTo>
                    <a:pt x="2143" y="4601"/>
                    <a:pt x="2112" y="4443"/>
                    <a:pt x="2112" y="4286"/>
                  </a:cubicBezTo>
                  <a:cubicBezTo>
                    <a:pt x="2112" y="3750"/>
                    <a:pt x="2364" y="3183"/>
                    <a:pt x="2742" y="2773"/>
                  </a:cubicBezTo>
                  <a:cubicBezTo>
                    <a:pt x="2970" y="2574"/>
                    <a:pt x="2811" y="2193"/>
                    <a:pt x="2521" y="2193"/>
                  </a:cubicBezTo>
                  <a:cubicBezTo>
                    <a:pt x="2491" y="2193"/>
                    <a:pt x="2459" y="2197"/>
                    <a:pt x="2427" y="2206"/>
                  </a:cubicBezTo>
                  <a:cubicBezTo>
                    <a:pt x="1765" y="2269"/>
                    <a:pt x="1135" y="2616"/>
                    <a:pt x="694" y="3151"/>
                  </a:cubicBezTo>
                  <a:cubicBezTo>
                    <a:pt x="536" y="1891"/>
                    <a:pt x="1513" y="757"/>
                    <a:pt x="2836" y="757"/>
                  </a:cubicBezTo>
                  <a:close/>
                  <a:moveTo>
                    <a:pt x="6050" y="2836"/>
                  </a:moveTo>
                  <a:cubicBezTo>
                    <a:pt x="8224" y="2836"/>
                    <a:pt x="9988" y="5325"/>
                    <a:pt x="9988" y="7468"/>
                  </a:cubicBezTo>
                  <a:cubicBezTo>
                    <a:pt x="10019" y="9862"/>
                    <a:pt x="7909" y="10713"/>
                    <a:pt x="6050" y="10713"/>
                  </a:cubicBezTo>
                  <a:cubicBezTo>
                    <a:pt x="4254" y="10713"/>
                    <a:pt x="2112" y="9893"/>
                    <a:pt x="2112" y="7468"/>
                  </a:cubicBezTo>
                  <a:cubicBezTo>
                    <a:pt x="2112" y="5325"/>
                    <a:pt x="3876" y="2836"/>
                    <a:pt x="6050" y="2836"/>
                  </a:cubicBezTo>
                  <a:close/>
                  <a:moveTo>
                    <a:pt x="2836" y="1"/>
                  </a:moveTo>
                  <a:cubicBezTo>
                    <a:pt x="1261" y="1"/>
                    <a:pt x="1" y="1293"/>
                    <a:pt x="1" y="2836"/>
                  </a:cubicBezTo>
                  <a:cubicBezTo>
                    <a:pt x="1" y="3246"/>
                    <a:pt x="64" y="3655"/>
                    <a:pt x="253" y="4034"/>
                  </a:cubicBezTo>
                  <a:cubicBezTo>
                    <a:pt x="316" y="4175"/>
                    <a:pt x="450" y="4246"/>
                    <a:pt x="580" y="4246"/>
                  </a:cubicBezTo>
                  <a:cubicBezTo>
                    <a:pt x="710" y="4246"/>
                    <a:pt x="836" y="4175"/>
                    <a:pt x="883" y="4034"/>
                  </a:cubicBezTo>
                  <a:cubicBezTo>
                    <a:pt x="1040" y="3687"/>
                    <a:pt x="1293" y="3403"/>
                    <a:pt x="1608" y="3214"/>
                  </a:cubicBezTo>
                  <a:lnTo>
                    <a:pt x="1608" y="3214"/>
                  </a:lnTo>
                  <a:cubicBezTo>
                    <a:pt x="1482" y="3529"/>
                    <a:pt x="1419" y="3876"/>
                    <a:pt x="1419" y="4254"/>
                  </a:cubicBezTo>
                  <a:cubicBezTo>
                    <a:pt x="1419" y="4727"/>
                    <a:pt x="1513" y="5199"/>
                    <a:pt x="1765" y="5577"/>
                  </a:cubicBezTo>
                  <a:cubicBezTo>
                    <a:pt x="1513" y="6176"/>
                    <a:pt x="1419" y="6806"/>
                    <a:pt x="1419" y="7436"/>
                  </a:cubicBezTo>
                  <a:cubicBezTo>
                    <a:pt x="1419" y="9988"/>
                    <a:pt x="3498" y="11374"/>
                    <a:pt x="6050" y="11374"/>
                  </a:cubicBezTo>
                  <a:cubicBezTo>
                    <a:pt x="8665" y="11374"/>
                    <a:pt x="10713" y="9988"/>
                    <a:pt x="10713" y="7436"/>
                  </a:cubicBezTo>
                  <a:cubicBezTo>
                    <a:pt x="10713" y="6806"/>
                    <a:pt x="10586" y="6176"/>
                    <a:pt x="10334" y="5577"/>
                  </a:cubicBezTo>
                  <a:cubicBezTo>
                    <a:pt x="10586" y="5136"/>
                    <a:pt x="10713" y="4727"/>
                    <a:pt x="10713" y="4254"/>
                  </a:cubicBezTo>
                  <a:cubicBezTo>
                    <a:pt x="10713" y="3876"/>
                    <a:pt x="10618" y="3529"/>
                    <a:pt x="10492" y="3214"/>
                  </a:cubicBezTo>
                  <a:lnTo>
                    <a:pt x="10492" y="3214"/>
                  </a:lnTo>
                  <a:cubicBezTo>
                    <a:pt x="10776" y="3403"/>
                    <a:pt x="11028" y="3687"/>
                    <a:pt x="11217" y="4034"/>
                  </a:cubicBezTo>
                  <a:cubicBezTo>
                    <a:pt x="11280" y="4175"/>
                    <a:pt x="11406" y="4246"/>
                    <a:pt x="11532" y="4246"/>
                  </a:cubicBezTo>
                  <a:cubicBezTo>
                    <a:pt x="11658" y="4246"/>
                    <a:pt x="11784" y="4175"/>
                    <a:pt x="11847" y="4034"/>
                  </a:cubicBezTo>
                  <a:cubicBezTo>
                    <a:pt x="12036" y="3655"/>
                    <a:pt x="12130" y="3246"/>
                    <a:pt x="12130" y="2836"/>
                  </a:cubicBezTo>
                  <a:cubicBezTo>
                    <a:pt x="12162" y="1293"/>
                    <a:pt x="10870" y="1"/>
                    <a:pt x="9295" y="1"/>
                  </a:cubicBezTo>
                  <a:cubicBezTo>
                    <a:pt x="7940" y="1"/>
                    <a:pt x="6837" y="915"/>
                    <a:pt x="6522" y="2175"/>
                  </a:cubicBezTo>
                  <a:cubicBezTo>
                    <a:pt x="6365" y="2112"/>
                    <a:pt x="6207" y="2112"/>
                    <a:pt x="6050" y="2112"/>
                  </a:cubicBezTo>
                  <a:cubicBezTo>
                    <a:pt x="5892" y="2112"/>
                    <a:pt x="5735" y="2112"/>
                    <a:pt x="5577" y="2175"/>
                  </a:cubicBezTo>
                  <a:cubicBezTo>
                    <a:pt x="5262" y="915"/>
                    <a:pt x="4128" y="1"/>
                    <a:pt x="2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7" name="Google Shape;13787;p142"/>
            <p:cNvSpPr/>
            <p:nvPr/>
          </p:nvSpPr>
          <p:spPr>
            <a:xfrm>
              <a:off x="-15960175" y="2287225"/>
              <a:ext cx="91400" cy="24075"/>
            </a:xfrm>
            <a:custGeom>
              <a:avLst/>
              <a:gdLst/>
              <a:ahLst/>
              <a:cxnLst/>
              <a:rect l="l" t="t" r="r" b="b"/>
              <a:pathLst>
                <a:path w="3656" h="963" extrusionOk="0">
                  <a:moveTo>
                    <a:pt x="437" y="1"/>
                  </a:moveTo>
                  <a:cubicBezTo>
                    <a:pt x="284" y="1"/>
                    <a:pt x="142" y="114"/>
                    <a:pt x="64" y="269"/>
                  </a:cubicBezTo>
                  <a:cubicBezTo>
                    <a:pt x="1" y="458"/>
                    <a:pt x="96" y="647"/>
                    <a:pt x="316" y="742"/>
                  </a:cubicBezTo>
                  <a:cubicBezTo>
                    <a:pt x="852" y="931"/>
                    <a:pt x="1450" y="962"/>
                    <a:pt x="1828" y="962"/>
                  </a:cubicBezTo>
                  <a:cubicBezTo>
                    <a:pt x="2238" y="962"/>
                    <a:pt x="2836" y="931"/>
                    <a:pt x="3372" y="742"/>
                  </a:cubicBezTo>
                  <a:cubicBezTo>
                    <a:pt x="3593" y="647"/>
                    <a:pt x="3656" y="458"/>
                    <a:pt x="3624" y="269"/>
                  </a:cubicBezTo>
                  <a:cubicBezTo>
                    <a:pt x="3546" y="114"/>
                    <a:pt x="3383" y="1"/>
                    <a:pt x="3240" y="1"/>
                  </a:cubicBezTo>
                  <a:cubicBezTo>
                    <a:pt x="3209" y="1"/>
                    <a:pt x="3179" y="6"/>
                    <a:pt x="3151" y="17"/>
                  </a:cubicBezTo>
                  <a:cubicBezTo>
                    <a:pt x="2679" y="206"/>
                    <a:pt x="2143" y="238"/>
                    <a:pt x="1828" y="238"/>
                  </a:cubicBezTo>
                  <a:cubicBezTo>
                    <a:pt x="1482" y="238"/>
                    <a:pt x="1009" y="206"/>
                    <a:pt x="537" y="17"/>
                  </a:cubicBezTo>
                  <a:cubicBezTo>
                    <a:pt x="503" y="6"/>
                    <a:pt x="470" y="1"/>
                    <a:pt x="4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88" name="Google Shape;13788;p142"/>
          <p:cNvSpPr/>
          <p:nvPr/>
        </p:nvSpPr>
        <p:spPr>
          <a:xfrm>
            <a:off x="4344952" y="3444762"/>
            <a:ext cx="475125" cy="475086"/>
          </a:xfrm>
          <a:custGeom>
            <a:avLst/>
            <a:gdLst/>
            <a:ahLst/>
            <a:cxnLst/>
            <a:rect l="l" t="t" r="r" b="b"/>
            <a:pathLst>
              <a:path w="12225" h="12224" extrusionOk="0">
                <a:moveTo>
                  <a:pt x="6522" y="1638"/>
                </a:moveTo>
                <a:lnTo>
                  <a:pt x="9074" y="2678"/>
                </a:lnTo>
                <a:lnTo>
                  <a:pt x="8507" y="3245"/>
                </a:lnTo>
                <a:lnTo>
                  <a:pt x="6522" y="2426"/>
                </a:lnTo>
                <a:lnTo>
                  <a:pt x="6522" y="1638"/>
                </a:lnTo>
                <a:close/>
                <a:moveTo>
                  <a:pt x="5766" y="1670"/>
                </a:moveTo>
                <a:lnTo>
                  <a:pt x="5766" y="2457"/>
                </a:lnTo>
                <a:lnTo>
                  <a:pt x="3750" y="3277"/>
                </a:lnTo>
                <a:lnTo>
                  <a:pt x="3214" y="2741"/>
                </a:lnTo>
                <a:lnTo>
                  <a:pt x="5766" y="1670"/>
                </a:lnTo>
                <a:close/>
                <a:moveTo>
                  <a:pt x="5766" y="3214"/>
                </a:moveTo>
                <a:lnTo>
                  <a:pt x="5766" y="4001"/>
                </a:lnTo>
                <a:lnTo>
                  <a:pt x="4821" y="4348"/>
                </a:lnTo>
                <a:lnTo>
                  <a:pt x="4254" y="3781"/>
                </a:lnTo>
                <a:lnTo>
                  <a:pt x="5766" y="3214"/>
                </a:lnTo>
                <a:close/>
                <a:moveTo>
                  <a:pt x="6459" y="3214"/>
                </a:moveTo>
                <a:lnTo>
                  <a:pt x="7972" y="3781"/>
                </a:lnTo>
                <a:lnTo>
                  <a:pt x="7404" y="4348"/>
                </a:lnTo>
                <a:lnTo>
                  <a:pt x="6459" y="4001"/>
                </a:lnTo>
                <a:lnTo>
                  <a:pt x="6459" y="3214"/>
                </a:lnTo>
                <a:close/>
                <a:moveTo>
                  <a:pt x="5766" y="4726"/>
                </a:moveTo>
                <a:lnTo>
                  <a:pt x="5766" y="5293"/>
                </a:lnTo>
                <a:lnTo>
                  <a:pt x="5357" y="4883"/>
                </a:lnTo>
                <a:lnTo>
                  <a:pt x="5766" y="4726"/>
                </a:lnTo>
                <a:close/>
                <a:moveTo>
                  <a:pt x="6459" y="4726"/>
                </a:moveTo>
                <a:lnTo>
                  <a:pt x="6869" y="4883"/>
                </a:lnTo>
                <a:lnTo>
                  <a:pt x="6459" y="5293"/>
                </a:lnTo>
                <a:lnTo>
                  <a:pt x="6459" y="4726"/>
                </a:lnTo>
                <a:close/>
                <a:moveTo>
                  <a:pt x="2679" y="3214"/>
                </a:moveTo>
                <a:lnTo>
                  <a:pt x="3246" y="3749"/>
                </a:lnTo>
                <a:lnTo>
                  <a:pt x="2427" y="5765"/>
                </a:lnTo>
                <a:lnTo>
                  <a:pt x="1639" y="5765"/>
                </a:lnTo>
                <a:lnTo>
                  <a:pt x="2679" y="3214"/>
                </a:lnTo>
                <a:close/>
                <a:moveTo>
                  <a:pt x="4853" y="5356"/>
                </a:moveTo>
                <a:lnTo>
                  <a:pt x="5262" y="5765"/>
                </a:lnTo>
                <a:lnTo>
                  <a:pt x="4695" y="5765"/>
                </a:lnTo>
                <a:lnTo>
                  <a:pt x="4853" y="5356"/>
                </a:lnTo>
                <a:close/>
                <a:moveTo>
                  <a:pt x="7373" y="5356"/>
                </a:moveTo>
                <a:lnTo>
                  <a:pt x="7531" y="5765"/>
                </a:lnTo>
                <a:lnTo>
                  <a:pt x="6995" y="5765"/>
                </a:lnTo>
                <a:lnTo>
                  <a:pt x="7373" y="5356"/>
                </a:lnTo>
                <a:close/>
                <a:moveTo>
                  <a:pt x="8476" y="4253"/>
                </a:moveTo>
                <a:lnTo>
                  <a:pt x="9074" y="5765"/>
                </a:lnTo>
                <a:lnTo>
                  <a:pt x="8287" y="5765"/>
                </a:lnTo>
                <a:lnTo>
                  <a:pt x="7940" y="4820"/>
                </a:lnTo>
                <a:lnTo>
                  <a:pt x="8476" y="4253"/>
                </a:lnTo>
                <a:close/>
                <a:moveTo>
                  <a:pt x="9547" y="3214"/>
                </a:moveTo>
                <a:lnTo>
                  <a:pt x="10618" y="5765"/>
                </a:lnTo>
                <a:lnTo>
                  <a:pt x="9830" y="5765"/>
                </a:lnTo>
                <a:lnTo>
                  <a:pt x="8980" y="3749"/>
                </a:lnTo>
                <a:lnTo>
                  <a:pt x="9547" y="3214"/>
                </a:lnTo>
                <a:close/>
                <a:moveTo>
                  <a:pt x="3781" y="4316"/>
                </a:moveTo>
                <a:lnTo>
                  <a:pt x="4348" y="4852"/>
                </a:lnTo>
                <a:lnTo>
                  <a:pt x="4002" y="5797"/>
                </a:lnTo>
                <a:lnTo>
                  <a:pt x="3214" y="5797"/>
                </a:lnTo>
                <a:lnTo>
                  <a:pt x="3781" y="4316"/>
                </a:lnTo>
                <a:close/>
                <a:moveTo>
                  <a:pt x="5262" y="6522"/>
                </a:moveTo>
                <a:lnTo>
                  <a:pt x="4853" y="6900"/>
                </a:lnTo>
                <a:lnTo>
                  <a:pt x="4695" y="6522"/>
                </a:lnTo>
                <a:close/>
                <a:moveTo>
                  <a:pt x="7531" y="6522"/>
                </a:moveTo>
                <a:lnTo>
                  <a:pt x="7373" y="6900"/>
                </a:lnTo>
                <a:lnTo>
                  <a:pt x="6995" y="6522"/>
                </a:lnTo>
                <a:close/>
                <a:moveTo>
                  <a:pt x="5766" y="6994"/>
                </a:moveTo>
                <a:lnTo>
                  <a:pt x="5766" y="7530"/>
                </a:lnTo>
                <a:lnTo>
                  <a:pt x="5357" y="7372"/>
                </a:lnTo>
                <a:lnTo>
                  <a:pt x="5766" y="6994"/>
                </a:lnTo>
                <a:close/>
                <a:moveTo>
                  <a:pt x="6459" y="6994"/>
                </a:moveTo>
                <a:lnTo>
                  <a:pt x="6869" y="7372"/>
                </a:lnTo>
                <a:lnTo>
                  <a:pt x="6459" y="7530"/>
                </a:lnTo>
                <a:lnTo>
                  <a:pt x="6459" y="6994"/>
                </a:lnTo>
                <a:close/>
                <a:moveTo>
                  <a:pt x="9074" y="6459"/>
                </a:moveTo>
                <a:lnTo>
                  <a:pt x="8476" y="7971"/>
                </a:lnTo>
                <a:lnTo>
                  <a:pt x="7940" y="7404"/>
                </a:lnTo>
                <a:lnTo>
                  <a:pt x="8287" y="6459"/>
                </a:lnTo>
                <a:close/>
                <a:moveTo>
                  <a:pt x="3939" y="6522"/>
                </a:moveTo>
                <a:lnTo>
                  <a:pt x="4317" y="7467"/>
                </a:lnTo>
                <a:lnTo>
                  <a:pt x="3750" y="8002"/>
                </a:lnTo>
                <a:lnTo>
                  <a:pt x="3151" y="6522"/>
                </a:lnTo>
                <a:close/>
                <a:moveTo>
                  <a:pt x="2458" y="6522"/>
                </a:moveTo>
                <a:lnTo>
                  <a:pt x="3277" y="8506"/>
                </a:lnTo>
                <a:lnTo>
                  <a:pt x="2742" y="9073"/>
                </a:lnTo>
                <a:lnTo>
                  <a:pt x="1671" y="6522"/>
                </a:lnTo>
                <a:close/>
                <a:moveTo>
                  <a:pt x="4853" y="7939"/>
                </a:moveTo>
                <a:lnTo>
                  <a:pt x="5798" y="8286"/>
                </a:lnTo>
                <a:lnTo>
                  <a:pt x="5798" y="9073"/>
                </a:lnTo>
                <a:lnTo>
                  <a:pt x="4317" y="8475"/>
                </a:lnTo>
                <a:lnTo>
                  <a:pt x="4853" y="7939"/>
                </a:lnTo>
                <a:close/>
                <a:moveTo>
                  <a:pt x="7404" y="7939"/>
                </a:moveTo>
                <a:lnTo>
                  <a:pt x="7972" y="8475"/>
                </a:lnTo>
                <a:lnTo>
                  <a:pt x="6491" y="9073"/>
                </a:lnTo>
                <a:lnTo>
                  <a:pt x="6491" y="8286"/>
                </a:lnTo>
                <a:lnTo>
                  <a:pt x="6459" y="8286"/>
                </a:lnTo>
                <a:lnTo>
                  <a:pt x="7404" y="7939"/>
                </a:lnTo>
                <a:close/>
                <a:moveTo>
                  <a:pt x="10649" y="6522"/>
                </a:moveTo>
                <a:lnTo>
                  <a:pt x="9578" y="9073"/>
                </a:lnTo>
                <a:lnTo>
                  <a:pt x="9043" y="8506"/>
                </a:lnTo>
                <a:lnTo>
                  <a:pt x="9862" y="6522"/>
                </a:lnTo>
                <a:close/>
                <a:moveTo>
                  <a:pt x="8476" y="8979"/>
                </a:moveTo>
                <a:lnTo>
                  <a:pt x="9043" y="9546"/>
                </a:lnTo>
                <a:lnTo>
                  <a:pt x="6459" y="10617"/>
                </a:lnTo>
                <a:lnTo>
                  <a:pt x="6459" y="9830"/>
                </a:lnTo>
                <a:lnTo>
                  <a:pt x="8476" y="8979"/>
                </a:lnTo>
                <a:close/>
                <a:moveTo>
                  <a:pt x="3750" y="9042"/>
                </a:moveTo>
                <a:lnTo>
                  <a:pt x="5766" y="9861"/>
                </a:lnTo>
                <a:lnTo>
                  <a:pt x="5766" y="10649"/>
                </a:lnTo>
                <a:lnTo>
                  <a:pt x="3214" y="9578"/>
                </a:lnTo>
                <a:lnTo>
                  <a:pt x="3750" y="9042"/>
                </a:lnTo>
                <a:close/>
                <a:moveTo>
                  <a:pt x="6113" y="0"/>
                </a:moveTo>
                <a:cubicBezTo>
                  <a:pt x="5924" y="0"/>
                  <a:pt x="5766" y="158"/>
                  <a:pt x="5766" y="347"/>
                </a:cubicBezTo>
                <a:lnTo>
                  <a:pt x="5766" y="882"/>
                </a:lnTo>
                <a:lnTo>
                  <a:pt x="2647" y="2142"/>
                </a:lnTo>
                <a:lnTo>
                  <a:pt x="2332" y="1827"/>
                </a:lnTo>
                <a:cubicBezTo>
                  <a:pt x="2253" y="1749"/>
                  <a:pt x="2167" y="1709"/>
                  <a:pt x="2080" y="1709"/>
                </a:cubicBezTo>
                <a:cubicBezTo>
                  <a:pt x="1994" y="1709"/>
                  <a:pt x="1907" y="1749"/>
                  <a:pt x="1828" y="1827"/>
                </a:cubicBezTo>
                <a:cubicBezTo>
                  <a:pt x="1671" y="1985"/>
                  <a:pt x="1671" y="2174"/>
                  <a:pt x="1828" y="2331"/>
                </a:cubicBezTo>
                <a:lnTo>
                  <a:pt x="2143" y="2647"/>
                </a:lnTo>
                <a:lnTo>
                  <a:pt x="883" y="5765"/>
                </a:lnTo>
                <a:lnTo>
                  <a:pt x="379" y="5765"/>
                </a:lnTo>
                <a:cubicBezTo>
                  <a:pt x="158" y="5765"/>
                  <a:pt x="1" y="5923"/>
                  <a:pt x="1" y="6112"/>
                </a:cubicBezTo>
                <a:cubicBezTo>
                  <a:pt x="1" y="6301"/>
                  <a:pt x="158" y="6459"/>
                  <a:pt x="379" y="6459"/>
                </a:cubicBezTo>
                <a:lnTo>
                  <a:pt x="883" y="6459"/>
                </a:lnTo>
                <a:lnTo>
                  <a:pt x="2143" y="9578"/>
                </a:lnTo>
                <a:lnTo>
                  <a:pt x="1828" y="9893"/>
                </a:lnTo>
                <a:cubicBezTo>
                  <a:pt x="1671" y="10050"/>
                  <a:pt x="1671" y="10239"/>
                  <a:pt x="1828" y="10397"/>
                </a:cubicBezTo>
                <a:cubicBezTo>
                  <a:pt x="1907" y="10475"/>
                  <a:pt x="1994" y="10515"/>
                  <a:pt x="2080" y="10515"/>
                </a:cubicBezTo>
                <a:cubicBezTo>
                  <a:pt x="2167" y="10515"/>
                  <a:pt x="2253" y="10475"/>
                  <a:pt x="2332" y="10397"/>
                </a:cubicBezTo>
                <a:lnTo>
                  <a:pt x="2647" y="10082"/>
                </a:lnTo>
                <a:lnTo>
                  <a:pt x="5766" y="11342"/>
                </a:lnTo>
                <a:lnTo>
                  <a:pt x="5766" y="11877"/>
                </a:lnTo>
                <a:cubicBezTo>
                  <a:pt x="5766" y="12066"/>
                  <a:pt x="5924" y="12224"/>
                  <a:pt x="6113" y="12224"/>
                </a:cubicBezTo>
                <a:cubicBezTo>
                  <a:pt x="6302" y="12224"/>
                  <a:pt x="6459" y="12066"/>
                  <a:pt x="6459" y="11877"/>
                </a:cubicBezTo>
                <a:lnTo>
                  <a:pt x="6459" y="11405"/>
                </a:lnTo>
                <a:lnTo>
                  <a:pt x="9578" y="10145"/>
                </a:lnTo>
                <a:lnTo>
                  <a:pt x="9893" y="10460"/>
                </a:lnTo>
                <a:cubicBezTo>
                  <a:pt x="9972" y="10538"/>
                  <a:pt x="10067" y="10578"/>
                  <a:pt x="10157" y="10578"/>
                </a:cubicBezTo>
                <a:cubicBezTo>
                  <a:pt x="10248" y="10578"/>
                  <a:pt x="10334" y="10538"/>
                  <a:pt x="10397" y="10460"/>
                </a:cubicBezTo>
                <a:cubicBezTo>
                  <a:pt x="10555" y="10302"/>
                  <a:pt x="10555" y="10082"/>
                  <a:pt x="10397" y="9924"/>
                </a:cubicBezTo>
                <a:lnTo>
                  <a:pt x="10082" y="9609"/>
                </a:lnTo>
                <a:lnTo>
                  <a:pt x="11343" y="6522"/>
                </a:lnTo>
                <a:lnTo>
                  <a:pt x="11878" y="6522"/>
                </a:lnTo>
                <a:cubicBezTo>
                  <a:pt x="12067" y="6522"/>
                  <a:pt x="12225" y="6364"/>
                  <a:pt x="12225" y="6144"/>
                </a:cubicBezTo>
                <a:cubicBezTo>
                  <a:pt x="12225" y="5955"/>
                  <a:pt x="12067" y="5765"/>
                  <a:pt x="11878" y="5765"/>
                </a:cubicBezTo>
                <a:lnTo>
                  <a:pt x="11343" y="5765"/>
                </a:lnTo>
                <a:lnTo>
                  <a:pt x="10082" y="2647"/>
                </a:lnTo>
                <a:lnTo>
                  <a:pt x="10397" y="2331"/>
                </a:lnTo>
                <a:cubicBezTo>
                  <a:pt x="10555" y="2174"/>
                  <a:pt x="10555" y="1985"/>
                  <a:pt x="10397" y="1827"/>
                </a:cubicBezTo>
                <a:cubicBezTo>
                  <a:pt x="10319" y="1749"/>
                  <a:pt x="10232" y="1709"/>
                  <a:pt x="10145" y="1709"/>
                </a:cubicBezTo>
                <a:cubicBezTo>
                  <a:pt x="10059" y="1709"/>
                  <a:pt x="9972" y="1749"/>
                  <a:pt x="9893" y="1827"/>
                </a:cubicBezTo>
                <a:lnTo>
                  <a:pt x="9578" y="2142"/>
                </a:lnTo>
                <a:lnTo>
                  <a:pt x="6459" y="882"/>
                </a:lnTo>
                <a:lnTo>
                  <a:pt x="6459" y="347"/>
                </a:lnTo>
                <a:cubicBezTo>
                  <a:pt x="6459" y="158"/>
                  <a:pt x="6302" y="0"/>
                  <a:pt x="611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9" name="Google Shape;13789;p142"/>
          <p:cNvSpPr/>
          <p:nvPr/>
        </p:nvSpPr>
        <p:spPr>
          <a:xfrm>
            <a:off x="6718741" y="3444898"/>
            <a:ext cx="391876" cy="474814"/>
          </a:xfrm>
          <a:custGeom>
            <a:avLst/>
            <a:gdLst/>
            <a:ahLst/>
            <a:cxnLst/>
            <a:rect l="l" t="t" r="r" b="b"/>
            <a:pathLst>
              <a:path w="10083" h="12217" extrusionOk="0">
                <a:moveTo>
                  <a:pt x="5356" y="1001"/>
                </a:moveTo>
                <a:cubicBezTo>
                  <a:pt x="5577" y="1316"/>
                  <a:pt x="5734" y="1694"/>
                  <a:pt x="5734" y="2104"/>
                </a:cubicBezTo>
                <a:cubicBezTo>
                  <a:pt x="5734" y="2135"/>
                  <a:pt x="5734" y="2198"/>
                  <a:pt x="5766" y="2261"/>
                </a:cubicBezTo>
                <a:cubicBezTo>
                  <a:pt x="5624" y="2230"/>
                  <a:pt x="5498" y="2214"/>
                  <a:pt x="5372" y="2214"/>
                </a:cubicBezTo>
                <a:cubicBezTo>
                  <a:pt x="5246" y="2214"/>
                  <a:pt x="5120" y="2230"/>
                  <a:pt x="4978" y="2261"/>
                </a:cubicBezTo>
                <a:cubicBezTo>
                  <a:pt x="5010" y="2198"/>
                  <a:pt x="5010" y="2135"/>
                  <a:pt x="5010" y="2104"/>
                </a:cubicBezTo>
                <a:cubicBezTo>
                  <a:pt x="5041" y="1663"/>
                  <a:pt x="5167" y="1316"/>
                  <a:pt x="5356" y="1001"/>
                </a:cubicBezTo>
                <a:close/>
                <a:moveTo>
                  <a:pt x="3529" y="1474"/>
                </a:moveTo>
                <a:cubicBezTo>
                  <a:pt x="3876" y="1631"/>
                  <a:pt x="4159" y="1883"/>
                  <a:pt x="4380" y="2261"/>
                </a:cubicBezTo>
                <a:lnTo>
                  <a:pt x="4506" y="2356"/>
                </a:lnTo>
                <a:cubicBezTo>
                  <a:pt x="4254" y="2450"/>
                  <a:pt x="4033" y="2608"/>
                  <a:pt x="3844" y="2765"/>
                </a:cubicBezTo>
                <a:cubicBezTo>
                  <a:pt x="3844" y="2734"/>
                  <a:pt x="3844" y="2639"/>
                  <a:pt x="3781" y="2608"/>
                </a:cubicBezTo>
                <a:cubicBezTo>
                  <a:pt x="3592" y="2261"/>
                  <a:pt x="3529" y="1852"/>
                  <a:pt x="3529" y="1474"/>
                </a:cubicBezTo>
                <a:close/>
                <a:moveTo>
                  <a:pt x="7247" y="1474"/>
                </a:moveTo>
                <a:lnTo>
                  <a:pt x="7247" y="1474"/>
                </a:lnTo>
                <a:cubicBezTo>
                  <a:pt x="7310" y="1852"/>
                  <a:pt x="7215" y="2261"/>
                  <a:pt x="7026" y="2608"/>
                </a:cubicBezTo>
                <a:cubicBezTo>
                  <a:pt x="6995" y="2639"/>
                  <a:pt x="6995" y="2734"/>
                  <a:pt x="6995" y="2765"/>
                </a:cubicBezTo>
                <a:cubicBezTo>
                  <a:pt x="6806" y="2608"/>
                  <a:pt x="6554" y="2450"/>
                  <a:pt x="6301" y="2356"/>
                </a:cubicBezTo>
                <a:cubicBezTo>
                  <a:pt x="6301" y="2324"/>
                  <a:pt x="6364" y="2293"/>
                  <a:pt x="6396" y="2261"/>
                </a:cubicBezTo>
                <a:cubicBezTo>
                  <a:pt x="6585" y="1883"/>
                  <a:pt x="6900" y="1663"/>
                  <a:pt x="7247" y="1474"/>
                </a:cubicBezTo>
                <a:close/>
                <a:moveTo>
                  <a:pt x="2143" y="2797"/>
                </a:moveTo>
                <a:cubicBezTo>
                  <a:pt x="2521" y="2797"/>
                  <a:pt x="2930" y="2891"/>
                  <a:pt x="3277" y="3080"/>
                </a:cubicBezTo>
                <a:cubicBezTo>
                  <a:pt x="3309" y="3112"/>
                  <a:pt x="3403" y="3112"/>
                  <a:pt x="3435" y="3112"/>
                </a:cubicBezTo>
                <a:cubicBezTo>
                  <a:pt x="3277" y="3301"/>
                  <a:pt x="3119" y="3553"/>
                  <a:pt x="3056" y="3773"/>
                </a:cubicBezTo>
                <a:lnTo>
                  <a:pt x="2930" y="3647"/>
                </a:lnTo>
                <a:cubicBezTo>
                  <a:pt x="2584" y="3458"/>
                  <a:pt x="2332" y="3143"/>
                  <a:pt x="2143" y="2797"/>
                </a:cubicBezTo>
                <a:close/>
                <a:moveTo>
                  <a:pt x="8487" y="2822"/>
                </a:moveTo>
                <a:cubicBezTo>
                  <a:pt x="8536" y="2822"/>
                  <a:pt x="8585" y="2824"/>
                  <a:pt x="8633" y="2828"/>
                </a:cubicBezTo>
                <a:cubicBezTo>
                  <a:pt x="8475" y="3206"/>
                  <a:pt x="8192" y="3458"/>
                  <a:pt x="7845" y="3710"/>
                </a:cubicBezTo>
                <a:lnTo>
                  <a:pt x="7719" y="3836"/>
                </a:lnTo>
                <a:cubicBezTo>
                  <a:pt x="7656" y="3584"/>
                  <a:pt x="7499" y="3364"/>
                  <a:pt x="7341" y="3143"/>
                </a:cubicBezTo>
                <a:cubicBezTo>
                  <a:pt x="7373" y="3112"/>
                  <a:pt x="7404" y="3112"/>
                  <a:pt x="7499" y="3080"/>
                </a:cubicBezTo>
                <a:cubicBezTo>
                  <a:pt x="7801" y="2915"/>
                  <a:pt x="8152" y="2822"/>
                  <a:pt x="8487" y="2822"/>
                </a:cubicBezTo>
                <a:close/>
                <a:moveTo>
                  <a:pt x="2930" y="4309"/>
                </a:moveTo>
                <a:lnTo>
                  <a:pt x="2930" y="4309"/>
                </a:lnTo>
                <a:cubicBezTo>
                  <a:pt x="2899" y="4561"/>
                  <a:pt x="2899" y="4813"/>
                  <a:pt x="2930" y="5097"/>
                </a:cubicBezTo>
                <a:cubicBezTo>
                  <a:pt x="2899" y="5034"/>
                  <a:pt x="2804" y="5034"/>
                  <a:pt x="2773" y="5034"/>
                </a:cubicBezTo>
                <a:cubicBezTo>
                  <a:pt x="2363" y="5034"/>
                  <a:pt x="1985" y="4939"/>
                  <a:pt x="1670" y="4687"/>
                </a:cubicBezTo>
                <a:cubicBezTo>
                  <a:pt x="1985" y="4498"/>
                  <a:pt x="2363" y="4341"/>
                  <a:pt x="2773" y="4341"/>
                </a:cubicBezTo>
                <a:cubicBezTo>
                  <a:pt x="2804" y="4341"/>
                  <a:pt x="2899" y="4341"/>
                  <a:pt x="2930" y="4309"/>
                </a:cubicBezTo>
                <a:close/>
                <a:moveTo>
                  <a:pt x="7845" y="4309"/>
                </a:moveTo>
                <a:cubicBezTo>
                  <a:pt x="7877" y="4341"/>
                  <a:pt x="7971" y="4341"/>
                  <a:pt x="8003" y="4341"/>
                </a:cubicBezTo>
                <a:cubicBezTo>
                  <a:pt x="8412" y="4372"/>
                  <a:pt x="8790" y="4498"/>
                  <a:pt x="9105" y="4687"/>
                </a:cubicBezTo>
                <a:cubicBezTo>
                  <a:pt x="8790" y="4876"/>
                  <a:pt x="8412" y="5034"/>
                  <a:pt x="8003" y="5034"/>
                </a:cubicBezTo>
                <a:cubicBezTo>
                  <a:pt x="7971" y="5034"/>
                  <a:pt x="7877" y="5034"/>
                  <a:pt x="7845" y="5097"/>
                </a:cubicBezTo>
                <a:cubicBezTo>
                  <a:pt x="7877" y="4813"/>
                  <a:pt x="7877" y="4561"/>
                  <a:pt x="7845" y="4309"/>
                </a:cubicBezTo>
                <a:close/>
                <a:moveTo>
                  <a:pt x="5356" y="2923"/>
                </a:moveTo>
                <a:cubicBezTo>
                  <a:pt x="6364" y="2923"/>
                  <a:pt x="7152" y="3710"/>
                  <a:pt x="7152" y="4687"/>
                </a:cubicBezTo>
                <a:cubicBezTo>
                  <a:pt x="7152" y="5664"/>
                  <a:pt x="6364" y="6451"/>
                  <a:pt x="5356" y="6451"/>
                </a:cubicBezTo>
                <a:cubicBezTo>
                  <a:pt x="4380" y="6451"/>
                  <a:pt x="3592" y="5664"/>
                  <a:pt x="3592" y="4687"/>
                </a:cubicBezTo>
                <a:cubicBezTo>
                  <a:pt x="3592" y="3710"/>
                  <a:pt x="4380" y="2923"/>
                  <a:pt x="5356" y="2923"/>
                </a:cubicBezTo>
                <a:close/>
                <a:moveTo>
                  <a:pt x="3056" y="5601"/>
                </a:moveTo>
                <a:cubicBezTo>
                  <a:pt x="3119" y="5821"/>
                  <a:pt x="3277" y="6073"/>
                  <a:pt x="3435" y="6262"/>
                </a:cubicBezTo>
                <a:cubicBezTo>
                  <a:pt x="3403" y="6262"/>
                  <a:pt x="3309" y="6262"/>
                  <a:pt x="3277" y="6294"/>
                </a:cubicBezTo>
                <a:cubicBezTo>
                  <a:pt x="2985" y="6479"/>
                  <a:pt x="2649" y="6554"/>
                  <a:pt x="2324" y="6554"/>
                </a:cubicBezTo>
                <a:cubicBezTo>
                  <a:pt x="2263" y="6554"/>
                  <a:pt x="2203" y="6551"/>
                  <a:pt x="2143" y="6546"/>
                </a:cubicBezTo>
                <a:cubicBezTo>
                  <a:pt x="2300" y="6199"/>
                  <a:pt x="2584" y="5916"/>
                  <a:pt x="2930" y="5664"/>
                </a:cubicBezTo>
                <a:cubicBezTo>
                  <a:pt x="2962" y="5664"/>
                  <a:pt x="2993" y="5632"/>
                  <a:pt x="3056" y="5601"/>
                </a:cubicBezTo>
                <a:close/>
                <a:moveTo>
                  <a:pt x="7719" y="5601"/>
                </a:moveTo>
                <a:lnTo>
                  <a:pt x="7845" y="5727"/>
                </a:lnTo>
                <a:cubicBezTo>
                  <a:pt x="8192" y="5916"/>
                  <a:pt x="8444" y="6231"/>
                  <a:pt x="8633" y="6577"/>
                </a:cubicBezTo>
                <a:cubicBezTo>
                  <a:pt x="8571" y="6583"/>
                  <a:pt x="8509" y="6585"/>
                  <a:pt x="8447" y="6585"/>
                </a:cubicBezTo>
                <a:cubicBezTo>
                  <a:pt x="8124" y="6585"/>
                  <a:pt x="7789" y="6515"/>
                  <a:pt x="7499" y="6357"/>
                </a:cubicBezTo>
                <a:cubicBezTo>
                  <a:pt x="7467" y="6294"/>
                  <a:pt x="7373" y="6294"/>
                  <a:pt x="7341" y="6294"/>
                </a:cubicBezTo>
                <a:cubicBezTo>
                  <a:pt x="7499" y="6073"/>
                  <a:pt x="7625" y="5821"/>
                  <a:pt x="7719" y="5601"/>
                </a:cubicBezTo>
                <a:close/>
                <a:moveTo>
                  <a:pt x="3781" y="6609"/>
                </a:moveTo>
                <a:cubicBezTo>
                  <a:pt x="4002" y="6766"/>
                  <a:pt x="4222" y="6924"/>
                  <a:pt x="4474" y="7018"/>
                </a:cubicBezTo>
                <a:lnTo>
                  <a:pt x="4348" y="7144"/>
                </a:lnTo>
                <a:cubicBezTo>
                  <a:pt x="4159" y="7491"/>
                  <a:pt x="3844" y="7712"/>
                  <a:pt x="3466" y="7932"/>
                </a:cubicBezTo>
                <a:cubicBezTo>
                  <a:pt x="3529" y="7523"/>
                  <a:pt x="3592" y="7144"/>
                  <a:pt x="3750" y="6766"/>
                </a:cubicBezTo>
                <a:cubicBezTo>
                  <a:pt x="3781" y="6735"/>
                  <a:pt x="3781" y="6672"/>
                  <a:pt x="3781" y="6609"/>
                </a:cubicBezTo>
                <a:close/>
                <a:moveTo>
                  <a:pt x="6932" y="6609"/>
                </a:moveTo>
                <a:cubicBezTo>
                  <a:pt x="6932" y="6672"/>
                  <a:pt x="6932" y="6735"/>
                  <a:pt x="6995" y="6766"/>
                </a:cubicBezTo>
                <a:cubicBezTo>
                  <a:pt x="7184" y="7144"/>
                  <a:pt x="7247" y="7523"/>
                  <a:pt x="7215" y="7932"/>
                </a:cubicBezTo>
                <a:cubicBezTo>
                  <a:pt x="6869" y="7775"/>
                  <a:pt x="6585" y="7491"/>
                  <a:pt x="6364" y="7144"/>
                </a:cubicBezTo>
                <a:lnTo>
                  <a:pt x="6238" y="7018"/>
                </a:lnTo>
                <a:cubicBezTo>
                  <a:pt x="6522" y="6924"/>
                  <a:pt x="6743" y="6829"/>
                  <a:pt x="6932" y="6609"/>
                </a:cubicBezTo>
                <a:close/>
                <a:moveTo>
                  <a:pt x="5766" y="7176"/>
                </a:moveTo>
                <a:cubicBezTo>
                  <a:pt x="5766" y="7207"/>
                  <a:pt x="5734" y="7239"/>
                  <a:pt x="5734" y="7334"/>
                </a:cubicBezTo>
                <a:cubicBezTo>
                  <a:pt x="5734" y="7712"/>
                  <a:pt x="5608" y="8121"/>
                  <a:pt x="5356" y="8436"/>
                </a:cubicBezTo>
                <a:cubicBezTo>
                  <a:pt x="5167" y="8121"/>
                  <a:pt x="5010" y="7712"/>
                  <a:pt x="5010" y="7334"/>
                </a:cubicBezTo>
                <a:cubicBezTo>
                  <a:pt x="5010" y="7302"/>
                  <a:pt x="5010" y="7207"/>
                  <a:pt x="4978" y="7176"/>
                </a:cubicBezTo>
                <a:lnTo>
                  <a:pt x="4978" y="7176"/>
                </a:lnTo>
                <a:cubicBezTo>
                  <a:pt x="5120" y="7192"/>
                  <a:pt x="5246" y="7200"/>
                  <a:pt x="5372" y="7200"/>
                </a:cubicBezTo>
                <a:cubicBezTo>
                  <a:pt x="5498" y="7200"/>
                  <a:pt x="5624" y="7192"/>
                  <a:pt x="5766" y="7176"/>
                </a:cubicBezTo>
                <a:close/>
                <a:moveTo>
                  <a:pt x="7971" y="7460"/>
                </a:moveTo>
                <a:cubicBezTo>
                  <a:pt x="8790" y="7869"/>
                  <a:pt x="9357" y="8751"/>
                  <a:pt x="9357" y="9728"/>
                </a:cubicBezTo>
                <a:lnTo>
                  <a:pt x="9357" y="10295"/>
                </a:lnTo>
                <a:lnTo>
                  <a:pt x="8538" y="9444"/>
                </a:lnTo>
                <a:cubicBezTo>
                  <a:pt x="8460" y="9366"/>
                  <a:pt x="8365" y="9326"/>
                  <a:pt x="8271" y="9326"/>
                </a:cubicBezTo>
                <a:cubicBezTo>
                  <a:pt x="8176" y="9326"/>
                  <a:pt x="8082" y="9366"/>
                  <a:pt x="8003" y="9444"/>
                </a:cubicBezTo>
                <a:cubicBezTo>
                  <a:pt x="7845" y="9602"/>
                  <a:pt x="7845" y="9822"/>
                  <a:pt x="8003" y="9980"/>
                </a:cubicBezTo>
                <a:lnTo>
                  <a:pt x="8853" y="10799"/>
                </a:lnTo>
                <a:lnTo>
                  <a:pt x="8286" y="10799"/>
                </a:lnTo>
                <a:cubicBezTo>
                  <a:pt x="7152" y="10799"/>
                  <a:pt x="6144" y="10043"/>
                  <a:pt x="5829" y="8972"/>
                </a:cubicBezTo>
                <a:cubicBezTo>
                  <a:pt x="6049" y="8751"/>
                  <a:pt x="6207" y="8436"/>
                  <a:pt x="6301" y="8121"/>
                </a:cubicBezTo>
                <a:cubicBezTo>
                  <a:pt x="6617" y="8405"/>
                  <a:pt x="7026" y="8625"/>
                  <a:pt x="7467" y="8720"/>
                </a:cubicBezTo>
                <a:cubicBezTo>
                  <a:pt x="7487" y="8723"/>
                  <a:pt x="7507" y="8725"/>
                  <a:pt x="7526" y="8725"/>
                </a:cubicBezTo>
                <a:cubicBezTo>
                  <a:pt x="7694" y="8725"/>
                  <a:pt x="7849" y="8609"/>
                  <a:pt x="7877" y="8468"/>
                </a:cubicBezTo>
                <a:cubicBezTo>
                  <a:pt x="7971" y="8121"/>
                  <a:pt x="8003" y="7806"/>
                  <a:pt x="7971" y="7460"/>
                </a:cubicBezTo>
                <a:close/>
                <a:moveTo>
                  <a:pt x="2836" y="7365"/>
                </a:moveTo>
                <a:cubicBezTo>
                  <a:pt x="2804" y="7712"/>
                  <a:pt x="2804" y="8121"/>
                  <a:pt x="2930" y="8468"/>
                </a:cubicBezTo>
                <a:cubicBezTo>
                  <a:pt x="2956" y="8623"/>
                  <a:pt x="3089" y="8736"/>
                  <a:pt x="3258" y="8736"/>
                </a:cubicBezTo>
                <a:cubicBezTo>
                  <a:pt x="3294" y="8736"/>
                  <a:pt x="3332" y="8731"/>
                  <a:pt x="3372" y="8720"/>
                </a:cubicBezTo>
                <a:cubicBezTo>
                  <a:pt x="3781" y="8594"/>
                  <a:pt x="4159" y="8373"/>
                  <a:pt x="4506" y="8121"/>
                </a:cubicBezTo>
                <a:cubicBezTo>
                  <a:pt x="4632" y="8436"/>
                  <a:pt x="4789" y="8751"/>
                  <a:pt x="4978" y="8972"/>
                </a:cubicBezTo>
                <a:cubicBezTo>
                  <a:pt x="4569" y="10452"/>
                  <a:pt x="3277" y="11492"/>
                  <a:pt x="1828" y="11492"/>
                </a:cubicBezTo>
                <a:lnTo>
                  <a:pt x="1261" y="11492"/>
                </a:lnTo>
                <a:lnTo>
                  <a:pt x="2804" y="9980"/>
                </a:lnTo>
                <a:cubicBezTo>
                  <a:pt x="2962" y="9822"/>
                  <a:pt x="2962" y="9602"/>
                  <a:pt x="2804" y="9444"/>
                </a:cubicBezTo>
                <a:cubicBezTo>
                  <a:pt x="2726" y="9366"/>
                  <a:pt x="2639" y="9326"/>
                  <a:pt x="2552" y="9326"/>
                </a:cubicBezTo>
                <a:cubicBezTo>
                  <a:pt x="2466" y="9326"/>
                  <a:pt x="2379" y="9366"/>
                  <a:pt x="2300" y="9444"/>
                </a:cubicBezTo>
                <a:lnTo>
                  <a:pt x="757" y="10988"/>
                </a:lnTo>
                <a:lnTo>
                  <a:pt x="757" y="10452"/>
                </a:lnTo>
                <a:cubicBezTo>
                  <a:pt x="757" y="9066"/>
                  <a:pt x="1639" y="7838"/>
                  <a:pt x="2836" y="7365"/>
                </a:cubicBezTo>
                <a:close/>
                <a:moveTo>
                  <a:pt x="5388" y="1"/>
                </a:moveTo>
                <a:cubicBezTo>
                  <a:pt x="5301" y="1"/>
                  <a:pt x="5215" y="40"/>
                  <a:pt x="5136" y="119"/>
                </a:cubicBezTo>
                <a:cubicBezTo>
                  <a:pt x="4821" y="434"/>
                  <a:pt x="4569" y="781"/>
                  <a:pt x="4474" y="1222"/>
                </a:cubicBezTo>
                <a:cubicBezTo>
                  <a:pt x="4159" y="938"/>
                  <a:pt x="3750" y="718"/>
                  <a:pt x="3309" y="623"/>
                </a:cubicBezTo>
                <a:cubicBezTo>
                  <a:pt x="3289" y="620"/>
                  <a:pt x="3269" y="618"/>
                  <a:pt x="3250" y="618"/>
                </a:cubicBezTo>
                <a:cubicBezTo>
                  <a:pt x="3082" y="618"/>
                  <a:pt x="2927" y="734"/>
                  <a:pt x="2899" y="875"/>
                </a:cubicBezTo>
                <a:cubicBezTo>
                  <a:pt x="2773" y="1316"/>
                  <a:pt x="2773" y="1726"/>
                  <a:pt x="2836" y="2135"/>
                </a:cubicBezTo>
                <a:cubicBezTo>
                  <a:pt x="2646" y="2091"/>
                  <a:pt x="2449" y="2068"/>
                  <a:pt x="2252" y="2068"/>
                </a:cubicBezTo>
                <a:cubicBezTo>
                  <a:pt x="2024" y="2068"/>
                  <a:pt x="1795" y="2099"/>
                  <a:pt x="1576" y="2167"/>
                </a:cubicBezTo>
                <a:cubicBezTo>
                  <a:pt x="1513" y="2198"/>
                  <a:pt x="1418" y="2261"/>
                  <a:pt x="1387" y="2324"/>
                </a:cubicBezTo>
                <a:cubicBezTo>
                  <a:pt x="1355" y="2419"/>
                  <a:pt x="1324" y="2513"/>
                  <a:pt x="1355" y="2608"/>
                </a:cubicBezTo>
                <a:cubicBezTo>
                  <a:pt x="1481" y="3049"/>
                  <a:pt x="1670" y="3395"/>
                  <a:pt x="1954" y="3742"/>
                </a:cubicBezTo>
                <a:cubicBezTo>
                  <a:pt x="1544" y="3868"/>
                  <a:pt x="1166" y="4089"/>
                  <a:pt x="851" y="4404"/>
                </a:cubicBezTo>
                <a:cubicBezTo>
                  <a:pt x="694" y="4561"/>
                  <a:pt x="694" y="4782"/>
                  <a:pt x="851" y="4939"/>
                </a:cubicBezTo>
                <a:cubicBezTo>
                  <a:pt x="1166" y="5254"/>
                  <a:pt x="1513" y="5475"/>
                  <a:pt x="1954" y="5601"/>
                </a:cubicBezTo>
                <a:cubicBezTo>
                  <a:pt x="1670" y="5916"/>
                  <a:pt x="1418" y="6294"/>
                  <a:pt x="1355" y="6735"/>
                </a:cubicBezTo>
                <a:cubicBezTo>
                  <a:pt x="1324" y="6924"/>
                  <a:pt x="1418" y="7144"/>
                  <a:pt x="1576" y="7176"/>
                </a:cubicBezTo>
                <a:cubicBezTo>
                  <a:pt x="1639" y="7176"/>
                  <a:pt x="1670" y="7176"/>
                  <a:pt x="1702" y="7207"/>
                </a:cubicBezTo>
                <a:cubicBezTo>
                  <a:pt x="1418" y="7397"/>
                  <a:pt x="1198" y="7649"/>
                  <a:pt x="946" y="7869"/>
                </a:cubicBezTo>
                <a:cubicBezTo>
                  <a:pt x="379" y="8594"/>
                  <a:pt x="0" y="9507"/>
                  <a:pt x="0" y="10452"/>
                </a:cubicBezTo>
                <a:lnTo>
                  <a:pt x="0" y="11870"/>
                </a:lnTo>
                <a:cubicBezTo>
                  <a:pt x="0" y="12028"/>
                  <a:pt x="127" y="12185"/>
                  <a:pt x="284" y="12217"/>
                </a:cubicBezTo>
                <a:lnTo>
                  <a:pt x="1733" y="12217"/>
                </a:lnTo>
                <a:cubicBezTo>
                  <a:pt x="2647" y="12217"/>
                  <a:pt x="3561" y="11870"/>
                  <a:pt x="4254" y="11272"/>
                </a:cubicBezTo>
                <a:cubicBezTo>
                  <a:pt x="4726" y="10862"/>
                  <a:pt x="5104" y="10358"/>
                  <a:pt x="5325" y="9822"/>
                </a:cubicBezTo>
                <a:cubicBezTo>
                  <a:pt x="5892" y="10831"/>
                  <a:pt x="6995" y="11492"/>
                  <a:pt x="8129" y="11492"/>
                </a:cubicBezTo>
                <a:lnTo>
                  <a:pt x="9546" y="11492"/>
                </a:lnTo>
                <a:cubicBezTo>
                  <a:pt x="9862" y="11492"/>
                  <a:pt x="10019" y="11335"/>
                  <a:pt x="10019" y="11146"/>
                </a:cubicBezTo>
                <a:lnTo>
                  <a:pt x="10019" y="9728"/>
                </a:lnTo>
                <a:cubicBezTo>
                  <a:pt x="10019" y="8751"/>
                  <a:pt x="9578" y="7838"/>
                  <a:pt x="8885" y="7239"/>
                </a:cubicBezTo>
                <a:cubicBezTo>
                  <a:pt x="8979" y="7239"/>
                  <a:pt x="9074" y="7207"/>
                  <a:pt x="9200" y="7176"/>
                </a:cubicBezTo>
                <a:cubicBezTo>
                  <a:pt x="9389" y="7144"/>
                  <a:pt x="9515" y="6924"/>
                  <a:pt x="9420" y="6735"/>
                </a:cubicBezTo>
                <a:cubicBezTo>
                  <a:pt x="9294" y="6294"/>
                  <a:pt x="9105" y="5947"/>
                  <a:pt x="8822" y="5601"/>
                </a:cubicBezTo>
                <a:cubicBezTo>
                  <a:pt x="9231" y="5475"/>
                  <a:pt x="9610" y="5254"/>
                  <a:pt x="9925" y="4939"/>
                </a:cubicBezTo>
                <a:cubicBezTo>
                  <a:pt x="10082" y="4782"/>
                  <a:pt x="10082" y="4561"/>
                  <a:pt x="9925" y="4404"/>
                </a:cubicBezTo>
                <a:cubicBezTo>
                  <a:pt x="9610" y="4089"/>
                  <a:pt x="9263" y="3868"/>
                  <a:pt x="8822" y="3742"/>
                </a:cubicBezTo>
                <a:cubicBezTo>
                  <a:pt x="9105" y="3427"/>
                  <a:pt x="9357" y="3049"/>
                  <a:pt x="9420" y="2608"/>
                </a:cubicBezTo>
                <a:cubicBezTo>
                  <a:pt x="9452" y="2419"/>
                  <a:pt x="9357" y="2198"/>
                  <a:pt x="9200" y="2167"/>
                </a:cubicBezTo>
                <a:cubicBezTo>
                  <a:pt x="8964" y="2099"/>
                  <a:pt x="8727" y="2068"/>
                  <a:pt x="8501" y="2068"/>
                </a:cubicBezTo>
                <a:cubicBezTo>
                  <a:pt x="8304" y="2068"/>
                  <a:pt x="8115" y="2091"/>
                  <a:pt x="7940" y="2135"/>
                </a:cubicBezTo>
                <a:cubicBezTo>
                  <a:pt x="8003" y="1694"/>
                  <a:pt x="8003" y="1253"/>
                  <a:pt x="7877" y="875"/>
                </a:cubicBezTo>
                <a:cubicBezTo>
                  <a:pt x="7851" y="719"/>
                  <a:pt x="7718" y="607"/>
                  <a:pt x="7567" y="607"/>
                </a:cubicBezTo>
                <a:cubicBezTo>
                  <a:pt x="7534" y="607"/>
                  <a:pt x="7501" y="612"/>
                  <a:pt x="7467" y="623"/>
                </a:cubicBezTo>
                <a:cubicBezTo>
                  <a:pt x="7026" y="749"/>
                  <a:pt x="6680" y="938"/>
                  <a:pt x="6301" y="1222"/>
                </a:cubicBezTo>
                <a:cubicBezTo>
                  <a:pt x="6207" y="844"/>
                  <a:pt x="5955" y="434"/>
                  <a:pt x="5640" y="119"/>
                </a:cubicBezTo>
                <a:cubicBezTo>
                  <a:pt x="5561" y="40"/>
                  <a:pt x="5474" y="1"/>
                  <a:pt x="538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0" name="Google Shape;13790;p142"/>
          <p:cNvSpPr/>
          <p:nvPr/>
        </p:nvSpPr>
        <p:spPr>
          <a:xfrm>
            <a:off x="5513765" y="3446880"/>
            <a:ext cx="475086" cy="470849"/>
          </a:xfrm>
          <a:custGeom>
            <a:avLst/>
            <a:gdLst/>
            <a:ahLst/>
            <a:cxnLst/>
            <a:rect l="l" t="t" r="r" b="b"/>
            <a:pathLst>
              <a:path w="12224" h="12115" extrusionOk="0">
                <a:moveTo>
                  <a:pt x="3245" y="741"/>
                </a:moveTo>
                <a:cubicBezTo>
                  <a:pt x="3497" y="993"/>
                  <a:pt x="3938" y="1465"/>
                  <a:pt x="3938" y="2033"/>
                </a:cubicBezTo>
                <a:cubicBezTo>
                  <a:pt x="3938" y="2568"/>
                  <a:pt x="3497" y="3104"/>
                  <a:pt x="3245" y="3324"/>
                </a:cubicBezTo>
                <a:cubicBezTo>
                  <a:pt x="2962" y="3041"/>
                  <a:pt x="2520" y="2568"/>
                  <a:pt x="2520" y="2033"/>
                </a:cubicBezTo>
                <a:cubicBezTo>
                  <a:pt x="2520" y="1528"/>
                  <a:pt x="2962" y="993"/>
                  <a:pt x="3245" y="741"/>
                </a:cubicBezTo>
                <a:close/>
                <a:moveTo>
                  <a:pt x="8979" y="741"/>
                </a:moveTo>
                <a:cubicBezTo>
                  <a:pt x="9263" y="993"/>
                  <a:pt x="9704" y="1465"/>
                  <a:pt x="9704" y="2033"/>
                </a:cubicBezTo>
                <a:cubicBezTo>
                  <a:pt x="9704" y="2568"/>
                  <a:pt x="9263" y="3104"/>
                  <a:pt x="8979" y="3324"/>
                </a:cubicBezTo>
                <a:cubicBezTo>
                  <a:pt x="8695" y="3041"/>
                  <a:pt x="8286" y="2568"/>
                  <a:pt x="8286" y="2033"/>
                </a:cubicBezTo>
                <a:cubicBezTo>
                  <a:pt x="8286" y="1528"/>
                  <a:pt x="8758" y="993"/>
                  <a:pt x="8979" y="741"/>
                </a:cubicBezTo>
                <a:close/>
                <a:moveTo>
                  <a:pt x="1827" y="3482"/>
                </a:moveTo>
                <a:cubicBezTo>
                  <a:pt x="2394" y="3482"/>
                  <a:pt x="2899" y="3954"/>
                  <a:pt x="2899" y="4553"/>
                </a:cubicBezTo>
                <a:lnTo>
                  <a:pt x="2899" y="4899"/>
                </a:lnTo>
                <a:lnTo>
                  <a:pt x="2520" y="4899"/>
                </a:lnTo>
                <a:cubicBezTo>
                  <a:pt x="1922" y="4899"/>
                  <a:pt x="1449" y="4427"/>
                  <a:pt x="1449" y="3828"/>
                </a:cubicBezTo>
                <a:lnTo>
                  <a:pt x="1449" y="3482"/>
                </a:lnTo>
                <a:close/>
                <a:moveTo>
                  <a:pt x="5041" y="3482"/>
                </a:moveTo>
                <a:lnTo>
                  <a:pt x="5041" y="3828"/>
                </a:lnTo>
                <a:cubicBezTo>
                  <a:pt x="5041" y="4427"/>
                  <a:pt x="4568" y="4899"/>
                  <a:pt x="3970" y="4899"/>
                </a:cubicBezTo>
                <a:lnTo>
                  <a:pt x="3623" y="4899"/>
                </a:lnTo>
                <a:lnTo>
                  <a:pt x="3623" y="4553"/>
                </a:lnTo>
                <a:cubicBezTo>
                  <a:pt x="3623" y="3954"/>
                  <a:pt x="4096" y="3482"/>
                  <a:pt x="4694" y="3482"/>
                </a:cubicBezTo>
                <a:close/>
                <a:moveTo>
                  <a:pt x="7561" y="3482"/>
                </a:moveTo>
                <a:cubicBezTo>
                  <a:pt x="8160" y="3482"/>
                  <a:pt x="8632" y="3954"/>
                  <a:pt x="8632" y="4553"/>
                </a:cubicBezTo>
                <a:lnTo>
                  <a:pt x="8632" y="4899"/>
                </a:lnTo>
                <a:lnTo>
                  <a:pt x="8286" y="4899"/>
                </a:lnTo>
                <a:cubicBezTo>
                  <a:pt x="7687" y="4899"/>
                  <a:pt x="7215" y="4427"/>
                  <a:pt x="7215" y="3828"/>
                </a:cubicBezTo>
                <a:lnTo>
                  <a:pt x="7215" y="3482"/>
                </a:lnTo>
                <a:close/>
                <a:moveTo>
                  <a:pt x="10806" y="3482"/>
                </a:moveTo>
                <a:lnTo>
                  <a:pt x="10806" y="3828"/>
                </a:lnTo>
                <a:cubicBezTo>
                  <a:pt x="10806" y="4427"/>
                  <a:pt x="10334" y="4899"/>
                  <a:pt x="9735" y="4899"/>
                </a:cubicBezTo>
                <a:lnTo>
                  <a:pt x="9389" y="4899"/>
                </a:lnTo>
                <a:lnTo>
                  <a:pt x="9389" y="4553"/>
                </a:lnTo>
                <a:cubicBezTo>
                  <a:pt x="9389" y="3954"/>
                  <a:pt x="9861" y="3482"/>
                  <a:pt x="10428" y="3482"/>
                </a:cubicBezTo>
                <a:close/>
                <a:moveTo>
                  <a:pt x="1827" y="5624"/>
                </a:moveTo>
                <a:cubicBezTo>
                  <a:pt x="2394" y="5624"/>
                  <a:pt x="2899" y="6065"/>
                  <a:pt x="2899" y="6664"/>
                </a:cubicBezTo>
                <a:lnTo>
                  <a:pt x="2899" y="7042"/>
                </a:lnTo>
                <a:lnTo>
                  <a:pt x="2520" y="7042"/>
                </a:lnTo>
                <a:cubicBezTo>
                  <a:pt x="1922" y="7042"/>
                  <a:pt x="1449" y="6569"/>
                  <a:pt x="1449" y="5971"/>
                </a:cubicBezTo>
                <a:lnTo>
                  <a:pt x="1449" y="5624"/>
                </a:lnTo>
                <a:close/>
                <a:moveTo>
                  <a:pt x="7561" y="5624"/>
                </a:moveTo>
                <a:cubicBezTo>
                  <a:pt x="8160" y="5624"/>
                  <a:pt x="8632" y="6065"/>
                  <a:pt x="8632" y="6664"/>
                </a:cubicBezTo>
                <a:lnTo>
                  <a:pt x="8632" y="7042"/>
                </a:lnTo>
                <a:lnTo>
                  <a:pt x="8286" y="7042"/>
                </a:lnTo>
                <a:cubicBezTo>
                  <a:pt x="7687" y="7042"/>
                  <a:pt x="7215" y="6569"/>
                  <a:pt x="7215" y="5971"/>
                </a:cubicBezTo>
                <a:lnTo>
                  <a:pt x="7215" y="5624"/>
                </a:lnTo>
                <a:close/>
                <a:moveTo>
                  <a:pt x="5009" y="5656"/>
                </a:moveTo>
                <a:lnTo>
                  <a:pt x="5009" y="6002"/>
                </a:lnTo>
                <a:cubicBezTo>
                  <a:pt x="5009" y="6601"/>
                  <a:pt x="4537" y="7073"/>
                  <a:pt x="3938" y="7073"/>
                </a:cubicBezTo>
                <a:lnTo>
                  <a:pt x="3592" y="7073"/>
                </a:lnTo>
                <a:lnTo>
                  <a:pt x="3592" y="6727"/>
                </a:lnTo>
                <a:cubicBezTo>
                  <a:pt x="3592" y="6128"/>
                  <a:pt x="4064" y="5656"/>
                  <a:pt x="4663" y="5656"/>
                </a:cubicBezTo>
                <a:close/>
                <a:moveTo>
                  <a:pt x="10806" y="5656"/>
                </a:moveTo>
                <a:lnTo>
                  <a:pt x="10806" y="6002"/>
                </a:lnTo>
                <a:cubicBezTo>
                  <a:pt x="10806" y="6601"/>
                  <a:pt x="10334" y="7073"/>
                  <a:pt x="9735" y="7073"/>
                </a:cubicBezTo>
                <a:lnTo>
                  <a:pt x="9389" y="7073"/>
                </a:lnTo>
                <a:lnTo>
                  <a:pt x="9389" y="6727"/>
                </a:lnTo>
                <a:cubicBezTo>
                  <a:pt x="9389" y="6128"/>
                  <a:pt x="9861" y="5656"/>
                  <a:pt x="10428" y="5656"/>
                </a:cubicBezTo>
                <a:close/>
                <a:moveTo>
                  <a:pt x="1827" y="7766"/>
                </a:moveTo>
                <a:cubicBezTo>
                  <a:pt x="2394" y="7766"/>
                  <a:pt x="2899" y="8239"/>
                  <a:pt x="2899" y="8838"/>
                </a:cubicBezTo>
                <a:lnTo>
                  <a:pt x="2899" y="9184"/>
                </a:lnTo>
                <a:lnTo>
                  <a:pt x="2520" y="9184"/>
                </a:lnTo>
                <a:cubicBezTo>
                  <a:pt x="1922" y="9184"/>
                  <a:pt x="1449" y="8712"/>
                  <a:pt x="1449" y="8144"/>
                </a:cubicBezTo>
                <a:lnTo>
                  <a:pt x="1449" y="7766"/>
                </a:lnTo>
                <a:close/>
                <a:moveTo>
                  <a:pt x="5041" y="7766"/>
                </a:moveTo>
                <a:lnTo>
                  <a:pt x="5041" y="8144"/>
                </a:lnTo>
                <a:cubicBezTo>
                  <a:pt x="5041" y="8712"/>
                  <a:pt x="4568" y="9184"/>
                  <a:pt x="3970" y="9184"/>
                </a:cubicBezTo>
                <a:lnTo>
                  <a:pt x="3623" y="9184"/>
                </a:lnTo>
                <a:lnTo>
                  <a:pt x="3623" y="8838"/>
                </a:lnTo>
                <a:cubicBezTo>
                  <a:pt x="3623" y="8239"/>
                  <a:pt x="4096" y="7766"/>
                  <a:pt x="4694" y="7766"/>
                </a:cubicBezTo>
                <a:close/>
                <a:moveTo>
                  <a:pt x="7561" y="7766"/>
                </a:moveTo>
                <a:cubicBezTo>
                  <a:pt x="8160" y="7766"/>
                  <a:pt x="8632" y="8239"/>
                  <a:pt x="8632" y="8838"/>
                </a:cubicBezTo>
                <a:lnTo>
                  <a:pt x="8632" y="9184"/>
                </a:lnTo>
                <a:lnTo>
                  <a:pt x="8286" y="9184"/>
                </a:lnTo>
                <a:cubicBezTo>
                  <a:pt x="7687" y="9184"/>
                  <a:pt x="7215" y="8712"/>
                  <a:pt x="7215" y="8144"/>
                </a:cubicBezTo>
                <a:lnTo>
                  <a:pt x="7215" y="7766"/>
                </a:lnTo>
                <a:close/>
                <a:moveTo>
                  <a:pt x="10806" y="7766"/>
                </a:moveTo>
                <a:lnTo>
                  <a:pt x="10806" y="8144"/>
                </a:lnTo>
                <a:cubicBezTo>
                  <a:pt x="10806" y="8712"/>
                  <a:pt x="10334" y="9184"/>
                  <a:pt x="9735" y="9184"/>
                </a:cubicBezTo>
                <a:lnTo>
                  <a:pt x="9389" y="9184"/>
                </a:lnTo>
                <a:lnTo>
                  <a:pt x="9389" y="8838"/>
                </a:lnTo>
                <a:cubicBezTo>
                  <a:pt x="9389" y="8239"/>
                  <a:pt x="9861" y="7766"/>
                  <a:pt x="10428" y="7766"/>
                </a:cubicBezTo>
                <a:close/>
                <a:moveTo>
                  <a:pt x="3214" y="0"/>
                </a:moveTo>
                <a:cubicBezTo>
                  <a:pt x="3135" y="0"/>
                  <a:pt x="3056" y="16"/>
                  <a:pt x="2993" y="48"/>
                </a:cubicBezTo>
                <a:cubicBezTo>
                  <a:pt x="2962" y="79"/>
                  <a:pt x="1796" y="961"/>
                  <a:pt x="1796" y="2127"/>
                </a:cubicBezTo>
                <a:cubicBezTo>
                  <a:pt x="1796" y="2379"/>
                  <a:pt x="1827" y="2663"/>
                  <a:pt x="1953" y="2852"/>
                </a:cubicBezTo>
                <a:lnTo>
                  <a:pt x="1071" y="2852"/>
                </a:lnTo>
                <a:cubicBezTo>
                  <a:pt x="882" y="2852"/>
                  <a:pt x="725" y="3009"/>
                  <a:pt x="725" y="3198"/>
                </a:cubicBezTo>
                <a:lnTo>
                  <a:pt x="725" y="3923"/>
                </a:lnTo>
                <a:cubicBezTo>
                  <a:pt x="725" y="4301"/>
                  <a:pt x="851" y="4710"/>
                  <a:pt x="1071" y="4994"/>
                </a:cubicBezTo>
                <a:cubicBezTo>
                  <a:pt x="882" y="4994"/>
                  <a:pt x="725" y="5152"/>
                  <a:pt x="725" y="5341"/>
                </a:cubicBezTo>
                <a:lnTo>
                  <a:pt x="725" y="6034"/>
                </a:lnTo>
                <a:cubicBezTo>
                  <a:pt x="725" y="6443"/>
                  <a:pt x="851" y="6821"/>
                  <a:pt x="1071" y="7105"/>
                </a:cubicBezTo>
                <a:cubicBezTo>
                  <a:pt x="882" y="7105"/>
                  <a:pt x="725" y="7262"/>
                  <a:pt x="725" y="7451"/>
                </a:cubicBezTo>
                <a:lnTo>
                  <a:pt x="725" y="8176"/>
                </a:lnTo>
                <a:cubicBezTo>
                  <a:pt x="725" y="9153"/>
                  <a:pt x="1512" y="9940"/>
                  <a:pt x="2489" y="9940"/>
                </a:cubicBezTo>
                <a:lnTo>
                  <a:pt x="2836" y="9940"/>
                </a:lnTo>
                <a:lnTo>
                  <a:pt x="2836" y="11389"/>
                </a:lnTo>
                <a:lnTo>
                  <a:pt x="378" y="11389"/>
                </a:lnTo>
                <a:cubicBezTo>
                  <a:pt x="158" y="11389"/>
                  <a:pt x="0" y="11547"/>
                  <a:pt x="0" y="11768"/>
                </a:cubicBezTo>
                <a:cubicBezTo>
                  <a:pt x="0" y="11957"/>
                  <a:pt x="158" y="12114"/>
                  <a:pt x="378" y="12114"/>
                </a:cubicBezTo>
                <a:lnTo>
                  <a:pt x="11814" y="12114"/>
                </a:lnTo>
                <a:cubicBezTo>
                  <a:pt x="12035" y="12114"/>
                  <a:pt x="12192" y="11957"/>
                  <a:pt x="12192" y="11768"/>
                </a:cubicBezTo>
                <a:cubicBezTo>
                  <a:pt x="12224" y="11547"/>
                  <a:pt x="12066" y="11389"/>
                  <a:pt x="11846" y="11389"/>
                </a:cubicBezTo>
                <a:lnTo>
                  <a:pt x="9389" y="11389"/>
                </a:lnTo>
                <a:lnTo>
                  <a:pt x="9389" y="9940"/>
                </a:lnTo>
                <a:lnTo>
                  <a:pt x="9735" y="9940"/>
                </a:lnTo>
                <a:cubicBezTo>
                  <a:pt x="10712" y="9940"/>
                  <a:pt x="11499" y="9153"/>
                  <a:pt x="11499" y="8176"/>
                </a:cubicBezTo>
                <a:lnTo>
                  <a:pt x="11499" y="7451"/>
                </a:lnTo>
                <a:cubicBezTo>
                  <a:pt x="11499" y="7262"/>
                  <a:pt x="11342" y="7105"/>
                  <a:pt x="11153" y="7105"/>
                </a:cubicBezTo>
                <a:cubicBezTo>
                  <a:pt x="11373" y="6790"/>
                  <a:pt x="11499" y="6443"/>
                  <a:pt x="11499" y="6034"/>
                </a:cubicBezTo>
                <a:lnTo>
                  <a:pt x="11499" y="5341"/>
                </a:lnTo>
                <a:cubicBezTo>
                  <a:pt x="11499" y="5152"/>
                  <a:pt x="11342" y="4994"/>
                  <a:pt x="11153" y="4994"/>
                </a:cubicBezTo>
                <a:cubicBezTo>
                  <a:pt x="11373" y="4679"/>
                  <a:pt x="11499" y="4301"/>
                  <a:pt x="11499" y="3923"/>
                </a:cubicBezTo>
                <a:lnTo>
                  <a:pt x="11499" y="3198"/>
                </a:lnTo>
                <a:cubicBezTo>
                  <a:pt x="11499" y="3009"/>
                  <a:pt x="11342" y="2852"/>
                  <a:pt x="11153" y="2852"/>
                </a:cubicBezTo>
                <a:lnTo>
                  <a:pt x="10271" y="2852"/>
                </a:lnTo>
                <a:cubicBezTo>
                  <a:pt x="10365" y="2631"/>
                  <a:pt x="10428" y="2379"/>
                  <a:pt x="10428" y="2127"/>
                </a:cubicBezTo>
                <a:cubicBezTo>
                  <a:pt x="10428" y="993"/>
                  <a:pt x="9263" y="79"/>
                  <a:pt x="9231" y="48"/>
                </a:cubicBezTo>
                <a:cubicBezTo>
                  <a:pt x="9168" y="16"/>
                  <a:pt x="9089" y="0"/>
                  <a:pt x="9010" y="0"/>
                </a:cubicBezTo>
                <a:cubicBezTo>
                  <a:pt x="8932" y="0"/>
                  <a:pt x="8853" y="16"/>
                  <a:pt x="8790" y="48"/>
                </a:cubicBezTo>
                <a:cubicBezTo>
                  <a:pt x="8758" y="79"/>
                  <a:pt x="7561" y="961"/>
                  <a:pt x="7561" y="2127"/>
                </a:cubicBezTo>
                <a:cubicBezTo>
                  <a:pt x="7561" y="2379"/>
                  <a:pt x="7624" y="2663"/>
                  <a:pt x="7719" y="2852"/>
                </a:cubicBezTo>
                <a:lnTo>
                  <a:pt x="6868" y="2852"/>
                </a:lnTo>
                <a:cubicBezTo>
                  <a:pt x="6679" y="2852"/>
                  <a:pt x="6522" y="3009"/>
                  <a:pt x="6522" y="3198"/>
                </a:cubicBezTo>
                <a:lnTo>
                  <a:pt x="6522" y="3923"/>
                </a:lnTo>
                <a:cubicBezTo>
                  <a:pt x="6522" y="4301"/>
                  <a:pt x="6616" y="4710"/>
                  <a:pt x="6868" y="4994"/>
                </a:cubicBezTo>
                <a:cubicBezTo>
                  <a:pt x="6679" y="4994"/>
                  <a:pt x="6522" y="5152"/>
                  <a:pt x="6522" y="5341"/>
                </a:cubicBezTo>
                <a:lnTo>
                  <a:pt x="6522" y="6034"/>
                </a:lnTo>
                <a:cubicBezTo>
                  <a:pt x="6522" y="6443"/>
                  <a:pt x="6616" y="6821"/>
                  <a:pt x="6868" y="7105"/>
                </a:cubicBezTo>
                <a:cubicBezTo>
                  <a:pt x="6679" y="7105"/>
                  <a:pt x="6522" y="7262"/>
                  <a:pt x="6522" y="7451"/>
                </a:cubicBezTo>
                <a:lnTo>
                  <a:pt x="6522" y="8176"/>
                </a:lnTo>
                <a:cubicBezTo>
                  <a:pt x="6522" y="9153"/>
                  <a:pt x="7309" y="9940"/>
                  <a:pt x="8286" y="9940"/>
                </a:cubicBezTo>
                <a:lnTo>
                  <a:pt x="8632" y="9940"/>
                </a:lnTo>
                <a:lnTo>
                  <a:pt x="8632" y="11389"/>
                </a:lnTo>
                <a:lnTo>
                  <a:pt x="3592" y="11389"/>
                </a:lnTo>
                <a:lnTo>
                  <a:pt x="3592" y="9940"/>
                </a:lnTo>
                <a:lnTo>
                  <a:pt x="3938" y="9940"/>
                </a:lnTo>
                <a:cubicBezTo>
                  <a:pt x="4946" y="9940"/>
                  <a:pt x="5734" y="9153"/>
                  <a:pt x="5734" y="8176"/>
                </a:cubicBezTo>
                <a:lnTo>
                  <a:pt x="5734" y="7451"/>
                </a:lnTo>
                <a:cubicBezTo>
                  <a:pt x="5734" y="7262"/>
                  <a:pt x="5576" y="7105"/>
                  <a:pt x="5356" y="7105"/>
                </a:cubicBezTo>
                <a:cubicBezTo>
                  <a:pt x="5608" y="6790"/>
                  <a:pt x="5734" y="6443"/>
                  <a:pt x="5734" y="6034"/>
                </a:cubicBezTo>
                <a:lnTo>
                  <a:pt x="5734" y="5341"/>
                </a:lnTo>
                <a:cubicBezTo>
                  <a:pt x="5734" y="5152"/>
                  <a:pt x="5576" y="4994"/>
                  <a:pt x="5356" y="4994"/>
                </a:cubicBezTo>
                <a:cubicBezTo>
                  <a:pt x="5608" y="4679"/>
                  <a:pt x="5734" y="4301"/>
                  <a:pt x="5734" y="3923"/>
                </a:cubicBezTo>
                <a:lnTo>
                  <a:pt x="5734" y="3198"/>
                </a:lnTo>
                <a:cubicBezTo>
                  <a:pt x="5734" y="3009"/>
                  <a:pt x="5576" y="2852"/>
                  <a:pt x="5356" y="2852"/>
                </a:cubicBezTo>
                <a:lnTo>
                  <a:pt x="4505" y="2852"/>
                </a:lnTo>
                <a:cubicBezTo>
                  <a:pt x="4568" y="2631"/>
                  <a:pt x="4663" y="2379"/>
                  <a:pt x="4663" y="2127"/>
                </a:cubicBezTo>
                <a:cubicBezTo>
                  <a:pt x="4663" y="993"/>
                  <a:pt x="3466" y="79"/>
                  <a:pt x="3434" y="48"/>
                </a:cubicBezTo>
                <a:cubicBezTo>
                  <a:pt x="3371" y="16"/>
                  <a:pt x="3292" y="0"/>
                  <a:pt x="321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91" name="Google Shape;13791;p142"/>
          <p:cNvGrpSpPr/>
          <p:nvPr/>
        </p:nvGrpSpPr>
        <p:grpSpPr>
          <a:xfrm>
            <a:off x="7923925" y="2297751"/>
            <a:ext cx="368362" cy="419314"/>
            <a:chOff x="4995050" y="3245650"/>
            <a:chExt cx="236950" cy="269725"/>
          </a:xfrm>
        </p:grpSpPr>
        <p:sp>
          <p:nvSpPr>
            <p:cNvPr id="13792" name="Google Shape;13792;p142"/>
            <p:cNvSpPr/>
            <p:nvPr/>
          </p:nvSpPr>
          <p:spPr>
            <a:xfrm>
              <a:off x="5074475" y="3356450"/>
              <a:ext cx="16050" cy="1605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307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502"/>
                    <a:pt x="140" y="642"/>
                    <a:pt x="307" y="642"/>
                  </a:cubicBezTo>
                  <a:cubicBezTo>
                    <a:pt x="503" y="642"/>
                    <a:pt x="642" y="502"/>
                    <a:pt x="642" y="307"/>
                  </a:cubicBezTo>
                  <a:cubicBezTo>
                    <a:pt x="642" y="140"/>
                    <a:pt x="503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3" name="Google Shape;13793;p142"/>
            <p:cNvSpPr/>
            <p:nvPr/>
          </p:nvSpPr>
          <p:spPr>
            <a:xfrm>
              <a:off x="5137200" y="3356450"/>
              <a:ext cx="16050" cy="1605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307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502"/>
                    <a:pt x="140" y="642"/>
                    <a:pt x="307" y="642"/>
                  </a:cubicBezTo>
                  <a:cubicBezTo>
                    <a:pt x="474" y="642"/>
                    <a:pt x="614" y="502"/>
                    <a:pt x="614" y="307"/>
                  </a:cubicBezTo>
                  <a:cubicBezTo>
                    <a:pt x="642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4" name="Google Shape;13794;p142"/>
            <p:cNvSpPr/>
            <p:nvPr/>
          </p:nvSpPr>
          <p:spPr>
            <a:xfrm>
              <a:off x="5089125" y="3371950"/>
              <a:ext cx="48100" cy="63100"/>
            </a:xfrm>
            <a:custGeom>
              <a:avLst/>
              <a:gdLst/>
              <a:ahLst/>
              <a:cxnLst/>
              <a:rect l="l" t="t" r="r" b="b"/>
              <a:pathLst>
                <a:path w="1924" h="2524" extrusionOk="0">
                  <a:moveTo>
                    <a:pt x="976" y="774"/>
                  </a:moveTo>
                  <a:lnTo>
                    <a:pt x="1227" y="1025"/>
                  </a:lnTo>
                  <a:lnTo>
                    <a:pt x="976" y="1499"/>
                  </a:lnTo>
                  <a:lnTo>
                    <a:pt x="753" y="1025"/>
                  </a:lnTo>
                  <a:lnTo>
                    <a:pt x="976" y="774"/>
                  </a:lnTo>
                  <a:close/>
                  <a:moveTo>
                    <a:pt x="976" y="1"/>
                  </a:moveTo>
                  <a:cubicBezTo>
                    <a:pt x="899" y="1"/>
                    <a:pt x="822" y="36"/>
                    <a:pt x="753" y="105"/>
                  </a:cubicBezTo>
                  <a:lnTo>
                    <a:pt x="112" y="747"/>
                  </a:lnTo>
                  <a:cubicBezTo>
                    <a:pt x="0" y="858"/>
                    <a:pt x="0" y="997"/>
                    <a:pt x="56" y="1081"/>
                  </a:cubicBezTo>
                  <a:lnTo>
                    <a:pt x="669" y="2335"/>
                  </a:lnTo>
                  <a:cubicBezTo>
                    <a:pt x="725" y="2461"/>
                    <a:pt x="836" y="2524"/>
                    <a:pt x="948" y="2524"/>
                  </a:cubicBezTo>
                  <a:cubicBezTo>
                    <a:pt x="1059" y="2524"/>
                    <a:pt x="1171" y="2461"/>
                    <a:pt x="1227" y="2335"/>
                  </a:cubicBezTo>
                  <a:lnTo>
                    <a:pt x="1840" y="1081"/>
                  </a:lnTo>
                  <a:cubicBezTo>
                    <a:pt x="1924" y="997"/>
                    <a:pt x="1896" y="802"/>
                    <a:pt x="1784" y="747"/>
                  </a:cubicBezTo>
                  <a:lnTo>
                    <a:pt x="1199" y="105"/>
                  </a:lnTo>
                  <a:cubicBezTo>
                    <a:pt x="1129" y="36"/>
                    <a:pt x="1052" y="1"/>
                    <a:pt x="9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95" name="Google Shape;13795;p142"/>
            <p:cNvGrpSpPr/>
            <p:nvPr/>
          </p:nvGrpSpPr>
          <p:grpSpPr>
            <a:xfrm>
              <a:off x="4995050" y="3245650"/>
              <a:ext cx="236950" cy="269725"/>
              <a:chOff x="4995050" y="3245650"/>
              <a:chExt cx="236950" cy="269725"/>
            </a:xfrm>
          </p:grpSpPr>
          <p:sp>
            <p:nvSpPr>
              <p:cNvPr id="13796" name="Google Shape;13796;p142"/>
              <p:cNvSpPr/>
              <p:nvPr/>
            </p:nvSpPr>
            <p:spPr>
              <a:xfrm>
                <a:off x="4995050" y="3245650"/>
                <a:ext cx="236950" cy="269725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10789" extrusionOk="0">
                    <a:moveTo>
                      <a:pt x="4822" y="614"/>
                    </a:moveTo>
                    <a:cubicBezTo>
                      <a:pt x="7080" y="614"/>
                      <a:pt x="8920" y="2454"/>
                      <a:pt x="8920" y="4711"/>
                    </a:cubicBezTo>
                    <a:lnTo>
                      <a:pt x="8920" y="10147"/>
                    </a:lnTo>
                    <a:lnTo>
                      <a:pt x="8223" y="10147"/>
                    </a:lnTo>
                    <a:cubicBezTo>
                      <a:pt x="8223" y="8976"/>
                      <a:pt x="7805" y="8001"/>
                      <a:pt x="7108" y="7304"/>
                    </a:cubicBezTo>
                    <a:cubicBezTo>
                      <a:pt x="7471" y="6941"/>
                      <a:pt x="7749" y="6495"/>
                      <a:pt x="7944" y="6049"/>
                    </a:cubicBezTo>
                    <a:cubicBezTo>
                      <a:pt x="8167" y="5548"/>
                      <a:pt x="8251" y="5074"/>
                      <a:pt x="8251" y="4544"/>
                    </a:cubicBezTo>
                    <a:cubicBezTo>
                      <a:pt x="8251" y="3569"/>
                      <a:pt x="7526" y="2649"/>
                      <a:pt x="6551" y="2565"/>
                    </a:cubicBezTo>
                    <a:cubicBezTo>
                      <a:pt x="6475" y="2556"/>
                      <a:pt x="6400" y="2552"/>
                      <a:pt x="6324" y="2552"/>
                    </a:cubicBezTo>
                    <a:cubicBezTo>
                      <a:pt x="5706" y="2552"/>
                      <a:pt x="5115" y="2855"/>
                      <a:pt x="4767" y="3401"/>
                    </a:cubicBezTo>
                    <a:cubicBezTo>
                      <a:pt x="4424" y="2853"/>
                      <a:pt x="3838" y="2548"/>
                      <a:pt x="3192" y="2548"/>
                    </a:cubicBezTo>
                    <a:cubicBezTo>
                      <a:pt x="3050" y="2548"/>
                      <a:pt x="2905" y="2563"/>
                      <a:pt x="2760" y="2593"/>
                    </a:cubicBezTo>
                    <a:cubicBezTo>
                      <a:pt x="1923" y="2788"/>
                      <a:pt x="1338" y="3596"/>
                      <a:pt x="1338" y="4516"/>
                    </a:cubicBezTo>
                    <a:cubicBezTo>
                      <a:pt x="1338" y="5130"/>
                      <a:pt x="1505" y="5715"/>
                      <a:pt x="1868" y="6245"/>
                    </a:cubicBezTo>
                    <a:lnTo>
                      <a:pt x="2509" y="7220"/>
                    </a:lnTo>
                    <a:lnTo>
                      <a:pt x="2035" y="7861"/>
                    </a:lnTo>
                    <a:cubicBezTo>
                      <a:pt x="1589" y="8419"/>
                      <a:pt x="1338" y="9116"/>
                      <a:pt x="1338" y="9841"/>
                    </a:cubicBezTo>
                    <a:lnTo>
                      <a:pt x="1338" y="10119"/>
                    </a:lnTo>
                    <a:lnTo>
                      <a:pt x="697" y="10119"/>
                    </a:lnTo>
                    <a:lnTo>
                      <a:pt x="697" y="4711"/>
                    </a:lnTo>
                    <a:cubicBezTo>
                      <a:pt x="697" y="2454"/>
                      <a:pt x="2565" y="614"/>
                      <a:pt x="4822" y="614"/>
                    </a:cubicBezTo>
                    <a:close/>
                    <a:moveTo>
                      <a:pt x="6241" y="3171"/>
                    </a:moveTo>
                    <a:cubicBezTo>
                      <a:pt x="6288" y="3171"/>
                      <a:pt x="6335" y="3173"/>
                      <a:pt x="6383" y="3178"/>
                    </a:cubicBezTo>
                    <a:cubicBezTo>
                      <a:pt x="6997" y="3234"/>
                      <a:pt x="7498" y="3847"/>
                      <a:pt x="7498" y="4544"/>
                    </a:cubicBezTo>
                    <a:cubicBezTo>
                      <a:pt x="7498" y="5408"/>
                      <a:pt x="7164" y="6245"/>
                      <a:pt x="6523" y="6858"/>
                    </a:cubicBezTo>
                    <a:lnTo>
                      <a:pt x="6328" y="7081"/>
                    </a:lnTo>
                    <a:cubicBezTo>
                      <a:pt x="6188" y="7220"/>
                      <a:pt x="6188" y="7387"/>
                      <a:pt x="6328" y="7527"/>
                    </a:cubicBezTo>
                    <a:cubicBezTo>
                      <a:pt x="6634" y="7834"/>
                      <a:pt x="7498" y="8614"/>
                      <a:pt x="7498" y="10175"/>
                    </a:cubicBezTo>
                    <a:lnTo>
                      <a:pt x="1896" y="10175"/>
                    </a:lnTo>
                    <a:lnTo>
                      <a:pt x="1896" y="10147"/>
                    </a:lnTo>
                    <a:cubicBezTo>
                      <a:pt x="1896" y="9813"/>
                      <a:pt x="1868" y="9032"/>
                      <a:pt x="2453" y="8307"/>
                    </a:cubicBezTo>
                    <a:lnTo>
                      <a:pt x="3066" y="7499"/>
                    </a:lnTo>
                    <a:cubicBezTo>
                      <a:pt x="3150" y="7387"/>
                      <a:pt x="3178" y="7248"/>
                      <a:pt x="3066" y="7109"/>
                    </a:cubicBezTo>
                    <a:lnTo>
                      <a:pt x="2286" y="5938"/>
                    </a:lnTo>
                    <a:cubicBezTo>
                      <a:pt x="2007" y="5520"/>
                      <a:pt x="1868" y="5018"/>
                      <a:pt x="1868" y="4544"/>
                    </a:cubicBezTo>
                    <a:cubicBezTo>
                      <a:pt x="1868" y="3903"/>
                      <a:pt x="2286" y="3346"/>
                      <a:pt x="2788" y="3206"/>
                    </a:cubicBezTo>
                    <a:cubicBezTo>
                      <a:pt x="2884" y="3187"/>
                      <a:pt x="2980" y="3178"/>
                      <a:pt x="3074" y="3178"/>
                    </a:cubicBezTo>
                    <a:cubicBezTo>
                      <a:pt x="3788" y="3178"/>
                      <a:pt x="4376" y="3718"/>
                      <a:pt x="4376" y="4433"/>
                    </a:cubicBezTo>
                    <a:cubicBezTo>
                      <a:pt x="4376" y="4600"/>
                      <a:pt x="4516" y="4739"/>
                      <a:pt x="4683" y="4739"/>
                    </a:cubicBezTo>
                    <a:cubicBezTo>
                      <a:pt x="4850" y="4739"/>
                      <a:pt x="4990" y="4600"/>
                      <a:pt x="4990" y="4433"/>
                    </a:cubicBezTo>
                    <a:cubicBezTo>
                      <a:pt x="4990" y="3753"/>
                      <a:pt x="5530" y="3171"/>
                      <a:pt x="6241" y="3171"/>
                    </a:cubicBezTo>
                    <a:close/>
                    <a:moveTo>
                      <a:pt x="4739" y="1"/>
                    </a:moveTo>
                    <a:cubicBezTo>
                      <a:pt x="2146" y="1"/>
                      <a:pt x="0" y="2147"/>
                      <a:pt x="0" y="4739"/>
                    </a:cubicBezTo>
                    <a:lnTo>
                      <a:pt x="0" y="10454"/>
                    </a:lnTo>
                    <a:cubicBezTo>
                      <a:pt x="0" y="10649"/>
                      <a:pt x="139" y="10788"/>
                      <a:pt x="335" y="10788"/>
                    </a:cubicBezTo>
                    <a:lnTo>
                      <a:pt x="9171" y="10788"/>
                    </a:lnTo>
                    <a:cubicBezTo>
                      <a:pt x="9338" y="10788"/>
                      <a:pt x="9478" y="10649"/>
                      <a:pt x="9478" y="10454"/>
                    </a:cubicBezTo>
                    <a:lnTo>
                      <a:pt x="9478" y="4739"/>
                    </a:lnTo>
                    <a:cubicBezTo>
                      <a:pt x="9478" y="2147"/>
                      <a:pt x="7359" y="1"/>
                      <a:pt x="4739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7" name="Google Shape;13797;p142"/>
              <p:cNvSpPr/>
              <p:nvPr/>
            </p:nvSpPr>
            <p:spPr>
              <a:xfrm flipH="1">
                <a:off x="4995050" y="3245650"/>
                <a:ext cx="236950" cy="269725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10789" extrusionOk="0">
                    <a:moveTo>
                      <a:pt x="4822" y="614"/>
                    </a:moveTo>
                    <a:cubicBezTo>
                      <a:pt x="7080" y="614"/>
                      <a:pt x="8920" y="2454"/>
                      <a:pt x="8920" y="4711"/>
                    </a:cubicBezTo>
                    <a:lnTo>
                      <a:pt x="8920" y="10147"/>
                    </a:lnTo>
                    <a:lnTo>
                      <a:pt x="8223" y="10147"/>
                    </a:lnTo>
                    <a:cubicBezTo>
                      <a:pt x="8223" y="8976"/>
                      <a:pt x="7805" y="8001"/>
                      <a:pt x="7108" y="7304"/>
                    </a:cubicBezTo>
                    <a:cubicBezTo>
                      <a:pt x="7471" y="6941"/>
                      <a:pt x="7749" y="6495"/>
                      <a:pt x="7944" y="6049"/>
                    </a:cubicBezTo>
                    <a:cubicBezTo>
                      <a:pt x="8167" y="5548"/>
                      <a:pt x="8251" y="5074"/>
                      <a:pt x="8251" y="4544"/>
                    </a:cubicBezTo>
                    <a:cubicBezTo>
                      <a:pt x="8251" y="3569"/>
                      <a:pt x="7526" y="2649"/>
                      <a:pt x="6551" y="2565"/>
                    </a:cubicBezTo>
                    <a:cubicBezTo>
                      <a:pt x="6475" y="2556"/>
                      <a:pt x="6400" y="2552"/>
                      <a:pt x="6324" y="2552"/>
                    </a:cubicBezTo>
                    <a:cubicBezTo>
                      <a:pt x="5706" y="2552"/>
                      <a:pt x="5115" y="2855"/>
                      <a:pt x="4767" y="3401"/>
                    </a:cubicBezTo>
                    <a:cubicBezTo>
                      <a:pt x="4424" y="2853"/>
                      <a:pt x="3838" y="2548"/>
                      <a:pt x="3192" y="2548"/>
                    </a:cubicBezTo>
                    <a:cubicBezTo>
                      <a:pt x="3050" y="2548"/>
                      <a:pt x="2905" y="2563"/>
                      <a:pt x="2760" y="2593"/>
                    </a:cubicBezTo>
                    <a:cubicBezTo>
                      <a:pt x="1923" y="2788"/>
                      <a:pt x="1338" y="3596"/>
                      <a:pt x="1338" y="4516"/>
                    </a:cubicBezTo>
                    <a:cubicBezTo>
                      <a:pt x="1338" y="5130"/>
                      <a:pt x="1505" y="5715"/>
                      <a:pt x="1868" y="6245"/>
                    </a:cubicBezTo>
                    <a:lnTo>
                      <a:pt x="2509" y="7220"/>
                    </a:lnTo>
                    <a:lnTo>
                      <a:pt x="2035" y="7861"/>
                    </a:lnTo>
                    <a:cubicBezTo>
                      <a:pt x="1589" y="8419"/>
                      <a:pt x="1338" y="9116"/>
                      <a:pt x="1338" y="9841"/>
                    </a:cubicBezTo>
                    <a:lnTo>
                      <a:pt x="1338" y="10119"/>
                    </a:lnTo>
                    <a:lnTo>
                      <a:pt x="697" y="10119"/>
                    </a:lnTo>
                    <a:lnTo>
                      <a:pt x="697" y="4711"/>
                    </a:lnTo>
                    <a:cubicBezTo>
                      <a:pt x="697" y="2454"/>
                      <a:pt x="2565" y="614"/>
                      <a:pt x="4822" y="614"/>
                    </a:cubicBezTo>
                    <a:close/>
                    <a:moveTo>
                      <a:pt x="6241" y="3171"/>
                    </a:moveTo>
                    <a:cubicBezTo>
                      <a:pt x="6288" y="3171"/>
                      <a:pt x="6335" y="3173"/>
                      <a:pt x="6383" y="3178"/>
                    </a:cubicBezTo>
                    <a:cubicBezTo>
                      <a:pt x="6997" y="3234"/>
                      <a:pt x="7498" y="3847"/>
                      <a:pt x="7498" y="4544"/>
                    </a:cubicBezTo>
                    <a:cubicBezTo>
                      <a:pt x="7498" y="5408"/>
                      <a:pt x="7164" y="6245"/>
                      <a:pt x="6523" y="6858"/>
                    </a:cubicBezTo>
                    <a:lnTo>
                      <a:pt x="6328" y="7081"/>
                    </a:lnTo>
                    <a:cubicBezTo>
                      <a:pt x="6188" y="7220"/>
                      <a:pt x="6188" y="7387"/>
                      <a:pt x="6328" y="7527"/>
                    </a:cubicBezTo>
                    <a:cubicBezTo>
                      <a:pt x="6634" y="7834"/>
                      <a:pt x="7498" y="8614"/>
                      <a:pt x="7498" y="10175"/>
                    </a:cubicBezTo>
                    <a:lnTo>
                      <a:pt x="1896" y="10175"/>
                    </a:lnTo>
                    <a:lnTo>
                      <a:pt x="1896" y="10147"/>
                    </a:lnTo>
                    <a:cubicBezTo>
                      <a:pt x="1896" y="9813"/>
                      <a:pt x="1868" y="9032"/>
                      <a:pt x="2453" y="8307"/>
                    </a:cubicBezTo>
                    <a:lnTo>
                      <a:pt x="3066" y="7499"/>
                    </a:lnTo>
                    <a:cubicBezTo>
                      <a:pt x="3150" y="7387"/>
                      <a:pt x="3178" y="7248"/>
                      <a:pt x="3066" y="7109"/>
                    </a:cubicBezTo>
                    <a:lnTo>
                      <a:pt x="2286" y="5938"/>
                    </a:lnTo>
                    <a:cubicBezTo>
                      <a:pt x="2007" y="5520"/>
                      <a:pt x="1868" y="5018"/>
                      <a:pt x="1868" y="4544"/>
                    </a:cubicBezTo>
                    <a:cubicBezTo>
                      <a:pt x="1868" y="3903"/>
                      <a:pt x="2286" y="3346"/>
                      <a:pt x="2788" y="3206"/>
                    </a:cubicBezTo>
                    <a:cubicBezTo>
                      <a:pt x="2884" y="3187"/>
                      <a:pt x="2980" y="3178"/>
                      <a:pt x="3074" y="3178"/>
                    </a:cubicBezTo>
                    <a:cubicBezTo>
                      <a:pt x="3788" y="3178"/>
                      <a:pt x="4376" y="3718"/>
                      <a:pt x="4376" y="4433"/>
                    </a:cubicBezTo>
                    <a:cubicBezTo>
                      <a:pt x="4376" y="4600"/>
                      <a:pt x="4516" y="4739"/>
                      <a:pt x="4683" y="4739"/>
                    </a:cubicBezTo>
                    <a:cubicBezTo>
                      <a:pt x="4850" y="4739"/>
                      <a:pt x="4990" y="4600"/>
                      <a:pt x="4990" y="4433"/>
                    </a:cubicBezTo>
                    <a:cubicBezTo>
                      <a:pt x="4990" y="3753"/>
                      <a:pt x="5530" y="3171"/>
                      <a:pt x="6241" y="3171"/>
                    </a:cubicBezTo>
                    <a:close/>
                    <a:moveTo>
                      <a:pt x="4739" y="1"/>
                    </a:moveTo>
                    <a:cubicBezTo>
                      <a:pt x="2146" y="1"/>
                      <a:pt x="0" y="2147"/>
                      <a:pt x="0" y="4739"/>
                    </a:cubicBezTo>
                    <a:lnTo>
                      <a:pt x="0" y="10454"/>
                    </a:lnTo>
                    <a:cubicBezTo>
                      <a:pt x="0" y="10649"/>
                      <a:pt x="139" y="10788"/>
                      <a:pt x="335" y="10788"/>
                    </a:cubicBezTo>
                    <a:lnTo>
                      <a:pt x="9171" y="10788"/>
                    </a:lnTo>
                    <a:cubicBezTo>
                      <a:pt x="9338" y="10788"/>
                      <a:pt x="9478" y="10649"/>
                      <a:pt x="9478" y="10454"/>
                    </a:cubicBezTo>
                    <a:lnTo>
                      <a:pt x="9478" y="4739"/>
                    </a:lnTo>
                    <a:cubicBezTo>
                      <a:pt x="9478" y="2147"/>
                      <a:pt x="7359" y="1"/>
                      <a:pt x="4739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98" name="Google Shape;13798;p142"/>
          <p:cNvGrpSpPr/>
          <p:nvPr/>
        </p:nvGrpSpPr>
        <p:grpSpPr>
          <a:xfrm>
            <a:off x="5523718" y="1689744"/>
            <a:ext cx="483749" cy="481292"/>
            <a:chOff x="4724650" y="2885700"/>
            <a:chExt cx="270750" cy="269375"/>
          </a:xfrm>
        </p:grpSpPr>
        <p:sp>
          <p:nvSpPr>
            <p:cNvPr id="13799" name="Google Shape;13799;p142"/>
            <p:cNvSpPr/>
            <p:nvPr/>
          </p:nvSpPr>
          <p:spPr>
            <a:xfrm flipH="1">
              <a:off x="4725000" y="2885700"/>
              <a:ext cx="270400" cy="269375"/>
            </a:xfrm>
            <a:custGeom>
              <a:avLst/>
              <a:gdLst/>
              <a:ahLst/>
              <a:cxnLst/>
              <a:rect l="l" t="t" r="r" b="b"/>
              <a:pathLst>
                <a:path w="10816" h="10775" extrusionOk="0">
                  <a:moveTo>
                    <a:pt x="1655" y="3145"/>
                  </a:moveTo>
                  <a:cubicBezTo>
                    <a:pt x="1870" y="3145"/>
                    <a:pt x="2092" y="3219"/>
                    <a:pt x="2286" y="3388"/>
                  </a:cubicBezTo>
                  <a:cubicBezTo>
                    <a:pt x="1840" y="3722"/>
                    <a:pt x="1450" y="4308"/>
                    <a:pt x="1338" y="5005"/>
                  </a:cubicBezTo>
                  <a:cubicBezTo>
                    <a:pt x="948" y="4865"/>
                    <a:pt x="697" y="4503"/>
                    <a:pt x="697" y="4085"/>
                  </a:cubicBezTo>
                  <a:cubicBezTo>
                    <a:pt x="697" y="3540"/>
                    <a:pt x="1158" y="3145"/>
                    <a:pt x="1655" y="3145"/>
                  </a:cubicBezTo>
                  <a:close/>
                  <a:moveTo>
                    <a:pt x="9227" y="3165"/>
                  </a:moveTo>
                  <a:cubicBezTo>
                    <a:pt x="9757" y="3165"/>
                    <a:pt x="10203" y="3555"/>
                    <a:pt x="10203" y="4085"/>
                  </a:cubicBezTo>
                  <a:cubicBezTo>
                    <a:pt x="10203" y="4503"/>
                    <a:pt x="9924" y="4865"/>
                    <a:pt x="9534" y="5005"/>
                  </a:cubicBezTo>
                  <a:cubicBezTo>
                    <a:pt x="9450" y="4419"/>
                    <a:pt x="9199" y="3917"/>
                    <a:pt x="8725" y="3499"/>
                  </a:cubicBezTo>
                  <a:cubicBezTo>
                    <a:pt x="8697" y="3471"/>
                    <a:pt x="8642" y="3444"/>
                    <a:pt x="8586" y="3388"/>
                  </a:cubicBezTo>
                  <a:cubicBezTo>
                    <a:pt x="8781" y="3248"/>
                    <a:pt x="8976" y="3165"/>
                    <a:pt x="9227" y="3165"/>
                  </a:cubicBezTo>
                  <a:close/>
                  <a:moveTo>
                    <a:pt x="5436" y="712"/>
                  </a:moveTo>
                  <a:lnTo>
                    <a:pt x="5882" y="991"/>
                  </a:lnTo>
                  <a:cubicBezTo>
                    <a:pt x="5921" y="1010"/>
                    <a:pt x="5972" y="1042"/>
                    <a:pt x="6037" y="1042"/>
                  </a:cubicBezTo>
                  <a:cubicBezTo>
                    <a:pt x="6066" y="1042"/>
                    <a:pt x="6098" y="1036"/>
                    <a:pt x="6133" y="1018"/>
                  </a:cubicBezTo>
                  <a:lnTo>
                    <a:pt x="6635" y="879"/>
                  </a:lnTo>
                  <a:lnTo>
                    <a:pt x="7025" y="1269"/>
                  </a:lnTo>
                  <a:cubicBezTo>
                    <a:pt x="7109" y="1325"/>
                    <a:pt x="7164" y="1381"/>
                    <a:pt x="7248" y="1381"/>
                  </a:cubicBezTo>
                  <a:lnTo>
                    <a:pt x="7805" y="1409"/>
                  </a:lnTo>
                  <a:lnTo>
                    <a:pt x="8028" y="1910"/>
                  </a:lnTo>
                  <a:cubicBezTo>
                    <a:pt x="8084" y="1966"/>
                    <a:pt x="8140" y="2050"/>
                    <a:pt x="8224" y="2050"/>
                  </a:cubicBezTo>
                  <a:lnTo>
                    <a:pt x="8725" y="2217"/>
                  </a:lnTo>
                  <a:lnTo>
                    <a:pt x="8809" y="2552"/>
                  </a:lnTo>
                  <a:cubicBezTo>
                    <a:pt x="8502" y="2663"/>
                    <a:pt x="8168" y="2830"/>
                    <a:pt x="7973" y="3109"/>
                  </a:cubicBezTo>
                  <a:cubicBezTo>
                    <a:pt x="7879" y="3091"/>
                    <a:pt x="7785" y="3082"/>
                    <a:pt x="7692" y="3082"/>
                  </a:cubicBezTo>
                  <a:cubicBezTo>
                    <a:pt x="7061" y="3082"/>
                    <a:pt x="6459" y="3478"/>
                    <a:pt x="6217" y="4085"/>
                  </a:cubicBezTo>
                  <a:lnTo>
                    <a:pt x="6021" y="4642"/>
                  </a:lnTo>
                  <a:cubicBezTo>
                    <a:pt x="5910" y="4893"/>
                    <a:pt x="5715" y="5032"/>
                    <a:pt x="5464" y="5032"/>
                  </a:cubicBezTo>
                  <a:cubicBezTo>
                    <a:pt x="5213" y="5032"/>
                    <a:pt x="4962" y="4893"/>
                    <a:pt x="4906" y="4642"/>
                  </a:cubicBezTo>
                  <a:lnTo>
                    <a:pt x="4683" y="4085"/>
                  </a:lnTo>
                  <a:cubicBezTo>
                    <a:pt x="4441" y="3478"/>
                    <a:pt x="3839" y="3082"/>
                    <a:pt x="3227" y="3082"/>
                  </a:cubicBezTo>
                  <a:cubicBezTo>
                    <a:pt x="3136" y="3082"/>
                    <a:pt x="3045" y="3091"/>
                    <a:pt x="2955" y="3109"/>
                  </a:cubicBezTo>
                  <a:cubicBezTo>
                    <a:pt x="2732" y="2830"/>
                    <a:pt x="2453" y="2635"/>
                    <a:pt x="2119" y="2552"/>
                  </a:cubicBezTo>
                  <a:lnTo>
                    <a:pt x="2175" y="2217"/>
                  </a:lnTo>
                  <a:lnTo>
                    <a:pt x="2649" y="2050"/>
                  </a:lnTo>
                  <a:cubicBezTo>
                    <a:pt x="2704" y="1994"/>
                    <a:pt x="2788" y="1966"/>
                    <a:pt x="2816" y="1910"/>
                  </a:cubicBezTo>
                  <a:lnTo>
                    <a:pt x="3067" y="1409"/>
                  </a:lnTo>
                  <a:lnTo>
                    <a:pt x="3624" y="1381"/>
                  </a:lnTo>
                  <a:cubicBezTo>
                    <a:pt x="3680" y="1381"/>
                    <a:pt x="3764" y="1353"/>
                    <a:pt x="3819" y="1269"/>
                  </a:cubicBezTo>
                  <a:lnTo>
                    <a:pt x="4210" y="879"/>
                  </a:lnTo>
                  <a:lnTo>
                    <a:pt x="4739" y="1018"/>
                  </a:lnTo>
                  <a:cubicBezTo>
                    <a:pt x="4756" y="1036"/>
                    <a:pt x="4779" y="1042"/>
                    <a:pt x="4804" y="1042"/>
                  </a:cubicBezTo>
                  <a:cubicBezTo>
                    <a:pt x="4859" y="1042"/>
                    <a:pt x="4924" y="1010"/>
                    <a:pt x="4962" y="991"/>
                  </a:cubicBezTo>
                  <a:lnTo>
                    <a:pt x="5436" y="712"/>
                  </a:lnTo>
                  <a:close/>
                  <a:moveTo>
                    <a:pt x="5436" y="7625"/>
                  </a:moveTo>
                  <a:cubicBezTo>
                    <a:pt x="5603" y="7625"/>
                    <a:pt x="5743" y="7681"/>
                    <a:pt x="5882" y="7792"/>
                  </a:cubicBezTo>
                  <a:cubicBezTo>
                    <a:pt x="5966" y="7904"/>
                    <a:pt x="6021" y="7987"/>
                    <a:pt x="6049" y="8099"/>
                  </a:cubicBezTo>
                  <a:cubicBezTo>
                    <a:pt x="5826" y="8350"/>
                    <a:pt x="5603" y="8600"/>
                    <a:pt x="5436" y="8768"/>
                  </a:cubicBezTo>
                  <a:lnTo>
                    <a:pt x="4795" y="8127"/>
                  </a:lnTo>
                  <a:cubicBezTo>
                    <a:pt x="4879" y="7848"/>
                    <a:pt x="5102" y="7625"/>
                    <a:pt x="5436" y="7625"/>
                  </a:cubicBezTo>
                  <a:close/>
                  <a:moveTo>
                    <a:pt x="3226" y="3711"/>
                  </a:moveTo>
                  <a:cubicBezTo>
                    <a:pt x="3600" y="3711"/>
                    <a:pt x="3965" y="3943"/>
                    <a:pt x="4126" y="4336"/>
                  </a:cubicBezTo>
                  <a:lnTo>
                    <a:pt x="4349" y="4893"/>
                  </a:lnTo>
                  <a:cubicBezTo>
                    <a:pt x="4516" y="5395"/>
                    <a:pt x="4990" y="5701"/>
                    <a:pt x="5492" y="5701"/>
                  </a:cubicBezTo>
                  <a:cubicBezTo>
                    <a:pt x="6021" y="5701"/>
                    <a:pt x="6467" y="5395"/>
                    <a:pt x="6635" y="4893"/>
                  </a:cubicBezTo>
                  <a:lnTo>
                    <a:pt x="6858" y="4336"/>
                  </a:lnTo>
                  <a:cubicBezTo>
                    <a:pt x="7002" y="3957"/>
                    <a:pt x="7379" y="3730"/>
                    <a:pt x="7756" y="3730"/>
                  </a:cubicBezTo>
                  <a:cubicBezTo>
                    <a:pt x="7962" y="3730"/>
                    <a:pt x="8168" y="3798"/>
                    <a:pt x="8335" y="3945"/>
                  </a:cubicBezTo>
                  <a:cubicBezTo>
                    <a:pt x="8725" y="4308"/>
                    <a:pt x="8948" y="4782"/>
                    <a:pt x="8948" y="5339"/>
                  </a:cubicBezTo>
                  <a:cubicBezTo>
                    <a:pt x="8920" y="6175"/>
                    <a:pt x="8502" y="7430"/>
                    <a:pt x="7861" y="8405"/>
                  </a:cubicBezTo>
                  <a:cubicBezTo>
                    <a:pt x="7248" y="9381"/>
                    <a:pt x="6467" y="10022"/>
                    <a:pt x="5771" y="10161"/>
                  </a:cubicBezTo>
                  <a:lnTo>
                    <a:pt x="5771" y="9353"/>
                  </a:lnTo>
                  <a:cubicBezTo>
                    <a:pt x="5938" y="9186"/>
                    <a:pt x="6328" y="8796"/>
                    <a:pt x="6635" y="8517"/>
                  </a:cubicBezTo>
                  <a:cubicBezTo>
                    <a:pt x="6718" y="8461"/>
                    <a:pt x="6746" y="8377"/>
                    <a:pt x="6746" y="8322"/>
                  </a:cubicBezTo>
                  <a:cubicBezTo>
                    <a:pt x="6746" y="7959"/>
                    <a:pt x="6607" y="7653"/>
                    <a:pt x="6356" y="7402"/>
                  </a:cubicBezTo>
                  <a:cubicBezTo>
                    <a:pt x="6105" y="7151"/>
                    <a:pt x="5798" y="7012"/>
                    <a:pt x="5464" y="7012"/>
                  </a:cubicBezTo>
                  <a:cubicBezTo>
                    <a:pt x="4767" y="7012"/>
                    <a:pt x="4210" y="7569"/>
                    <a:pt x="4210" y="8266"/>
                  </a:cubicBezTo>
                  <a:cubicBezTo>
                    <a:pt x="4210" y="8350"/>
                    <a:pt x="4237" y="8461"/>
                    <a:pt x="4293" y="8489"/>
                  </a:cubicBezTo>
                  <a:lnTo>
                    <a:pt x="5185" y="9353"/>
                  </a:lnTo>
                  <a:lnTo>
                    <a:pt x="5185" y="10161"/>
                  </a:lnTo>
                  <a:cubicBezTo>
                    <a:pt x="4433" y="10022"/>
                    <a:pt x="3708" y="9381"/>
                    <a:pt x="3095" y="8405"/>
                  </a:cubicBezTo>
                  <a:cubicBezTo>
                    <a:pt x="2453" y="7430"/>
                    <a:pt x="2035" y="6231"/>
                    <a:pt x="2035" y="5339"/>
                  </a:cubicBezTo>
                  <a:cubicBezTo>
                    <a:pt x="2035" y="4782"/>
                    <a:pt x="2258" y="4336"/>
                    <a:pt x="2621" y="3945"/>
                  </a:cubicBezTo>
                  <a:cubicBezTo>
                    <a:pt x="2801" y="3785"/>
                    <a:pt x="3015" y="3711"/>
                    <a:pt x="3226" y="3711"/>
                  </a:cubicBezTo>
                  <a:close/>
                  <a:moveTo>
                    <a:pt x="5408" y="1"/>
                  </a:moveTo>
                  <a:cubicBezTo>
                    <a:pt x="5352" y="1"/>
                    <a:pt x="5297" y="15"/>
                    <a:pt x="5241" y="43"/>
                  </a:cubicBezTo>
                  <a:lnTo>
                    <a:pt x="4739" y="377"/>
                  </a:lnTo>
                  <a:lnTo>
                    <a:pt x="4126" y="238"/>
                  </a:lnTo>
                  <a:cubicBezTo>
                    <a:pt x="4103" y="222"/>
                    <a:pt x="4077" y="215"/>
                    <a:pt x="4050" y="215"/>
                  </a:cubicBezTo>
                  <a:cubicBezTo>
                    <a:pt x="3980" y="215"/>
                    <a:pt x="3900" y="261"/>
                    <a:pt x="3819" y="322"/>
                  </a:cubicBezTo>
                  <a:lnTo>
                    <a:pt x="3401" y="740"/>
                  </a:lnTo>
                  <a:lnTo>
                    <a:pt x="2816" y="795"/>
                  </a:lnTo>
                  <a:cubicBezTo>
                    <a:pt x="2704" y="795"/>
                    <a:pt x="2593" y="851"/>
                    <a:pt x="2537" y="963"/>
                  </a:cubicBezTo>
                  <a:lnTo>
                    <a:pt x="2258" y="1492"/>
                  </a:lnTo>
                  <a:lnTo>
                    <a:pt x="1701" y="1687"/>
                  </a:lnTo>
                  <a:cubicBezTo>
                    <a:pt x="1589" y="1715"/>
                    <a:pt x="1534" y="1827"/>
                    <a:pt x="1478" y="1938"/>
                  </a:cubicBezTo>
                  <a:lnTo>
                    <a:pt x="1394" y="2524"/>
                  </a:lnTo>
                  <a:cubicBezTo>
                    <a:pt x="1032" y="2552"/>
                    <a:pt x="725" y="2747"/>
                    <a:pt x="474" y="2970"/>
                  </a:cubicBezTo>
                  <a:cubicBezTo>
                    <a:pt x="168" y="3304"/>
                    <a:pt x="0" y="3667"/>
                    <a:pt x="0" y="4085"/>
                  </a:cubicBezTo>
                  <a:cubicBezTo>
                    <a:pt x="0" y="4865"/>
                    <a:pt x="586" y="5534"/>
                    <a:pt x="1283" y="5618"/>
                  </a:cubicBezTo>
                  <a:cubicBezTo>
                    <a:pt x="1338" y="6566"/>
                    <a:pt x="1812" y="7764"/>
                    <a:pt x="2426" y="8740"/>
                  </a:cubicBezTo>
                  <a:cubicBezTo>
                    <a:pt x="3290" y="10050"/>
                    <a:pt x="4349" y="10775"/>
                    <a:pt x="5352" y="10775"/>
                  </a:cubicBezTo>
                  <a:cubicBezTo>
                    <a:pt x="6412" y="10775"/>
                    <a:pt x="7443" y="10050"/>
                    <a:pt x="8279" y="8740"/>
                  </a:cubicBezTo>
                  <a:cubicBezTo>
                    <a:pt x="8893" y="7764"/>
                    <a:pt x="9366" y="6566"/>
                    <a:pt x="9422" y="5618"/>
                  </a:cubicBezTo>
                  <a:cubicBezTo>
                    <a:pt x="9729" y="5562"/>
                    <a:pt x="10008" y="5423"/>
                    <a:pt x="10258" y="5200"/>
                  </a:cubicBezTo>
                  <a:cubicBezTo>
                    <a:pt x="10649" y="4921"/>
                    <a:pt x="10816" y="4503"/>
                    <a:pt x="10816" y="4085"/>
                  </a:cubicBezTo>
                  <a:cubicBezTo>
                    <a:pt x="10816" y="3667"/>
                    <a:pt x="10649" y="3248"/>
                    <a:pt x="10342" y="2970"/>
                  </a:cubicBezTo>
                  <a:cubicBezTo>
                    <a:pt x="10091" y="2747"/>
                    <a:pt x="9785" y="2607"/>
                    <a:pt x="9422" y="2524"/>
                  </a:cubicBezTo>
                  <a:lnTo>
                    <a:pt x="9339" y="1938"/>
                  </a:lnTo>
                  <a:cubicBezTo>
                    <a:pt x="9283" y="1827"/>
                    <a:pt x="9227" y="1715"/>
                    <a:pt x="9116" y="1687"/>
                  </a:cubicBezTo>
                  <a:lnTo>
                    <a:pt x="8558" y="1492"/>
                  </a:lnTo>
                  <a:lnTo>
                    <a:pt x="8279" y="963"/>
                  </a:lnTo>
                  <a:cubicBezTo>
                    <a:pt x="8251" y="851"/>
                    <a:pt x="8140" y="795"/>
                    <a:pt x="8001" y="795"/>
                  </a:cubicBezTo>
                  <a:lnTo>
                    <a:pt x="7415" y="740"/>
                  </a:lnTo>
                  <a:lnTo>
                    <a:pt x="6997" y="322"/>
                  </a:lnTo>
                  <a:cubicBezTo>
                    <a:pt x="6913" y="266"/>
                    <a:pt x="6774" y="238"/>
                    <a:pt x="6690" y="238"/>
                  </a:cubicBezTo>
                  <a:lnTo>
                    <a:pt x="6077" y="377"/>
                  </a:lnTo>
                  <a:lnTo>
                    <a:pt x="5575" y="43"/>
                  </a:lnTo>
                  <a:cubicBezTo>
                    <a:pt x="5520" y="15"/>
                    <a:pt x="5464" y="1"/>
                    <a:pt x="54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0" name="Google Shape;13800;p142"/>
            <p:cNvSpPr/>
            <p:nvPr/>
          </p:nvSpPr>
          <p:spPr>
            <a:xfrm>
              <a:off x="4724650" y="2885700"/>
              <a:ext cx="270400" cy="269375"/>
            </a:xfrm>
            <a:custGeom>
              <a:avLst/>
              <a:gdLst/>
              <a:ahLst/>
              <a:cxnLst/>
              <a:rect l="l" t="t" r="r" b="b"/>
              <a:pathLst>
                <a:path w="10816" h="10775" extrusionOk="0">
                  <a:moveTo>
                    <a:pt x="1655" y="3145"/>
                  </a:moveTo>
                  <a:cubicBezTo>
                    <a:pt x="1870" y="3145"/>
                    <a:pt x="2092" y="3219"/>
                    <a:pt x="2286" y="3388"/>
                  </a:cubicBezTo>
                  <a:cubicBezTo>
                    <a:pt x="1840" y="3722"/>
                    <a:pt x="1450" y="4308"/>
                    <a:pt x="1338" y="5005"/>
                  </a:cubicBezTo>
                  <a:cubicBezTo>
                    <a:pt x="948" y="4865"/>
                    <a:pt x="697" y="4503"/>
                    <a:pt x="697" y="4085"/>
                  </a:cubicBezTo>
                  <a:cubicBezTo>
                    <a:pt x="697" y="3540"/>
                    <a:pt x="1158" y="3145"/>
                    <a:pt x="1655" y="3145"/>
                  </a:cubicBezTo>
                  <a:close/>
                  <a:moveTo>
                    <a:pt x="9227" y="3165"/>
                  </a:moveTo>
                  <a:cubicBezTo>
                    <a:pt x="9757" y="3165"/>
                    <a:pt x="10203" y="3555"/>
                    <a:pt x="10203" y="4085"/>
                  </a:cubicBezTo>
                  <a:cubicBezTo>
                    <a:pt x="10203" y="4503"/>
                    <a:pt x="9924" y="4865"/>
                    <a:pt x="9534" y="5005"/>
                  </a:cubicBezTo>
                  <a:cubicBezTo>
                    <a:pt x="9450" y="4419"/>
                    <a:pt x="9199" y="3917"/>
                    <a:pt x="8725" y="3499"/>
                  </a:cubicBezTo>
                  <a:cubicBezTo>
                    <a:pt x="8697" y="3471"/>
                    <a:pt x="8642" y="3444"/>
                    <a:pt x="8586" y="3388"/>
                  </a:cubicBezTo>
                  <a:cubicBezTo>
                    <a:pt x="8781" y="3248"/>
                    <a:pt x="8976" y="3165"/>
                    <a:pt x="9227" y="3165"/>
                  </a:cubicBezTo>
                  <a:close/>
                  <a:moveTo>
                    <a:pt x="5436" y="712"/>
                  </a:moveTo>
                  <a:lnTo>
                    <a:pt x="5882" y="991"/>
                  </a:lnTo>
                  <a:cubicBezTo>
                    <a:pt x="5921" y="1010"/>
                    <a:pt x="5972" y="1042"/>
                    <a:pt x="6037" y="1042"/>
                  </a:cubicBezTo>
                  <a:cubicBezTo>
                    <a:pt x="6066" y="1042"/>
                    <a:pt x="6098" y="1036"/>
                    <a:pt x="6133" y="1018"/>
                  </a:cubicBezTo>
                  <a:lnTo>
                    <a:pt x="6635" y="879"/>
                  </a:lnTo>
                  <a:lnTo>
                    <a:pt x="7025" y="1269"/>
                  </a:lnTo>
                  <a:cubicBezTo>
                    <a:pt x="7109" y="1325"/>
                    <a:pt x="7164" y="1381"/>
                    <a:pt x="7248" y="1381"/>
                  </a:cubicBezTo>
                  <a:lnTo>
                    <a:pt x="7805" y="1409"/>
                  </a:lnTo>
                  <a:lnTo>
                    <a:pt x="8028" y="1910"/>
                  </a:lnTo>
                  <a:cubicBezTo>
                    <a:pt x="8084" y="1966"/>
                    <a:pt x="8140" y="2050"/>
                    <a:pt x="8224" y="2050"/>
                  </a:cubicBezTo>
                  <a:lnTo>
                    <a:pt x="8725" y="2217"/>
                  </a:lnTo>
                  <a:lnTo>
                    <a:pt x="8809" y="2552"/>
                  </a:lnTo>
                  <a:cubicBezTo>
                    <a:pt x="8502" y="2663"/>
                    <a:pt x="8168" y="2830"/>
                    <a:pt x="7973" y="3109"/>
                  </a:cubicBezTo>
                  <a:cubicBezTo>
                    <a:pt x="7879" y="3091"/>
                    <a:pt x="7785" y="3082"/>
                    <a:pt x="7692" y="3082"/>
                  </a:cubicBezTo>
                  <a:cubicBezTo>
                    <a:pt x="7061" y="3082"/>
                    <a:pt x="6459" y="3478"/>
                    <a:pt x="6217" y="4085"/>
                  </a:cubicBezTo>
                  <a:lnTo>
                    <a:pt x="6021" y="4642"/>
                  </a:lnTo>
                  <a:cubicBezTo>
                    <a:pt x="5910" y="4893"/>
                    <a:pt x="5715" y="5032"/>
                    <a:pt x="5464" y="5032"/>
                  </a:cubicBezTo>
                  <a:cubicBezTo>
                    <a:pt x="5213" y="5032"/>
                    <a:pt x="4962" y="4893"/>
                    <a:pt x="4906" y="4642"/>
                  </a:cubicBezTo>
                  <a:lnTo>
                    <a:pt x="4683" y="4085"/>
                  </a:lnTo>
                  <a:cubicBezTo>
                    <a:pt x="4441" y="3478"/>
                    <a:pt x="3839" y="3082"/>
                    <a:pt x="3227" y="3082"/>
                  </a:cubicBezTo>
                  <a:cubicBezTo>
                    <a:pt x="3136" y="3082"/>
                    <a:pt x="3045" y="3091"/>
                    <a:pt x="2955" y="3109"/>
                  </a:cubicBezTo>
                  <a:cubicBezTo>
                    <a:pt x="2732" y="2830"/>
                    <a:pt x="2453" y="2635"/>
                    <a:pt x="2119" y="2552"/>
                  </a:cubicBezTo>
                  <a:lnTo>
                    <a:pt x="2175" y="2217"/>
                  </a:lnTo>
                  <a:lnTo>
                    <a:pt x="2649" y="2050"/>
                  </a:lnTo>
                  <a:cubicBezTo>
                    <a:pt x="2704" y="1994"/>
                    <a:pt x="2788" y="1966"/>
                    <a:pt x="2816" y="1910"/>
                  </a:cubicBezTo>
                  <a:lnTo>
                    <a:pt x="3067" y="1409"/>
                  </a:lnTo>
                  <a:lnTo>
                    <a:pt x="3624" y="1381"/>
                  </a:lnTo>
                  <a:cubicBezTo>
                    <a:pt x="3680" y="1381"/>
                    <a:pt x="3764" y="1353"/>
                    <a:pt x="3819" y="1269"/>
                  </a:cubicBezTo>
                  <a:lnTo>
                    <a:pt x="4210" y="879"/>
                  </a:lnTo>
                  <a:lnTo>
                    <a:pt x="4739" y="1018"/>
                  </a:lnTo>
                  <a:cubicBezTo>
                    <a:pt x="4756" y="1036"/>
                    <a:pt x="4779" y="1042"/>
                    <a:pt x="4804" y="1042"/>
                  </a:cubicBezTo>
                  <a:cubicBezTo>
                    <a:pt x="4859" y="1042"/>
                    <a:pt x="4924" y="1010"/>
                    <a:pt x="4962" y="991"/>
                  </a:cubicBezTo>
                  <a:lnTo>
                    <a:pt x="5436" y="712"/>
                  </a:lnTo>
                  <a:close/>
                  <a:moveTo>
                    <a:pt x="5436" y="7625"/>
                  </a:moveTo>
                  <a:cubicBezTo>
                    <a:pt x="5603" y="7625"/>
                    <a:pt x="5743" y="7681"/>
                    <a:pt x="5882" y="7792"/>
                  </a:cubicBezTo>
                  <a:cubicBezTo>
                    <a:pt x="5966" y="7904"/>
                    <a:pt x="6021" y="7987"/>
                    <a:pt x="6049" y="8099"/>
                  </a:cubicBezTo>
                  <a:cubicBezTo>
                    <a:pt x="5826" y="8350"/>
                    <a:pt x="5603" y="8600"/>
                    <a:pt x="5436" y="8768"/>
                  </a:cubicBezTo>
                  <a:lnTo>
                    <a:pt x="4795" y="8127"/>
                  </a:lnTo>
                  <a:cubicBezTo>
                    <a:pt x="4879" y="7848"/>
                    <a:pt x="5102" y="7625"/>
                    <a:pt x="5436" y="7625"/>
                  </a:cubicBezTo>
                  <a:close/>
                  <a:moveTo>
                    <a:pt x="3226" y="3711"/>
                  </a:moveTo>
                  <a:cubicBezTo>
                    <a:pt x="3600" y="3711"/>
                    <a:pt x="3965" y="3943"/>
                    <a:pt x="4126" y="4336"/>
                  </a:cubicBezTo>
                  <a:lnTo>
                    <a:pt x="4349" y="4893"/>
                  </a:lnTo>
                  <a:cubicBezTo>
                    <a:pt x="4516" y="5395"/>
                    <a:pt x="4990" y="5701"/>
                    <a:pt x="5492" y="5701"/>
                  </a:cubicBezTo>
                  <a:cubicBezTo>
                    <a:pt x="6021" y="5701"/>
                    <a:pt x="6467" y="5395"/>
                    <a:pt x="6635" y="4893"/>
                  </a:cubicBezTo>
                  <a:lnTo>
                    <a:pt x="6858" y="4336"/>
                  </a:lnTo>
                  <a:cubicBezTo>
                    <a:pt x="7002" y="3957"/>
                    <a:pt x="7379" y="3730"/>
                    <a:pt x="7756" y="3730"/>
                  </a:cubicBezTo>
                  <a:cubicBezTo>
                    <a:pt x="7962" y="3730"/>
                    <a:pt x="8168" y="3798"/>
                    <a:pt x="8335" y="3945"/>
                  </a:cubicBezTo>
                  <a:cubicBezTo>
                    <a:pt x="8725" y="4308"/>
                    <a:pt x="8948" y="4782"/>
                    <a:pt x="8948" y="5339"/>
                  </a:cubicBezTo>
                  <a:cubicBezTo>
                    <a:pt x="8920" y="6175"/>
                    <a:pt x="8502" y="7430"/>
                    <a:pt x="7861" y="8405"/>
                  </a:cubicBezTo>
                  <a:cubicBezTo>
                    <a:pt x="7248" y="9381"/>
                    <a:pt x="6467" y="10022"/>
                    <a:pt x="5771" y="10161"/>
                  </a:cubicBezTo>
                  <a:lnTo>
                    <a:pt x="5771" y="9353"/>
                  </a:lnTo>
                  <a:cubicBezTo>
                    <a:pt x="5938" y="9186"/>
                    <a:pt x="6328" y="8796"/>
                    <a:pt x="6635" y="8517"/>
                  </a:cubicBezTo>
                  <a:cubicBezTo>
                    <a:pt x="6718" y="8461"/>
                    <a:pt x="6746" y="8377"/>
                    <a:pt x="6746" y="8322"/>
                  </a:cubicBezTo>
                  <a:cubicBezTo>
                    <a:pt x="6746" y="7959"/>
                    <a:pt x="6607" y="7653"/>
                    <a:pt x="6356" y="7402"/>
                  </a:cubicBezTo>
                  <a:cubicBezTo>
                    <a:pt x="6105" y="7151"/>
                    <a:pt x="5798" y="7012"/>
                    <a:pt x="5464" y="7012"/>
                  </a:cubicBezTo>
                  <a:cubicBezTo>
                    <a:pt x="4767" y="7012"/>
                    <a:pt x="4210" y="7569"/>
                    <a:pt x="4210" y="8266"/>
                  </a:cubicBezTo>
                  <a:cubicBezTo>
                    <a:pt x="4210" y="8350"/>
                    <a:pt x="4237" y="8461"/>
                    <a:pt x="4293" y="8489"/>
                  </a:cubicBezTo>
                  <a:lnTo>
                    <a:pt x="5185" y="9353"/>
                  </a:lnTo>
                  <a:lnTo>
                    <a:pt x="5185" y="10161"/>
                  </a:lnTo>
                  <a:cubicBezTo>
                    <a:pt x="4433" y="10022"/>
                    <a:pt x="3708" y="9381"/>
                    <a:pt x="3095" y="8405"/>
                  </a:cubicBezTo>
                  <a:cubicBezTo>
                    <a:pt x="2453" y="7430"/>
                    <a:pt x="2035" y="6231"/>
                    <a:pt x="2035" y="5339"/>
                  </a:cubicBezTo>
                  <a:cubicBezTo>
                    <a:pt x="2035" y="4782"/>
                    <a:pt x="2258" y="4336"/>
                    <a:pt x="2621" y="3945"/>
                  </a:cubicBezTo>
                  <a:cubicBezTo>
                    <a:pt x="2801" y="3785"/>
                    <a:pt x="3015" y="3711"/>
                    <a:pt x="3226" y="3711"/>
                  </a:cubicBezTo>
                  <a:close/>
                  <a:moveTo>
                    <a:pt x="5408" y="1"/>
                  </a:moveTo>
                  <a:cubicBezTo>
                    <a:pt x="5352" y="1"/>
                    <a:pt x="5297" y="15"/>
                    <a:pt x="5241" y="43"/>
                  </a:cubicBezTo>
                  <a:lnTo>
                    <a:pt x="4739" y="377"/>
                  </a:lnTo>
                  <a:lnTo>
                    <a:pt x="4126" y="238"/>
                  </a:lnTo>
                  <a:cubicBezTo>
                    <a:pt x="4103" y="222"/>
                    <a:pt x="4077" y="215"/>
                    <a:pt x="4050" y="215"/>
                  </a:cubicBezTo>
                  <a:cubicBezTo>
                    <a:pt x="3980" y="215"/>
                    <a:pt x="3900" y="261"/>
                    <a:pt x="3819" y="322"/>
                  </a:cubicBezTo>
                  <a:lnTo>
                    <a:pt x="3401" y="740"/>
                  </a:lnTo>
                  <a:lnTo>
                    <a:pt x="2816" y="795"/>
                  </a:lnTo>
                  <a:cubicBezTo>
                    <a:pt x="2704" y="795"/>
                    <a:pt x="2593" y="851"/>
                    <a:pt x="2537" y="963"/>
                  </a:cubicBezTo>
                  <a:lnTo>
                    <a:pt x="2258" y="1492"/>
                  </a:lnTo>
                  <a:lnTo>
                    <a:pt x="1701" y="1687"/>
                  </a:lnTo>
                  <a:cubicBezTo>
                    <a:pt x="1589" y="1715"/>
                    <a:pt x="1534" y="1827"/>
                    <a:pt x="1478" y="1938"/>
                  </a:cubicBezTo>
                  <a:lnTo>
                    <a:pt x="1394" y="2524"/>
                  </a:lnTo>
                  <a:cubicBezTo>
                    <a:pt x="1032" y="2552"/>
                    <a:pt x="725" y="2747"/>
                    <a:pt x="474" y="2970"/>
                  </a:cubicBezTo>
                  <a:cubicBezTo>
                    <a:pt x="168" y="3304"/>
                    <a:pt x="0" y="3667"/>
                    <a:pt x="0" y="4085"/>
                  </a:cubicBezTo>
                  <a:cubicBezTo>
                    <a:pt x="0" y="4865"/>
                    <a:pt x="586" y="5534"/>
                    <a:pt x="1283" y="5618"/>
                  </a:cubicBezTo>
                  <a:cubicBezTo>
                    <a:pt x="1338" y="6566"/>
                    <a:pt x="1812" y="7764"/>
                    <a:pt x="2426" y="8740"/>
                  </a:cubicBezTo>
                  <a:cubicBezTo>
                    <a:pt x="3290" y="10050"/>
                    <a:pt x="4349" y="10775"/>
                    <a:pt x="5352" y="10775"/>
                  </a:cubicBezTo>
                  <a:cubicBezTo>
                    <a:pt x="6412" y="10775"/>
                    <a:pt x="7443" y="10050"/>
                    <a:pt x="8279" y="8740"/>
                  </a:cubicBezTo>
                  <a:cubicBezTo>
                    <a:pt x="8893" y="7764"/>
                    <a:pt x="9366" y="6566"/>
                    <a:pt x="9422" y="5618"/>
                  </a:cubicBezTo>
                  <a:cubicBezTo>
                    <a:pt x="9729" y="5562"/>
                    <a:pt x="10008" y="5423"/>
                    <a:pt x="10258" y="5200"/>
                  </a:cubicBezTo>
                  <a:cubicBezTo>
                    <a:pt x="10649" y="4921"/>
                    <a:pt x="10816" y="4503"/>
                    <a:pt x="10816" y="4085"/>
                  </a:cubicBezTo>
                  <a:cubicBezTo>
                    <a:pt x="10816" y="3667"/>
                    <a:pt x="10649" y="3248"/>
                    <a:pt x="10342" y="2970"/>
                  </a:cubicBezTo>
                  <a:cubicBezTo>
                    <a:pt x="10091" y="2747"/>
                    <a:pt x="9785" y="2607"/>
                    <a:pt x="9422" y="2524"/>
                  </a:cubicBezTo>
                  <a:lnTo>
                    <a:pt x="9339" y="1938"/>
                  </a:lnTo>
                  <a:cubicBezTo>
                    <a:pt x="9283" y="1827"/>
                    <a:pt x="9227" y="1715"/>
                    <a:pt x="9116" y="1687"/>
                  </a:cubicBezTo>
                  <a:lnTo>
                    <a:pt x="8558" y="1492"/>
                  </a:lnTo>
                  <a:lnTo>
                    <a:pt x="8279" y="963"/>
                  </a:lnTo>
                  <a:cubicBezTo>
                    <a:pt x="8251" y="851"/>
                    <a:pt x="8140" y="795"/>
                    <a:pt x="8001" y="795"/>
                  </a:cubicBezTo>
                  <a:lnTo>
                    <a:pt x="7415" y="740"/>
                  </a:lnTo>
                  <a:lnTo>
                    <a:pt x="6997" y="322"/>
                  </a:lnTo>
                  <a:cubicBezTo>
                    <a:pt x="6913" y="266"/>
                    <a:pt x="6774" y="238"/>
                    <a:pt x="6690" y="238"/>
                  </a:cubicBezTo>
                  <a:lnTo>
                    <a:pt x="6077" y="377"/>
                  </a:lnTo>
                  <a:lnTo>
                    <a:pt x="5575" y="43"/>
                  </a:lnTo>
                  <a:cubicBezTo>
                    <a:pt x="5520" y="15"/>
                    <a:pt x="5464" y="1"/>
                    <a:pt x="54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1" name="Google Shape;13801;p142"/>
            <p:cNvSpPr/>
            <p:nvPr/>
          </p:nvSpPr>
          <p:spPr>
            <a:xfrm>
              <a:off x="4900250" y="3027525"/>
              <a:ext cx="16075" cy="15350"/>
            </a:xfrm>
            <a:custGeom>
              <a:avLst/>
              <a:gdLst/>
              <a:ahLst/>
              <a:cxnLst/>
              <a:rect l="l" t="t" r="r" b="b"/>
              <a:pathLst>
                <a:path w="643" h="614" extrusionOk="0">
                  <a:moveTo>
                    <a:pt x="308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503" y="614"/>
                    <a:pt x="642" y="474"/>
                    <a:pt x="642" y="307"/>
                  </a:cubicBezTo>
                  <a:cubicBezTo>
                    <a:pt x="642" y="140"/>
                    <a:pt x="503" y="1"/>
                    <a:pt x="3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2" name="Google Shape;13802;p142"/>
            <p:cNvSpPr/>
            <p:nvPr/>
          </p:nvSpPr>
          <p:spPr>
            <a:xfrm>
              <a:off x="4805475" y="3027525"/>
              <a:ext cx="15375" cy="15350"/>
            </a:xfrm>
            <a:custGeom>
              <a:avLst/>
              <a:gdLst/>
              <a:ahLst/>
              <a:cxnLst/>
              <a:rect l="l" t="t" r="r" b="b"/>
              <a:pathLst>
                <a:path w="615" h="614" extrusionOk="0">
                  <a:moveTo>
                    <a:pt x="308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1"/>
                    <a:pt x="3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3" name="Google Shape;13803;p142"/>
            <p:cNvSpPr/>
            <p:nvPr/>
          </p:nvSpPr>
          <p:spPr>
            <a:xfrm>
              <a:off x="4820825" y="2932750"/>
              <a:ext cx="16050" cy="32075"/>
            </a:xfrm>
            <a:custGeom>
              <a:avLst/>
              <a:gdLst/>
              <a:ahLst/>
              <a:cxnLst/>
              <a:rect l="l" t="t" r="r" b="b"/>
              <a:pathLst>
                <a:path w="642" h="1283" extrusionOk="0">
                  <a:moveTo>
                    <a:pt x="335" y="1"/>
                  </a:moveTo>
                  <a:cubicBezTo>
                    <a:pt x="140" y="1"/>
                    <a:pt x="0" y="140"/>
                    <a:pt x="0" y="335"/>
                  </a:cubicBezTo>
                  <a:lnTo>
                    <a:pt x="0" y="948"/>
                  </a:lnTo>
                  <a:cubicBezTo>
                    <a:pt x="0" y="1143"/>
                    <a:pt x="140" y="1283"/>
                    <a:pt x="335" y="1283"/>
                  </a:cubicBezTo>
                  <a:cubicBezTo>
                    <a:pt x="502" y="1283"/>
                    <a:pt x="641" y="1143"/>
                    <a:pt x="641" y="948"/>
                  </a:cubicBezTo>
                  <a:lnTo>
                    <a:pt x="641" y="335"/>
                  </a:lnTo>
                  <a:cubicBezTo>
                    <a:pt x="641" y="140"/>
                    <a:pt x="502" y="1"/>
                    <a:pt x="3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4" name="Google Shape;13804;p142"/>
            <p:cNvSpPr/>
            <p:nvPr/>
          </p:nvSpPr>
          <p:spPr>
            <a:xfrm>
              <a:off x="4884925" y="2932750"/>
              <a:ext cx="15350" cy="32075"/>
            </a:xfrm>
            <a:custGeom>
              <a:avLst/>
              <a:gdLst/>
              <a:ahLst/>
              <a:cxnLst/>
              <a:rect l="l" t="t" r="r" b="b"/>
              <a:pathLst>
                <a:path w="614" h="1283" extrusionOk="0">
                  <a:moveTo>
                    <a:pt x="307" y="1"/>
                  </a:moveTo>
                  <a:cubicBezTo>
                    <a:pt x="112" y="1"/>
                    <a:pt x="1" y="140"/>
                    <a:pt x="1" y="335"/>
                  </a:cubicBezTo>
                  <a:lnTo>
                    <a:pt x="1" y="948"/>
                  </a:lnTo>
                  <a:cubicBezTo>
                    <a:pt x="1" y="1143"/>
                    <a:pt x="112" y="1283"/>
                    <a:pt x="307" y="1283"/>
                  </a:cubicBezTo>
                  <a:cubicBezTo>
                    <a:pt x="475" y="1283"/>
                    <a:pt x="614" y="1143"/>
                    <a:pt x="614" y="948"/>
                  </a:cubicBezTo>
                  <a:lnTo>
                    <a:pt x="614" y="335"/>
                  </a:lnTo>
                  <a:cubicBezTo>
                    <a:pt x="614" y="140"/>
                    <a:pt x="475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5" name="Google Shape;13805;p142"/>
            <p:cNvSpPr/>
            <p:nvPr/>
          </p:nvSpPr>
          <p:spPr>
            <a:xfrm>
              <a:off x="4852175" y="2948775"/>
              <a:ext cx="16050" cy="31400"/>
            </a:xfrm>
            <a:custGeom>
              <a:avLst/>
              <a:gdLst/>
              <a:ahLst/>
              <a:cxnLst/>
              <a:rect l="l" t="t" r="r" b="b"/>
              <a:pathLst>
                <a:path w="642" h="1256" extrusionOk="0">
                  <a:moveTo>
                    <a:pt x="335" y="1"/>
                  </a:moveTo>
                  <a:cubicBezTo>
                    <a:pt x="140" y="1"/>
                    <a:pt x="1" y="140"/>
                    <a:pt x="1" y="307"/>
                  </a:cubicBezTo>
                  <a:lnTo>
                    <a:pt x="1" y="948"/>
                  </a:lnTo>
                  <a:cubicBezTo>
                    <a:pt x="1" y="1116"/>
                    <a:pt x="140" y="1255"/>
                    <a:pt x="335" y="1255"/>
                  </a:cubicBezTo>
                  <a:cubicBezTo>
                    <a:pt x="502" y="1255"/>
                    <a:pt x="642" y="1116"/>
                    <a:pt x="642" y="948"/>
                  </a:cubicBezTo>
                  <a:lnTo>
                    <a:pt x="642" y="307"/>
                  </a:lnTo>
                  <a:cubicBezTo>
                    <a:pt x="642" y="140"/>
                    <a:pt x="502" y="1"/>
                    <a:pt x="3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6" name="Google Shape;13806;p142"/>
          <p:cNvGrpSpPr/>
          <p:nvPr/>
        </p:nvGrpSpPr>
        <p:grpSpPr>
          <a:xfrm>
            <a:off x="4390823" y="1683870"/>
            <a:ext cx="389425" cy="467822"/>
            <a:chOff x="4459350" y="2882125"/>
            <a:chExt cx="228375" cy="274350"/>
          </a:xfrm>
        </p:grpSpPr>
        <p:sp>
          <p:nvSpPr>
            <p:cNvPr id="13807" name="Google Shape;13807;p142"/>
            <p:cNvSpPr/>
            <p:nvPr/>
          </p:nvSpPr>
          <p:spPr>
            <a:xfrm>
              <a:off x="4537175" y="3045650"/>
              <a:ext cx="15375" cy="15350"/>
            </a:xfrm>
            <a:custGeom>
              <a:avLst/>
              <a:gdLst/>
              <a:ahLst/>
              <a:cxnLst/>
              <a:rect l="l" t="t" r="r" b="b"/>
              <a:pathLst>
                <a:path w="615" h="614" extrusionOk="0">
                  <a:moveTo>
                    <a:pt x="308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0"/>
                    <a:pt x="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8" name="Google Shape;13808;p142"/>
            <p:cNvSpPr/>
            <p:nvPr/>
          </p:nvSpPr>
          <p:spPr>
            <a:xfrm>
              <a:off x="4599900" y="3045650"/>
              <a:ext cx="15350" cy="15350"/>
            </a:xfrm>
            <a:custGeom>
              <a:avLst/>
              <a:gdLst/>
              <a:ahLst/>
              <a:cxnLst/>
              <a:rect l="l" t="t" r="r" b="b"/>
              <a:pathLst>
                <a:path w="614" h="614" extrusionOk="0"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4"/>
                    <a:pt x="307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9" name="Google Shape;13809;p142"/>
            <p:cNvSpPr/>
            <p:nvPr/>
          </p:nvSpPr>
          <p:spPr>
            <a:xfrm>
              <a:off x="4464700" y="2886250"/>
              <a:ext cx="223025" cy="270225"/>
            </a:xfrm>
            <a:custGeom>
              <a:avLst/>
              <a:gdLst/>
              <a:ahLst/>
              <a:cxnLst/>
              <a:rect l="l" t="t" r="r" b="b"/>
              <a:pathLst>
                <a:path w="8921" h="10809" extrusionOk="0">
                  <a:moveTo>
                    <a:pt x="921" y="773"/>
                  </a:moveTo>
                  <a:cubicBezTo>
                    <a:pt x="1757" y="1219"/>
                    <a:pt x="2398" y="1916"/>
                    <a:pt x="2788" y="2808"/>
                  </a:cubicBezTo>
                  <a:cubicBezTo>
                    <a:pt x="2900" y="3059"/>
                    <a:pt x="2956" y="3310"/>
                    <a:pt x="3039" y="3589"/>
                  </a:cubicBezTo>
                  <a:cubicBezTo>
                    <a:pt x="2538" y="3868"/>
                    <a:pt x="2175" y="4314"/>
                    <a:pt x="1924" y="4843"/>
                  </a:cubicBezTo>
                  <a:cubicBezTo>
                    <a:pt x="1534" y="4481"/>
                    <a:pt x="1255" y="4035"/>
                    <a:pt x="1060" y="3561"/>
                  </a:cubicBezTo>
                  <a:cubicBezTo>
                    <a:pt x="670" y="2641"/>
                    <a:pt x="642" y="1665"/>
                    <a:pt x="921" y="773"/>
                  </a:cubicBezTo>
                  <a:close/>
                  <a:moveTo>
                    <a:pt x="8029" y="773"/>
                  </a:moveTo>
                  <a:lnTo>
                    <a:pt x="8029" y="773"/>
                  </a:lnTo>
                  <a:cubicBezTo>
                    <a:pt x="8308" y="1665"/>
                    <a:pt x="8252" y="2641"/>
                    <a:pt x="7890" y="3561"/>
                  </a:cubicBezTo>
                  <a:cubicBezTo>
                    <a:pt x="7667" y="4035"/>
                    <a:pt x="7388" y="4481"/>
                    <a:pt x="6998" y="4843"/>
                  </a:cubicBezTo>
                  <a:cubicBezTo>
                    <a:pt x="6775" y="4314"/>
                    <a:pt x="6356" y="3868"/>
                    <a:pt x="5883" y="3589"/>
                  </a:cubicBezTo>
                  <a:cubicBezTo>
                    <a:pt x="5966" y="3310"/>
                    <a:pt x="6022" y="3031"/>
                    <a:pt x="6133" y="2808"/>
                  </a:cubicBezTo>
                  <a:cubicBezTo>
                    <a:pt x="6496" y="1944"/>
                    <a:pt x="7137" y="1219"/>
                    <a:pt x="8029" y="773"/>
                  </a:cubicBezTo>
                  <a:close/>
                  <a:moveTo>
                    <a:pt x="4545" y="3840"/>
                  </a:moveTo>
                  <a:cubicBezTo>
                    <a:pt x="5660" y="3923"/>
                    <a:pt x="6524" y="4983"/>
                    <a:pt x="6524" y="6153"/>
                  </a:cubicBezTo>
                  <a:lnTo>
                    <a:pt x="6524" y="6265"/>
                  </a:lnTo>
                  <a:cubicBezTo>
                    <a:pt x="6524" y="6655"/>
                    <a:pt x="6663" y="6990"/>
                    <a:pt x="6942" y="7352"/>
                  </a:cubicBezTo>
                  <a:cubicBezTo>
                    <a:pt x="7081" y="7547"/>
                    <a:pt x="7165" y="7742"/>
                    <a:pt x="7165" y="7937"/>
                  </a:cubicBezTo>
                  <a:cubicBezTo>
                    <a:pt x="7276" y="8300"/>
                    <a:pt x="7053" y="8662"/>
                    <a:pt x="6635" y="8941"/>
                  </a:cubicBezTo>
                  <a:cubicBezTo>
                    <a:pt x="6579" y="8774"/>
                    <a:pt x="6496" y="8578"/>
                    <a:pt x="6356" y="8383"/>
                  </a:cubicBezTo>
                  <a:cubicBezTo>
                    <a:pt x="6291" y="8302"/>
                    <a:pt x="6189" y="8259"/>
                    <a:pt x="6087" y="8259"/>
                  </a:cubicBezTo>
                  <a:cubicBezTo>
                    <a:pt x="6014" y="8259"/>
                    <a:pt x="5941" y="8281"/>
                    <a:pt x="5883" y="8328"/>
                  </a:cubicBezTo>
                  <a:cubicBezTo>
                    <a:pt x="5743" y="8439"/>
                    <a:pt x="5715" y="8634"/>
                    <a:pt x="5827" y="8774"/>
                  </a:cubicBezTo>
                  <a:cubicBezTo>
                    <a:pt x="5994" y="9024"/>
                    <a:pt x="6022" y="9275"/>
                    <a:pt x="5938" y="9470"/>
                  </a:cubicBezTo>
                  <a:cubicBezTo>
                    <a:pt x="5827" y="9693"/>
                    <a:pt x="5604" y="9861"/>
                    <a:pt x="5297" y="10000"/>
                  </a:cubicBezTo>
                  <a:lnTo>
                    <a:pt x="4712" y="9136"/>
                  </a:lnTo>
                  <a:lnTo>
                    <a:pt x="4712" y="8718"/>
                  </a:lnTo>
                  <a:lnTo>
                    <a:pt x="5241" y="8188"/>
                  </a:lnTo>
                  <a:cubicBezTo>
                    <a:pt x="5381" y="8049"/>
                    <a:pt x="5381" y="7882"/>
                    <a:pt x="5241" y="7742"/>
                  </a:cubicBezTo>
                  <a:cubicBezTo>
                    <a:pt x="5172" y="7673"/>
                    <a:pt x="5088" y="7638"/>
                    <a:pt x="5005" y="7638"/>
                  </a:cubicBezTo>
                  <a:cubicBezTo>
                    <a:pt x="4921" y="7638"/>
                    <a:pt x="4837" y="7673"/>
                    <a:pt x="4768" y="7742"/>
                  </a:cubicBezTo>
                  <a:lnTo>
                    <a:pt x="4349" y="8160"/>
                  </a:lnTo>
                  <a:lnTo>
                    <a:pt x="3931" y="7742"/>
                  </a:lnTo>
                  <a:cubicBezTo>
                    <a:pt x="3862" y="7673"/>
                    <a:pt x="3785" y="7638"/>
                    <a:pt x="3708" y="7638"/>
                  </a:cubicBezTo>
                  <a:cubicBezTo>
                    <a:pt x="3632" y="7638"/>
                    <a:pt x="3555" y="7673"/>
                    <a:pt x="3485" y="7742"/>
                  </a:cubicBezTo>
                  <a:cubicBezTo>
                    <a:pt x="3346" y="7882"/>
                    <a:pt x="3346" y="8049"/>
                    <a:pt x="3485" y="8188"/>
                  </a:cubicBezTo>
                  <a:lnTo>
                    <a:pt x="4015" y="8718"/>
                  </a:lnTo>
                  <a:lnTo>
                    <a:pt x="4015" y="9136"/>
                  </a:lnTo>
                  <a:lnTo>
                    <a:pt x="3430" y="10000"/>
                  </a:lnTo>
                  <a:cubicBezTo>
                    <a:pt x="3151" y="9889"/>
                    <a:pt x="2900" y="9693"/>
                    <a:pt x="2788" y="9470"/>
                  </a:cubicBezTo>
                  <a:cubicBezTo>
                    <a:pt x="2677" y="9275"/>
                    <a:pt x="2733" y="9024"/>
                    <a:pt x="2900" y="8774"/>
                  </a:cubicBezTo>
                  <a:cubicBezTo>
                    <a:pt x="3011" y="8634"/>
                    <a:pt x="2956" y="8439"/>
                    <a:pt x="2816" y="8328"/>
                  </a:cubicBezTo>
                  <a:cubicBezTo>
                    <a:pt x="2758" y="8281"/>
                    <a:pt x="2690" y="8259"/>
                    <a:pt x="2623" y="8259"/>
                  </a:cubicBezTo>
                  <a:cubicBezTo>
                    <a:pt x="2529" y="8259"/>
                    <a:pt x="2435" y="8302"/>
                    <a:pt x="2370" y="8383"/>
                  </a:cubicBezTo>
                  <a:cubicBezTo>
                    <a:pt x="2231" y="8578"/>
                    <a:pt x="2175" y="8774"/>
                    <a:pt x="2092" y="8941"/>
                  </a:cubicBezTo>
                  <a:cubicBezTo>
                    <a:pt x="1673" y="8662"/>
                    <a:pt x="1423" y="8328"/>
                    <a:pt x="1423" y="7937"/>
                  </a:cubicBezTo>
                  <a:cubicBezTo>
                    <a:pt x="1423" y="7742"/>
                    <a:pt x="1506" y="7519"/>
                    <a:pt x="1673" y="7352"/>
                  </a:cubicBezTo>
                  <a:cubicBezTo>
                    <a:pt x="1952" y="6990"/>
                    <a:pt x="2092" y="6655"/>
                    <a:pt x="2092" y="6265"/>
                  </a:cubicBezTo>
                  <a:lnTo>
                    <a:pt x="2092" y="6153"/>
                  </a:lnTo>
                  <a:cubicBezTo>
                    <a:pt x="2092" y="4983"/>
                    <a:pt x="2956" y="3923"/>
                    <a:pt x="4071" y="3840"/>
                  </a:cubicBezTo>
                  <a:close/>
                  <a:moveTo>
                    <a:pt x="4461" y="9749"/>
                  </a:moveTo>
                  <a:lnTo>
                    <a:pt x="4712" y="10139"/>
                  </a:lnTo>
                  <a:lnTo>
                    <a:pt x="4461" y="10139"/>
                  </a:lnTo>
                  <a:cubicBezTo>
                    <a:pt x="4405" y="10153"/>
                    <a:pt x="4363" y="10160"/>
                    <a:pt x="4325" y="10160"/>
                  </a:cubicBezTo>
                  <a:cubicBezTo>
                    <a:pt x="4287" y="10160"/>
                    <a:pt x="4252" y="10153"/>
                    <a:pt x="4210" y="10139"/>
                  </a:cubicBezTo>
                  <a:lnTo>
                    <a:pt x="4461" y="9749"/>
                  </a:lnTo>
                  <a:close/>
                  <a:moveTo>
                    <a:pt x="744" y="0"/>
                  </a:moveTo>
                  <a:cubicBezTo>
                    <a:pt x="622" y="0"/>
                    <a:pt x="510" y="68"/>
                    <a:pt x="447" y="216"/>
                  </a:cubicBezTo>
                  <a:cubicBezTo>
                    <a:pt x="1" y="1359"/>
                    <a:pt x="1" y="2641"/>
                    <a:pt x="503" y="3784"/>
                  </a:cubicBezTo>
                  <a:cubicBezTo>
                    <a:pt x="781" y="4453"/>
                    <a:pt x="1200" y="5038"/>
                    <a:pt x="1701" y="5512"/>
                  </a:cubicBezTo>
                  <a:cubicBezTo>
                    <a:pt x="1646" y="5847"/>
                    <a:pt x="1646" y="6098"/>
                    <a:pt x="1646" y="6265"/>
                  </a:cubicBezTo>
                  <a:cubicBezTo>
                    <a:pt x="1646" y="6516"/>
                    <a:pt x="1534" y="6711"/>
                    <a:pt x="1367" y="6962"/>
                  </a:cubicBezTo>
                  <a:cubicBezTo>
                    <a:pt x="1116" y="7268"/>
                    <a:pt x="1004" y="7603"/>
                    <a:pt x="1004" y="7937"/>
                  </a:cubicBezTo>
                  <a:cubicBezTo>
                    <a:pt x="1004" y="8746"/>
                    <a:pt x="1646" y="9359"/>
                    <a:pt x="2370" y="9721"/>
                  </a:cubicBezTo>
                  <a:cubicBezTo>
                    <a:pt x="2677" y="10390"/>
                    <a:pt x="3569" y="10809"/>
                    <a:pt x="4461" y="10809"/>
                  </a:cubicBezTo>
                  <a:cubicBezTo>
                    <a:pt x="5381" y="10809"/>
                    <a:pt x="6217" y="10418"/>
                    <a:pt x="6552" y="9749"/>
                  </a:cubicBezTo>
                  <a:cubicBezTo>
                    <a:pt x="6552" y="9749"/>
                    <a:pt x="6552" y="9721"/>
                    <a:pt x="6579" y="9721"/>
                  </a:cubicBezTo>
                  <a:cubicBezTo>
                    <a:pt x="7332" y="9359"/>
                    <a:pt x="7945" y="8746"/>
                    <a:pt x="7945" y="7937"/>
                  </a:cubicBezTo>
                  <a:cubicBezTo>
                    <a:pt x="7945" y="7603"/>
                    <a:pt x="7834" y="7268"/>
                    <a:pt x="7611" y="6962"/>
                  </a:cubicBezTo>
                  <a:cubicBezTo>
                    <a:pt x="7416" y="6711"/>
                    <a:pt x="7332" y="6516"/>
                    <a:pt x="7332" y="6265"/>
                  </a:cubicBezTo>
                  <a:cubicBezTo>
                    <a:pt x="7332" y="6125"/>
                    <a:pt x="7332" y="5847"/>
                    <a:pt x="7248" y="5512"/>
                  </a:cubicBezTo>
                  <a:cubicBezTo>
                    <a:pt x="7750" y="5038"/>
                    <a:pt x="8168" y="4453"/>
                    <a:pt x="8447" y="3784"/>
                  </a:cubicBezTo>
                  <a:cubicBezTo>
                    <a:pt x="8921" y="2641"/>
                    <a:pt x="8921" y="1359"/>
                    <a:pt x="8475" y="216"/>
                  </a:cubicBezTo>
                  <a:cubicBezTo>
                    <a:pt x="8412" y="68"/>
                    <a:pt x="8300" y="0"/>
                    <a:pt x="8177" y="0"/>
                  </a:cubicBezTo>
                  <a:cubicBezTo>
                    <a:pt x="8138" y="0"/>
                    <a:pt x="8097" y="7"/>
                    <a:pt x="8057" y="21"/>
                  </a:cubicBezTo>
                  <a:cubicBezTo>
                    <a:pt x="6914" y="523"/>
                    <a:pt x="5994" y="1415"/>
                    <a:pt x="5548" y="2530"/>
                  </a:cubicBezTo>
                  <a:cubicBezTo>
                    <a:pt x="5437" y="2780"/>
                    <a:pt x="5381" y="3031"/>
                    <a:pt x="5297" y="3310"/>
                  </a:cubicBezTo>
                  <a:cubicBezTo>
                    <a:pt x="5130" y="3226"/>
                    <a:pt x="4963" y="3199"/>
                    <a:pt x="4740" y="3199"/>
                  </a:cubicBezTo>
                  <a:cubicBezTo>
                    <a:pt x="4656" y="3185"/>
                    <a:pt x="4558" y="3178"/>
                    <a:pt x="4461" y="3178"/>
                  </a:cubicBezTo>
                  <a:cubicBezTo>
                    <a:pt x="4363" y="3178"/>
                    <a:pt x="4266" y="3185"/>
                    <a:pt x="4182" y="3199"/>
                  </a:cubicBezTo>
                  <a:cubicBezTo>
                    <a:pt x="4015" y="3226"/>
                    <a:pt x="3792" y="3254"/>
                    <a:pt x="3625" y="3310"/>
                  </a:cubicBezTo>
                  <a:cubicBezTo>
                    <a:pt x="3569" y="3031"/>
                    <a:pt x="3485" y="2780"/>
                    <a:pt x="3374" y="2530"/>
                  </a:cubicBezTo>
                  <a:cubicBezTo>
                    <a:pt x="2928" y="1387"/>
                    <a:pt x="2036" y="523"/>
                    <a:pt x="865" y="21"/>
                  </a:cubicBezTo>
                  <a:cubicBezTo>
                    <a:pt x="824" y="7"/>
                    <a:pt x="784" y="0"/>
                    <a:pt x="7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0" name="Google Shape;13810;p142"/>
            <p:cNvSpPr/>
            <p:nvPr/>
          </p:nvSpPr>
          <p:spPr>
            <a:xfrm flipH="1">
              <a:off x="4459350" y="2886250"/>
              <a:ext cx="223025" cy="270225"/>
            </a:xfrm>
            <a:custGeom>
              <a:avLst/>
              <a:gdLst/>
              <a:ahLst/>
              <a:cxnLst/>
              <a:rect l="l" t="t" r="r" b="b"/>
              <a:pathLst>
                <a:path w="8921" h="10809" extrusionOk="0">
                  <a:moveTo>
                    <a:pt x="921" y="773"/>
                  </a:moveTo>
                  <a:cubicBezTo>
                    <a:pt x="1757" y="1219"/>
                    <a:pt x="2398" y="1916"/>
                    <a:pt x="2788" y="2808"/>
                  </a:cubicBezTo>
                  <a:cubicBezTo>
                    <a:pt x="2900" y="3059"/>
                    <a:pt x="2956" y="3310"/>
                    <a:pt x="3039" y="3589"/>
                  </a:cubicBezTo>
                  <a:cubicBezTo>
                    <a:pt x="2538" y="3868"/>
                    <a:pt x="2175" y="4314"/>
                    <a:pt x="1924" y="4843"/>
                  </a:cubicBezTo>
                  <a:cubicBezTo>
                    <a:pt x="1534" y="4481"/>
                    <a:pt x="1255" y="4035"/>
                    <a:pt x="1060" y="3561"/>
                  </a:cubicBezTo>
                  <a:cubicBezTo>
                    <a:pt x="670" y="2641"/>
                    <a:pt x="642" y="1665"/>
                    <a:pt x="921" y="773"/>
                  </a:cubicBezTo>
                  <a:close/>
                  <a:moveTo>
                    <a:pt x="8029" y="773"/>
                  </a:moveTo>
                  <a:lnTo>
                    <a:pt x="8029" y="773"/>
                  </a:lnTo>
                  <a:cubicBezTo>
                    <a:pt x="8308" y="1665"/>
                    <a:pt x="8252" y="2641"/>
                    <a:pt x="7890" y="3561"/>
                  </a:cubicBezTo>
                  <a:cubicBezTo>
                    <a:pt x="7667" y="4035"/>
                    <a:pt x="7388" y="4481"/>
                    <a:pt x="6998" y="4843"/>
                  </a:cubicBezTo>
                  <a:cubicBezTo>
                    <a:pt x="6775" y="4314"/>
                    <a:pt x="6356" y="3868"/>
                    <a:pt x="5883" y="3589"/>
                  </a:cubicBezTo>
                  <a:cubicBezTo>
                    <a:pt x="5966" y="3310"/>
                    <a:pt x="6022" y="3031"/>
                    <a:pt x="6133" y="2808"/>
                  </a:cubicBezTo>
                  <a:cubicBezTo>
                    <a:pt x="6496" y="1944"/>
                    <a:pt x="7137" y="1219"/>
                    <a:pt x="8029" y="773"/>
                  </a:cubicBezTo>
                  <a:close/>
                  <a:moveTo>
                    <a:pt x="4545" y="3840"/>
                  </a:moveTo>
                  <a:cubicBezTo>
                    <a:pt x="5660" y="3923"/>
                    <a:pt x="6524" y="4983"/>
                    <a:pt x="6524" y="6153"/>
                  </a:cubicBezTo>
                  <a:lnTo>
                    <a:pt x="6524" y="6265"/>
                  </a:lnTo>
                  <a:cubicBezTo>
                    <a:pt x="6524" y="6655"/>
                    <a:pt x="6663" y="6990"/>
                    <a:pt x="6942" y="7352"/>
                  </a:cubicBezTo>
                  <a:cubicBezTo>
                    <a:pt x="7081" y="7547"/>
                    <a:pt x="7165" y="7742"/>
                    <a:pt x="7165" y="7937"/>
                  </a:cubicBezTo>
                  <a:cubicBezTo>
                    <a:pt x="7276" y="8300"/>
                    <a:pt x="7053" y="8662"/>
                    <a:pt x="6635" y="8941"/>
                  </a:cubicBezTo>
                  <a:cubicBezTo>
                    <a:pt x="6579" y="8774"/>
                    <a:pt x="6496" y="8578"/>
                    <a:pt x="6356" y="8383"/>
                  </a:cubicBezTo>
                  <a:cubicBezTo>
                    <a:pt x="6291" y="8302"/>
                    <a:pt x="6189" y="8259"/>
                    <a:pt x="6087" y="8259"/>
                  </a:cubicBezTo>
                  <a:cubicBezTo>
                    <a:pt x="6014" y="8259"/>
                    <a:pt x="5941" y="8281"/>
                    <a:pt x="5883" y="8328"/>
                  </a:cubicBezTo>
                  <a:cubicBezTo>
                    <a:pt x="5743" y="8439"/>
                    <a:pt x="5715" y="8634"/>
                    <a:pt x="5827" y="8774"/>
                  </a:cubicBezTo>
                  <a:cubicBezTo>
                    <a:pt x="5994" y="9024"/>
                    <a:pt x="6022" y="9275"/>
                    <a:pt x="5938" y="9470"/>
                  </a:cubicBezTo>
                  <a:cubicBezTo>
                    <a:pt x="5827" y="9693"/>
                    <a:pt x="5604" y="9861"/>
                    <a:pt x="5297" y="10000"/>
                  </a:cubicBezTo>
                  <a:lnTo>
                    <a:pt x="4712" y="9136"/>
                  </a:lnTo>
                  <a:lnTo>
                    <a:pt x="4712" y="8718"/>
                  </a:lnTo>
                  <a:lnTo>
                    <a:pt x="5241" y="8188"/>
                  </a:lnTo>
                  <a:cubicBezTo>
                    <a:pt x="5381" y="8049"/>
                    <a:pt x="5381" y="7882"/>
                    <a:pt x="5241" y="7742"/>
                  </a:cubicBezTo>
                  <a:cubicBezTo>
                    <a:pt x="5172" y="7673"/>
                    <a:pt x="5088" y="7638"/>
                    <a:pt x="5005" y="7638"/>
                  </a:cubicBezTo>
                  <a:cubicBezTo>
                    <a:pt x="4921" y="7638"/>
                    <a:pt x="4837" y="7673"/>
                    <a:pt x="4768" y="7742"/>
                  </a:cubicBezTo>
                  <a:lnTo>
                    <a:pt x="4349" y="8160"/>
                  </a:lnTo>
                  <a:lnTo>
                    <a:pt x="3931" y="7742"/>
                  </a:lnTo>
                  <a:cubicBezTo>
                    <a:pt x="3862" y="7673"/>
                    <a:pt x="3785" y="7638"/>
                    <a:pt x="3708" y="7638"/>
                  </a:cubicBezTo>
                  <a:cubicBezTo>
                    <a:pt x="3632" y="7638"/>
                    <a:pt x="3555" y="7673"/>
                    <a:pt x="3485" y="7742"/>
                  </a:cubicBezTo>
                  <a:cubicBezTo>
                    <a:pt x="3346" y="7882"/>
                    <a:pt x="3346" y="8049"/>
                    <a:pt x="3485" y="8188"/>
                  </a:cubicBezTo>
                  <a:lnTo>
                    <a:pt x="4015" y="8718"/>
                  </a:lnTo>
                  <a:lnTo>
                    <a:pt x="4015" y="9136"/>
                  </a:lnTo>
                  <a:lnTo>
                    <a:pt x="3430" y="10000"/>
                  </a:lnTo>
                  <a:cubicBezTo>
                    <a:pt x="3151" y="9889"/>
                    <a:pt x="2900" y="9693"/>
                    <a:pt x="2788" y="9470"/>
                  </a:cubicBezTo>
                  <a:cubicBezTo>
                    <a:pt x="2677" y="9275"/>
                    <a:pt x="2733" y="9024"/>
                    <a:pt x="2900" y="8774"/>
                  </a:cubicBezTo>
                  <a:cubicBezTo>
                    <a:pt x="3011" y="8634"/>
                    <a:pt x="2956" y="8439"/>
                    <a:pt x="2816" y="8328"/>
                  </a:cubicBezTo>
                  <a:cubicBezTo>
                    <a:pt x="2758" y="8281"/>
                    <a:pt x="2690" y="8259"/>
                    <a:pt x="2623" y="8259"/>
                  </a:cubicBezTo>
                  <a:cubicBezTo>
                    <a:pt x="2529" y="8259"/>
                    <a:pt x="2435" y="8302"/>
                    <a:pt x="2370" y="8383"/>
                  </a:cubicBezTo>
                  <a:cubicBezTo>
                    <a:pt x="2231" y="8578"/>
                    <a:pt x="2175" y="8774"/>
                    <a:pt x="2092" y="8941"/>
                  </a:cubicBezTo>
                  <a:cubicBezTo>
                    <a:pt x="1673" y="8662"/>
                    <a:pt x="1423" y="8328"/>
                    <a:pt x="1423" y="7937"/>
                  </a:cubicBezTo>
                  <a:cubicBezTo>
                    <a:pt x="1423" y="7742"/>
                    <a:pt x="1506" y="7519"/>
                    <a:pt x="1673" y="7352"/>
                  </a:cubicBezTo>
                  <a:cubicBezTo>
                    <a:pt x="1952" y="6990"/>
                    <a:pt x="2092" y="6655"/>
                    <a:pt x="2092" y="6265"/>
                  </a:cubicBezTo>
                  <a:lnTo>
                    <a:pt x="2092" y="6153"/>
                  </a:lnTo>
                  <a:cubicBezTo>
                    <a:pt x="2092" y="4983"/>
                    <a:pt x="2956" y="3923"/>
                    <a:pt x="4071" y="3840"/>
                  </a:cubicBezTo>
                  <a:close/>
                  <a:moveTo>
                    <a:pt x="4461" y="9749"/>
                  </a:moveTo>
                  <a:lnTo>
                    <a:pt x="4712" y="10139"/>
                  </a:lnTo>
                  <a:lnTo>
                    <a:pt x="4461" y="10139"/>
                  </a:lnTo>
                  <a:cubicBezTo>
                    <a:pt x="4405" y="10153"/>
                    <a:pt x="4363" y="10160"/>
                    <a:pt x="4325" y="10160"/>
                  </a:cubicBezTo>
                  <a:cubicBezTo>
                    <a:pt x="4287" y="10160"/>
                    <a:pt x="4252" y="10153"/>
                    <a:pt x="4210" y="10139"/>
                  </a:cubicBezTo>
                  <a:lnTo>
                    <a:pt x="4461" y="9749"/>
                  </a:lnTo>
                  <a:close/>
                  <a:moveTo>
                    <a:pt x="744" y="0"/>
                  </a:moveTo>
                  <a:cubicBezTo>
                    <a:pt x="622" y="0"/>
                    <a:pt x="510" y="68"/>
                    <a:pt x="447" y="216"/>
                  </a:cubicBezTo>
                  <a:cubicBezTo>
                    <a:pt x="1" y="1359"/>
                    <a:pt x="1" y="2641"/>
                    <a:pt x="503" y="3784"/>
                  </a:cubicBezTo>
                  <a:cubicBezTo>
                    <a:pt x="781" y="4453"/>
                    <a:pt x="1200" y="5038"/>
                    <a:pt x="1701" y="5512"/>
                  </a:cubicBezTo>
                  <a:cubicBezTo>
                    <a:pt x="1646" y="5847"/>
                    <a:pt x="1646" y="6098"/>
                    <a:pt x="1646" y="6265"/>
                  </a:cubicBezTo>
                  <a:cubicBezTo>
                    <a:pt x="1646" y="6516"/>
                    <a:pt x="1534" y="6711"/>
                    <a:pt x="1367" y="6962"/>
                  </a:cubicBezTo>
                  <a:cubicBezTo>
                    <a:pt x="1116" y="7268"/>
                    <a:pt x="1004" y="7603"/>
                    <a:pt x="1004" y="7937"/>
                  </a:cubicBezTo>
                  <a:cubicBezTo>
                    <a:pt x="1004" y="8746"/>
                    <a:pt x="1646" y="9359"/>
                    <a:pt x="2370" y="9721"/>
                  </a:cubicBezTo>
                  <a:cubicBezTo>
                    <a:pt x="2677" y="10390"/>
                    <a:pt x="3569" y="10809"/>
                    <a:pt x="4461" y="10809"/>
                  </a:cubicBezTo>
                  <a:cubicBezTo>
                    <a:pt x="5381" y="10809"/>
                    <a:pt x="6217" y="10418"/>
                    <a:pt x="6552" y="9749"/>
                  </a:cubicBezTo>
                  <a:cubicBezTo>
                    <a:pt x="6552" y="9749"/>
                    <a:pt x="6552" y="9721"/>
                    <a:pt x="6579" y="9721"/>
                  </a:cubicBezTo>
                  <a:cubicBezTo>
                    <a:pt x="7332" y="9359"/>
                    <a:pt x="7945" y="8746"/>
                    <a:pt x="7945" y="7937"/>
                  </a:cubicBezTo>
                  <a:cubicBezTo>
                    <a:pt x="7945" y="7603"/>
                    <a:pt x="7834" y="7268"/>
                    <a:pt x="7611" y="6962"/>
                  </a:cubicBezTo>
                  <a:cubicBezTo>
                    <a:pt x="7416" y="6711"/>
                    <a:pt x="7332" y="6516"/>
                    <a:pt x="7332" y="6265"/>
                  </a:cubicBezTo>
                  <a:cubicBezTo>
                    <a:pt x="7332" y="6125"/>
                    <a:pt x="7332" y="5847"/>
                    <a:pt x="7248" y="5512"/>
                  </a:cubicBezTo>
                  <a:cubicBezTo>
                    <a:pt x="7750" y="5038"/>
                    <a:pt x="8168" y="4453"/>
                    <a:pt x="8447" y="3784"/>
                  </a:cubicBezTo>
                  <a:cubicBezTo>
                    <a:pt x="8921" y="2641"/>
                    <a:pt x="8921" y="1359"/>
                    <a:pt x="8475" y="216"/>
                  </a:cubicBezTo>
                  <a:cubicBezTo>
                    <a:pt x="8412" y="68"/>
                    <a:pt x="8300" y="0"/>
                    <a:pt x="8177" y="0"/>
                  </a:cubicBezTo>
                  <a:cubicBezTo>
                    <a:pt x="8138" y="0"/>
                    <a:pt x="8097" y="7"/>
                    <a:pt x="8057" y="21"/>
                  </a:cubicBezTo>
                  <a:cubicBezTo>
                    <a:pt x="6914" y="523"/>
                    <a:pt x="5994" y="1415"/>
                    <a:pt x="5548" y="2530"/>
                  </a:cubicBezTo>
                  <a:cubicBezTo>
                    <a:pt x="5437" y="2780"/>
                    <a:pt x="5381" y="3031"/>
                    <a:pt x="5297" y="3310"/>
                  </a:cubicBezTo>
                  <a:cubicBezTo>
                    <a:pt x="5130" y="3226"/>
                    <a:pt x="4963" y="3199"/>
                    <a:pt x="4740" y="3199"/>
                  </a:cubicBezTo>
                  <a:cubicBezTo>
                    <a:pt x="4656" y="3185"/>
                    <a:pt x="4558" y="3178"/>
                    <a:pt x="4461" y="3178"/>
                  </a:cubicBezTo>
                  <a:cubicBezTo>
                    <a:pt x="4363" y="3178"/>
                    <a:pt x="4266" y="3185"/>
                    <a:pt x="4182" y="3199"/>
                  </a:cubicBezTo>
                  <a:cubicBezTo>
                    <a:pt x="4015" y="3226"/>
                    <a:pt x="3792" y="3254"/>
                    <a:pt x="3625" y="3310"/>
                  </a:cubicBezTo>
                  <a:cubicBezTo>
                    <a:pt x="3569" y="3031"/>
                    <a:pt x="3485" y="2780"/>
                    <a:pt x="3374" y="2530"/>
                  </a:cubicBezTo>
                  <a:cubicBezTo>
                    <a:pt x="2928" y="1387"/>
                    <a:pt x="2036" y="523"/>
                    <a:pt x="865" y="21"/>
                  </a:cubicBezTo>
                  <a:cubicBezTo>
                    <a:pt x="824" y="7"/>
                    <a:pt x="784" y="0"/>
                    <a:pt x="7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1" name="Google Shape;13811;p142"/>
            <p:cNvSpPr/>
            <p:nvPr/>
          </p:nvSpPr>
          <p:spPr>
            <a:xfrm rot="-537108">
              <a:off x="4468759" y="2883937"/>
              <a:ext cx="24732" cy="18476"/>
            </a:xfrm>
            <a:custGeom>
              <a:avLst/>
              <a:gdLst/>
              <a:ahLst/>
              <a:cxnLst/>
              <a:rect l="l" t="t" r="r" b="b"/>
              <a:pathLst>
                <a:path w="1081" h="721" extrusionOk="0">
                  <a:moveTo>
                    <a:pt x="17" y="657"/>
                  </a:moveTo>
                  <a:cubicBezTo>
                    <a:pt x="-46" y="550"/>
                    <a:pt x="128" y="70"/>
                    <a:pt x="303" y="14"/>
                  </a:cubicBezTo>
                  <a:cubicBezTo>
                    <a:pt x="478" y="-41"/>
                    <a:pt x="1002" y="217"/>
                    <a:pt x="1065" y="324"/>
                  </a:cubicBezTo>
                  <a:cubicBezTo>
                    <a:pt x="1129" y="431"/>
                    <a:pt x="859" y="602"/>
                    <a:pt x="684" y="657"/>
                  </a:cubicBezTo>
                  <a:cubicBezTo>
                    <a:pt x="509" y="713"/>
                    <a:pt x="81" y="764"/>
                    <a:pt x="17" y="657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</p:sp>
        <p:sp>
          <p:nvSpPr>
            <p:cNvPr id="13812" name="Google Shape;13812;p142"/>
            <p:cNvSpPr/>
            <p:nvPr/>
          </p:nvSpPr>
          <p:spPr>
            <a:xfrm rot="537108" flipH="1">
              <a:off x="4653897" y="2883937"/>
              <a:ext cx="24732" cy="18476"/>
            </a:xfrm>
            <a:custGeom>
              <a:avLst/>
              <a:gdLst/>
              <a:ahLst/>
              <a:cxnLst/>
              <a:rect l="l" t="t" r="r" b="b"/>
              <a:pathLst>
                <a:path w="1081" h="721" extrusionOk="0">
                  <a:moveTo>
                    <a:pt x="17" y="657"/>
                  </a:moveTo>
                  <a:cubicBezTo>
                    <a:pt x="-46" y="550"/>
                    <a:pt x="128" y="70"/>
                    <a:pt x="303" y="14"/>
                  </a:cubicBezTo>
                  <a:cubicBezTo>
                    <a:pt x="478" y="-41"/>
                    <a:pt x="1002" y="217"/>
                    <a:pt x="1065" y="324"/>
                  </a:cubicBezTo>
                  <a:cubicBezTo>
                    <a:pt x="1129" y="431"/>
                    <a:pt x="859" y="602"/>
                    <a:pt x="684" y="657"/>
                  </a:cubicBezTo>
                  <a:cubicBezTo>
                    <a:pt x="509" y="713"/>
                    <a:pt x="81" y="764"/>
                    <a:pt x="17" y="657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</p:sp>
      </p:grpSp>
      <p:sp>
        <p:nvSpPr>
          <p:cNvPr id="13813" name="Google Shape;13813;p142"/>
          <p:cNvSpPr txBox="1"/>
          <p:nvPr/>
        </p:nvSpPr>
        <p:spPr>
          <a:xfrm>
            <a:off x="1048350" y="721025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Nature Icons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8" name="Google Shape;13818;p143"/>
          <p:cNvSpPr txBox="1">
            <a:spLocks noGrp="1"/>
          </p:cNvSpPr>
          <p:nvPr>
            <p:ph type="title" idx="4294967295"/>
          </p:nvPr>
        </p:nvSpPr>
        <p:spPr>
          <a:xfrm>
            <a:off x="1048350" y="719652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SEO &amp; Marketing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9" name="Google Shape;13819;p143"/>
          <p:cNvSpPr/>
          <p:nvPr/>
        </p:nvSpPr>
        <p:spPr>
          <a:xfrm>
            <a:off x="844100" y="1630139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20" name="Google Shape;13820;p143"/>
          <p:cNvGrpSpPr/>
          <p:nvPr/>
        </p:nvGrpSpPr>
        <p:grpSpPr>
          <a:xfrm>
            <a:off x="847082" y="2140412"/>
            <a:ext cx="426462" cy="420796"/>
            <a:chOff x="-6713450" y="2397900"/>
            <a:chExt cx="295375" cy="291450"/>
          </a:xfrm>
        </p:grpSpPr>
        <p:sp>
          <p:nvSpPr>
            <p:cNvPr id="13821" name="Google Shape;13821;p143"/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2" name="Google Shape;13822;p143"/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23" name="Google Shape;13823;p143"/>
          <p:cNvSpPr/>
          <p:nvPr/>
        </p:nvSpPr>
        <p:spPr>
          <a:xfrm>
            <a:off x="859424" y="2660229"/>
            <a:ext cx="426499" cy="421914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24" name="Google Shape;13824;p143"/>
          <p:cNvGrpSpPr/>
          <p:nvPr/>
        </p:nvGrpSpPr>
        <p:grpSpPr>
          <a:xfrm>
            <a:off x="3551844" y="1631401"/>
            <a:ext cx="423069" cy="420507"/>
            <a:chOff x="-4932650" y="2046625"/>
            <a:chExt cx="293025" cy="291250"/>
          </a:xfrm>
        </p:grpSpPr>
        <p:sp>
          <p:nvSpPr>
            <p:cNvPr id="13825" name="Google Shape;13825;p143"/>
            <p:cNvSpPr/>
            <p:nvPr/>
          </p:nvSpPr>
          <p:spPr>
            <a:xfrm>
              <a:off x="-4932650" y="2046625"/>
              <a:ext cx="293025" cy="291250"/>
            </a:xfrm>
            <a:custGeom>
              <a:avLst/>
              <a:gdLst/>
              <a:ahLst/>
              <a:cxnLst/>
              <a:rect l="l" t="t" r="r" b="b"/>
              <a:pathLst>
                <a:path w="11721" h="11650" extrusionOk="0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6" name="Google Shape;13826;p143"/>
            <p:cNvSpPr/>
            <p:nvPr/>
          </p:nvSpPr>
          <p:spPr>
            <a:xfrm>
              <a:off x="-4802675" y="2115050"/>
              <a:ext cx="122100" cy="86075"/>
            </a:xfrm>
            <a:custGeom>
              <a:avLst/>
              <a:gdLst/>
              <a:ahLst/>
              <a:cxnLst/>
              <a:rect l="l" t="t" r="r" b="b"/>
              <a:pathLst>
                <a:path w="4884" h="3443" extrusionOk="0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27" name="Google Shape;13827;p143"/>
          <p:cNvSpPr/>
          <p:nvPr/>
        </p:nvSpPr>
        <p:spPr>
          <a:xfrm>
            <a:off x="3553296" y="2140826"/>
            <a:ext cx="420796" cy="419677"/>
          </a:xfrm>
          <a:custGeom>
            <a:avLst/>
            <a:gdLst/>
            <a:ahLst/>
            <a:cxnLst/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28" name="Google Shape;13828;p143"/>
          <p:cNvGrpSpPr/>
          <p:nvPr/>
        </p:nvGrpSpPr>
        <p:grpSpPr>
          <a:xfrm>
            <a:off x="3563775" y="2660957"/>
            <a:ext cx="423069" cy="420796"/>
            <a:chOff x="-4931075" y="2765725"/>
            <a:chExt cx="293025" cy="291450"/>
          </a:xfrm>
        </p:grpSpPr>
        <p:sp>
          <p:nvSpPr>
            <p:cNvPr id="13829" name="Google Shape;13829;p143"/>
            <p:cNvSpPr/>
            <p:nvPr/>
          </p:nvSpPr>
          <p:spPr>
            <a:xfrm>
              <a:off x="-4810550" y="288465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663"/>
                  </a:moveTo>
                  <a:cubicBezTo>
                    <a:pt x="1229" y="663"/>
                    <a:pt x="1386" y="820"/>
                    <a:pt x="1386" y="1041"/>
                  </a:cubicBezTo>
                  <a:cubicBezTo>
                    <a:pt x="1386" y="1230"/>
                    <a:pt x="1229" y="1387"/>
                    <a:pt x="1008" y="1387"/>
                  </a:cubicBezTo>
                  <a:cubicBezTo>
                    <a:pt x="819" y="1387"/>
                    <a:pt x="662" y="1230"/>
                    <a:pt x="662" y="1041"/>
                  </a:cubicBezTo>
                  <a:cubicBezTo>
                    <a:pt x="662" y="820"/>
                    <a:pt x="819" y="663"/>
                    <a:pt x="1008" y="663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5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0" name="Google Shape;13830;p143"/>
            <p:cNvSpPr/>
            <p:nvPr/>
          </p:nvSpPr>
          <p:spPr>
            <a:xfrm>
              <a:off x="-4931075" y="276572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3214" y="1387"/>
                  </a:moveTo>
                  <a:lnTo>
                    <a:pt x="4475" y="3844"/>
                  </a:lnTo>
                  <a:cubicBezTo>
                    <a:pt x="4223" y="4002"/>
                    <a:pt x="4034" y="4222"/>
                    <a:pt x="3876" y="4443"/>
                  </a:cubicBezTo>
                  <a:lnTo>
                    <a:pt x="1356" y="3214"/>
                  </a:lnTo>
                  <a:cubicBezTo>
                    <a:pt x="1828" y="2427"/>
                    <a:pt x="2458" y="1796"/>
                    <a:pt x="3214" y="1387"/>
                  </a:cubicBezTo>
                  <a:close/>
                  <a:moveTo>
                    <a:pt x="5829" y="4128"/>
                  </a:moveTo>
                  <a:cubicBezTo>
                    <a:pt x="6775" y="4128"/>
                    <a:pt x="7531" y="4884"/>
                    <a:pt x="7531" y="5829"/>
                  </a:cubicBezTo>
                  <a:cubicBezTo>
                    <a:pt x="7562" y="6743"/>
                    <a:pt x="6775" y="7530"/>
                    <a:pt x="5829" y="7530"/>
                  </a:cubicBezTo>
                  <a:cubicBezTo>
                    <a:pt x="4884" y="7530"/>
                    <a:pt x="4160" y="6774"/>
                    <a:pt x="4160" y="5829"/>
                  </a:cubicBezTo>
                  <a:cubicBezTo>
                    <a:pt x="4160" y="4884"/>
                    <a:pt x="4884" y="4128"/>
                    <a:pt x="5829" y="4128"/>
                  </a:cubicBezTo>
                  <a:close/>
                  <a:moveTo>
                    <a:pt x="5798" y="662"/>
                  </a:moveTo>
                  <a:cubicBezTo>
                    <a:pt x="8665" y="662"/>
                    <a:pt x="10996" y="2994"/>
                    <a:pt x="10996" y="5861"/>
                  </a:cubicBezTo>
                  <a:cubicBezTo>
                    <a:pt x="10996" y="6585"/>
                    <a:pt x="10839" y="7247"/>
                    <a:pt x="10618" y="7845"/>
                  </a:cubicBezTo>
                  <a:lnTo>
                    <a:pt x="8129" y="6585"/>
                  </a:lnTo>
                  <a:cubicBezTo>
                    <a:pt x="8192" y="6333"/>
                    <a:pt x="8255" y="6050"/>
                    <a:pt x="8255" y="5829"/>
                  </a:cubicBezTo>
                  <a:cubicBezTo>
                    <a:pt x="8255" y="4474"/>
                    <a:pt x="7184" y="3435"/>
                    <a:pt x="5829" y="3435"/>
                  </a:cubicBezTo>
                  <a:cubicBezTo>
                    <a:pt x="5577" y="3435"/>
                    <a:pt x="5325" y="3466"/>
                    <a:pt x="5105" y="3529"/>
                  </a:cubicBezTo>
                  <a:lnTo>
                    <a:pt x="3845" y="1072"/>
                  </a:lnTo>
                  <a:cubicBezTo>
                    <a:pt x="4412" y="820"/>
                    <a:pt x="5105" y="662"/>
                    <a:pt x="5798" y="662"/>
                  </a:cubicBezTo>
                  <a:close/>
                  <a:moveTo>
                    <a:pt x="7814" y="7152"/>
                  </a:moveTo>
                  <a:lnTo>
                    <a:pt x="10303" y="8412"/>
                  </a:lnTo>
                  <a:cubicBezTo>
                    <a:pt x="9862" y="9200"/>
                    <a:pt x="9232" y="9830"/>
                    <a:pt x="8444" y="10271"/>
                  </a:cubicBezTo>
                  <a:lnTo>
                    <a:pt x="7216" y="7751"/>
                  </a:lnTo>
                  <a:cubicBezTo>
                    <a:pt x="7468" y="7593"/>
                    <a:pt x="7657" y="7404"/>
                    <a:pt x="7814" y="7152"/>
                  </a:cubicBezTo>
                  <a:close/>
                  <a:moveTo>
                    <a:pt x="1072" y="3844"/>
                  </a:moveTo>
                  <a:lnTo>
                    <a:pt x="3593" y="5073"/>
                  </a:lnTo>
                  <a:cubicBezTo>
                    <a:pt x="3530" y="5325"/>
                    <a:pt x="3498" y="5546"/>
                    <a:pt x="3498" y="5829"/>
                  </a:cubicBezTo>
                  <a:cubicBezTo>
                    <a:pt x="3498" y="7152"/>
                    <a:pt x="4538" y="8223"/>
                    <a:pt x="5892" y="8223"/>
                  </a:cubicBezTo>
                  <a:cubicBezTo>
                    <a:pt x="6176" y="8223"/>
                    <a:pt x="6396" y="8192"/>
                    <a:pt x="6648" y="8097"/>
                  </a:cubicBezTo>
                  <a:lnTo>
                    <a:pt x="7846" y="10618"/>
                  </a:lnTo>
                  <a:cubicBezTo>
                    <a:pt x="7216" y="10901"/>
                    <a:pt x="6554" y="11027"/>
                    <a:pt x="5892" y="11027"/>
                  </a:cubicBezTo>
                  <a:cubicBezTo>
                    <a:pt x="2994" y="10996"/>
                    <a:pt x="694" y="8665"/>
                    <a:pt x="694" y="5829"/>
                  </a:cubicBezTo>
                  <a:cubicBezTo>
                    <a:pt x="694" y="5104"/>
                    <a:pt x="852" y="4443"/>
                    <a:pt x="1072" y="3844"/>
                  </a:cubicBezTo>
                  <a:close/>
                  <a:moveTo>
                    <a:pt x="5798" y="1"/>
                  </a:moveTo>
                  <a:cubicBezTo>
                    <a:pt x="4254" y="1"/>
                    <a:pt x="2773" y="599"/>
                    <a:pt x="1702" y="1702"/>
                  </a:cubicBezTo>
                  <a:cubicBezTo>
                    <a:pt x="600" y="2805"/>
                    <a:pt x="1" y="4254"/>
                    <a:pt x="1" y="5798"/>
                  </a:cubicBezTo>
                  <a:cubicBezTo>
                    <a:pt x="1" y="8980"/>
                    <a:pt x="2647" y="11657"/>
                    <a:pt x="5892" y="11657"/>
                  </a:cubicBezTo>
                  <a:cubicBezTo>
                    <a:pt x="9106" y="11657"/>
                    <a:pt x="11721" y="9043"/>
                    <a:pt x="11721" y="5829"/>
                  </a:cubicBezTo>
                  <a:cubicBezTo>
                    <a:pt x="11658" y="2647"/>
                    <a:pt x="9043" y="1"/>
                    <a:pt x="57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1" name="Google Shape;13831;p143"/>
          <p:cNvGrpSpPr/>
          <p:nvPr/>
        </p:nvGrpSpPr>
        <p:grpSpPr>
          <a:xfrm>
            <a:off x="6269343" y="1656289"/>
            <a:ext cx="420796" cy="370732"/>
            <a:chOff x="-3137650" y="2067900"/>
            <a:chExt cx="291450" cy="256775"/>
          </a:xfrm>
        </p:grpSpPr>
        <p:sp>
          <p:nvSpPr>
            <p:cNvPr id="13832" name="Google Shape;13832;p143"/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143"/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4" name="Google Shape;13834;p143"/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5" name="Google Shape;13835;p143"/>
          <p:cNvGrpSpPr/>
          <p:nvPr/>
        </p:nvGrpSpPr>
        <p:grpSpPr>
          <a:xfrm>
            <a:off x="6269343" y="2139926"/>
            <a:ext cx="420796" cy="421770"/>
            <a:chOff x="-3137650" y="2408950"/>
            <a:chExt cx="291450" cy="292125"/>
          </a:xfrm>
        </p:grpSpPr>
        <p:sp>
          <p:nvSpPr>
            <p:cNvPr id="13836" name="Google Shape;13836;p143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143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143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9" name="Google Shape;13839;p143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0" name="Google Shape;13840;p143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1" name="Google Shape;13841;p143"/>
          <p:cNvGrpSpPr/>
          <p:nvPr/>
        </p:nvGrpSpPr>
        <p:grpSpPr>
          <a:xfrm>
            <a:off x="6281274" y="2685412"/>
            <a:ext cx="420796" cy="371887"/>
            <a:chOff x="-3137650" y="2787000"/>
            <a:chExt cx="291450" cy="257575"/>
          </a:xfrm>
        </p:grpSpPr>
        <p:sp>
          <p:nvSpPr>
            <p:cNvPr id="13842" name="Google Shape;13842;p143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3" name="Google Shape;13843;p143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4" name="Google Shape;13844;p143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5" name="Google Shape;13845;p143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6" name="Google Shape;13846;p143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7" name="Google Shape;13847;p143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8" name="Google Shape;13848;p143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9" name="Google Shape;13849;p143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50" name="Google Shape;13850;p143"/>
          <p:cNvSpPr/>
          <p:nvPr/>
        </p:nvSpPr>
        <p:spPr>
          <a:xfrm>
            <a:off x="1359134" y="3294616"/>
            <a:ext cx="420796" cy="295690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1" name="Google Shape;13851;p143"/>
          <p:cNvSpPr/>
          <p:nvPr/>
        </p:nvSpPr>
        <p:spPr>
          <a:xfrm>
            <a:off x="1387926" y="1630482"/>
            <a:ext cx="421914" cy="422095"/>
          </a:xfrm>
          <a:custGeom>
            <a:avLst/>
            <a:gdLst/>
            <a:ahLst/>
            <a:cxnLst/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2" name="Google Shape;13852;p143"/>
          <p:cNvSpPr/>
          <p:nvPr/>
        </p:nvSpPr>
        <p:spPr>
          <a:xfrm>
            <a:off x="1386211" y="2139274"/>
            <a:ext cx="425343" cy="422781"/>
          </a:xfrm>
          <a:custGeom>
            <a:avLst/>
            <a:gdLst/>
            <a:ahLst/>
            <a:cxnLst/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3" name="Google Shape;13853;p143"/>
          <p:cNvGrpSpPr/>
          <p:nvPr/>
        </p:nvGrpSpPr>
        <p:grpSpPr>
          <a:xfrm>
            <a:off x="1399451" y="2660397"/>
            <a:ext cx="421914" cy="421914"/>
            <a:chOff x="-6354300" y="2757075"/>
            <a:chExt cx="292225" cy="292225"/>
          </a:xfrm>
        </p:grpSpPr>
        <p:sp>
          <p:nvSpPr>
            <p:cNvPr id="13854" name="Google Shape;13854;p143"/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5" name="Google Shape;13855;p143"/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6" name="Google Shape;13856;p143"/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7" name="Google Shape;13857;p143"/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58" name="Google Shape;13858;p143"/>
          <p:cNvGrpSpPr/>
          <p:nvPr/>
        </p:nvGrpSpPr>
        <p:grpSpPr>
          <a:xfrm>
            <a:off x="4093454" y="1629560"/>
            <a:ext cx="424188" cy="424188"/>
            <a:chOff x="-4573475" y="2045850"/>
            <a:chExt cx="293800" cy="293800"/>
          </a:xfrm>
        </p:grpSpPr>
        <p:sp>
          <p:nvSpPr>
            <p:cNvPr id="13859" name="Google Shape;13859;p143"/>
            <p:cNvSpPr/>
            <p:nvPr/>
          </p:nvSpPr>
          <p:spPr>
            <a:xfrm>
              <a:off x="-4573475" y="2045850"/>
              <a:ext cx="293800" cy="293800"/>
            </a:xfrm>
            <a:custGeom>
              <a:avLst/>
              <a:gdLst/>
              <a:ahLst/>
              <a:cxnLst/>
              <a:rect l="l" t="t" r="r" b="b"/>
              <a:pathLst>
                <a:path w="11752" h="11752" extrusionOk="0">
                  <a:moveTo>
                    <a:pt x="6333" y="756"/>
                  </a:moveTo>
                  <a:lnTo>
                    <a:pt x="6459" y="1292"/>
                  </a:lnTo>
                  <a:cubicBezTo>
                    <a:pt x="6490" y="1418"/>
                    <a:pt x="6585" y="1544"/>
                    <a:pt x="6742" y="1576"/>
                  </a:cubicBezTo>
                  <a:cubicBezTo>
                    <a:pt x="7372" y="1702"/>
                    <a:pt x="7908" y="1922"/>
                    <a:pt x="8444" y="2300"/>
                  </a:cubicBezTo>
                  <a:cubicBezTo>
                    <a:pt x="8491" y="2332"/>
                    <a:pt x="8546" y="2347"/>
                    <a:pt x="8605" y="2347"/>
                  </a:cubicBezTo>
                  <a:cubicBezTo>
                    <a:pt x="8664" y="2347"/>
                    <a:pt x="8727" y="2332"/>
                    <a:pt x="8790" y="2300"/>
                  </a:cubicBezTo>
                  <a:lnTo>
                    <a:pt x="9231" y="2017"/>
                  </a:lnTo>
                  <a:lnTo>
                    <a:pt x="9798" y="2584"/>
                  </a:lnTo>
                  <a:lnTo>
                    <a:pt x="9546" y="3025"/>
                  </a:lnTo>
                  <a:cubicBezTo>
                    <a:pt x="9452" y="3151"/>
                    <a:pt x="9452" y="3308"/>
                    <a:pt x="9546" y="3371"/>
                  </a:cubicBezTo>
                  <a:cubicBezTo>
                    <a:pt x="9893" y="3907"/>
                    <a:pt x="10113" y="4505"/>
                    <a:pt x="10239" y="5073"/>
                  </a:cubicBezTo>
                  <a:cubicBezTo>
                    <a:pt x="10271" y="5199"/>
                    <a:pt x="10365" y="5325"/>
                    <a:pt x="10523" y="5356"/>
                  </a:cubicBezTo>
                  <a:lnTo>
                    <a:pt x="11058" y="5482"/>
                  </a:lnTo>
                  <a:lnTo>
                    <a:pt x="11058" y="6301"/>
                  </a:lnTo>
                  <a:lnTo>
                    <a:pt x="10523" y="6427"/>
                  </a:lnTo>
                  <a:cubicBezTo>
                    <a:pt x="10397" y="6459"/>
                    <a:pt x="10271" y="6553"/>
                    <a:pt x="10239" y="6711"/>
                  </a:cubicBezTo>
                  <a:cubicBezTo>
                    <a:pt x="10113" y="7309"/>
                    <a:pt x="9893" y="7877"/>
                    <a:pt x="9546" y="8381"/>
                  </a:cubicBezTo>
                  <a:cubicBezTo>
                    <a:pt x="9452" y="8507"/>
                    <a:pt x="9452" y="8633"/>
                    <a:pt x="9546" y="8759"/>
                  </a:cubicBezTo>
                  <a:lnTo>
                    <a:pt x="9798" y="9168"/>
                  </a:lnTo>
                  <a:lnTo>
                    <a:pt x="9231" y="9767"/>
                  </a:lnTo>
                  <a:lnTo>
                    <a:pt x="8790" y="9483"/>
                  </a:lnTo>
                  <a:cubicBezTo>
                    <a:pt x="8727" y="9452"/>
                    <a:pt x="8656" y="9436"/>
                    <a:pt x="8593" y="9436"/>
                  </a:cubicBezTo>
                  <a:cubicBezTo>
                    <a:pt x="8530" y="9436"/>
                    <a:pt x="8475" y="9452"/>
                    <a:pt x="8444" y="9483"/>
                  </a:cubicBezTo>
                  <a:cubicBezTo>
                    <a:pt x="7908" y="9861"/>
                    <a:pt x="7341" y="10082"/>
                    <a:pt x="6742" y="10208"/>
                  </a:cubicBezTo>
                  <a:cubicBezTo>
                    <a:pt x="6616" y="10239"/>
                    <a:pt x="6490" y="10334"/>
                    <a:pt x="6459" y="10428"/>
                  </a:cubicBezTo>
                  <a:lnTo>
                    <a:pt x="6333" y="10964"/>
                  </a:lnTo>
                  <a:lnTo>
                    <a:pt x="5514" y="10964"/>
                  </a:lnTo>
                  <a:lnTo>
                    <a:pt x="5388" y="10428"/>
                  </a:lnTo>
                  <a:cubicBezTo>
                    <a:pt x="5356" y="10334"/>
                    <a:pt x="5230" y="10208"/>
                    <a:pt x="5136" y="10208"/>
                  </a:cubicBezTo>
                  <a:cubicBezTo>
                    <a:pt x="4505" y="10082"/>
                    <a:pt x="3938" y="9861"/>
                    <a:pt x="3434" y="9483"/>
                  </a:cubicBezTo>
                  <a:cubicBezTo>
                    <a:pt x="3371" y="9452"/>
                    <a:pt x="3308" y="9436"/>
                    <a:pt x="3249" y="9436"/>
                  </a:cubicBezTo>
                  <a:cubicBezTo>
                    <a:pt x="3190" y="9436"/>
                    <a:pt x="3135" y="9452"/>
                    <a:pt x="3088" y="9483"/>
                  </a:cubicBezTo>
                  <a:lnTo>
                    <a:pt x="2647" y="9767"/>
                  </a:lnTo>
                  <a:lnTo>
                    <a:pt x="2048" y="9168"/>
                  </a:lnTo>
                  <a:lnTo>
                    <a:pt x="2332" y="8759"/>
                  </a:lnTo>
                  <a:cubicBezTo>
                    <a:pt x="2395" y="8633"/>
                    <a:pt x="2395" y="8475"/>
                    <a:pt x="2332" y="8381"/>
                  </a:cubicBezTo>
                  <a:cubicBezTo>
                    <a:pt x="1985" y="7877"/>
                    <a:pt x="1733" y="7278"/>
                    <a:pt x="1607" y="6711"/>
                  </a:cubicBezTo>
                  <a:cubicBezTo>
                    <a:pt x="1575" y="6585"/>
                    <a:pt x="1512" y="6459"/>
                    <a:pt x="1386" y="6427"/>
                  </a:cubicBezTo>
                  <a:lnTo>
                    <a:pt x="882" y="6301"/>
                  </a:lnTo>
                  <a:lnTo>
                    <a:pt x="882" y="5482"/>
                  </a:lnTo>
                  <a:lnTo>
                    <a:pt x="1386" y="5356"/>
                  </a:lnTo>
                  <a:cubicBezTo>
                    <a:pt x="1512" y="5325"/>
                    <a:pt x="1607" y="5199"/>
                    <a:pt x="1607" y="5073"/>
                  </a:cubicBezTo>
                  <a:cubicBezTo>
                    <a:pt x="1733" y="4442"/>
                    <a:pt x="1985" y="3907"/>
                    <a:pt x="2332" y="3371"/>
                  </a:cubicBezTo>
                  <a:cubicBezTo>
                    <a:pt x="2395" y="3277"/>
                    <a:pt x="2395" y="3151"/>
                    <a:pt x="2332" y="3025"/>
                  </a:cubicBezTo>
                  <a:lnTo>
                    <a:pt x="2048" y="2584"/>
                  </a:lnTo>
                  <a:lnTo>
                    <a:pt x="2647" y="2017"/>
                  </a:lnTo>
                  <a:lnTo>
                    <a:pt x="3088" y="2300"/>
                  </a:lnTo>
                  <a:cubicBezTo>
                    <a:pt x="3135" y="2332"/>
                    <a:pt x="3198" y="2347"/>
                    <a:pt x="3261" y="2347"/>
                  </a:cubicBezTo>
                  <a:cubicBezTo>
                    <a:pt x="3324" y="2347"/>
                    <a:pt x="3387" y="2332"/>
                    <a:pt x="3434" y="2300"/>
                  </a:cubicBezTo>
                  <a:cubicBezTo>
                    <a:pt x="3938" y="1922"/>
                    <a:pt x="4537" y="1702"/>
                    <a:pt x="5136" y="1576"/>
                  </a:cubicBezTo>
                  <a:cubicBezTo>
                    <a:pt x="5230" y="1544"/>
                    <a:pt x="5356" y="1450"/>
                    <a:pt x="5388" y="1292"/>
                  </a:cubicBezTo>
                  <a:lnTo>
                    <a:pt x="5514" y="756"/>
                  </a:lnTo>
                  <a:close/>
                  <a:moveTo>
                    <a:pt x="5167" y="0"/>
                  </a:moveTo>
                  <a:cubicBezTo>
                    <a:pt x="5009" y="0"/>
                    <a:pt x="4852" y="126"/>
                    <a:pt x="4852" y="284"/>
                  </a:cubicBezTo>
                  <a:lnTo>
                    <a:pt x="4694" y="882"/>
                  </a:lnTo>
                  <a:cubicBezTo>
                    <a:pt x="4127" y="977"/>
                    <a:pt x="3623" y="1229"/>
                    <a:pt x="3119" y="1513"/>
                  </a:cubicBezTo>
                  <a:lnTo>
                    <a:pt x="2615" y="1197"/>
                  </a:lnTo>
                  <a:cubicBezTo>
                    <a:pt x="2557" y="1154"/>
                    <a:pt x="2485" y="1130"/>
                    <a:pt x="2412" y="1130"/>
                  </a:cubicBezTo>
                  <a:cubicBezTo>
                    <a:pt x="2327" y="1130"/>
                    <a:pt x="2242" y="1161"/>
                    <a:pt x="2174" y="1229"/>
                  </a:cubicBezTo>
                  <a:lnTo>
                    <a:pt x="1197" y="2206"/>
                  </a:lnTo>
                  <a:cubicBezTo>
                    <a:pt x="1071" y="2332"/>
                    <a:pt x="1071" y="2489"/>
                    <a:pt x="1134" y="2647"/>
                  </a:cubicBezTo>
                  <a:lnTo>
                    <a:pt x="1449" y="3151"/>
                  </a:lnTo>
                  <a:cubicBezTo>
                    <a:pt x="1134" y="3623"/>
                    <a:pt x="945" y="4159"/>
                    <a:pt x="819" y="4726"/>
                  </a:cubicBezTo>
                  <a:lnTo>
                    <a:pt x="284" y="4884"/>
                  </a:lnTo>
                  <a:cubicBezTo>
                    <a:pt x="126" y="4915"/>
                    <a:pt x="0" y="5041"/>
                    <a:pt x="0" y="5199"/>
                  </a:cubicBezTo>
                  <a:lnTo>
                    <a:pt x="0" y="6585"/>
                  </a:lnTo>
                  <a:cubicBezTo>
                    <a:pt x="0" y="6742"/>
                    <a:pt x="126" y="6868"/>
                    <a:pt x="284" y="6900"/>
                  </a:cubicBezTo>
                  <a:lnTo>
                    <a:pt x="819" y="7057"/>
                  </a:lnTo>
                  <a:cubicBezTo>
                    <a:pt x="945" y="7593"/>
                    <a:pt x="1197" y="8129"/>
                    <a:pt x="1449" y="8633"/>
                  </a:cubicBezTo>
                  <a:lnTo>
                    <a:pt x="1134" y="9137"/>
                  </a:lnTo>
                  <a:cubicBezTo>
                    <a:pt x="1071" y="9263"/>
                    <a:pt x="1071" y="9452"/>
                    <a:pt x="1197" y="9578"/>
                  </a:cubicBezTo>
                  <a:lnTo>
                    <a:pt x="2174" y="10554"/>
                  </a:lnTo>
                  <a:cubicBezTo>
                    <a:pt x="2242" y="10622"/>
                    <a:pt x="2318" y="10653"/>
                    <a:pt x="2399" y="10653"/>
                  </a:cubicBezTo>
                  <a:cubicBezTo>
                    <a:pt x="2469" y="10653"/>
                    <a:pt x="2542" y="10630"/>
                    <a:pt x="2615" y="10586"/>
                  </a:cubicBezTo>
                  <a:lnTo>
                    <a:pt x="3119" y="10271"/>
                  </a:lnTo>
                  <a:cubicBezTo>
                    <a:pt x="3592" y="10586"/>
                    <a:pt x="4127" y="10806"/>
                    <a:pt x="4694" y="10901"/>
                  </a:cubicBezTo>
                  <a:lnTo>
                    <a:pt x="4852" y="11468"/>
                  </a:lnTo>
                  <a:cubicBezTo>
                    <a:pt x="4883" y="11626"/>
                    <a:pt x="5009" y="11752"/>
                    <a:pt x="5167" y="11752"/>
                  </a:cubicBezTo>
                  <a:lnTo>
                    <a:pt x="6553" y="11752"/>
                  </a:lnTo>
                  <a:cubicBezTo>
                    <a:pt x="6711" y="11752"/>
                    <a:pt x="6805" y="11626"/>
                    <a:pt x="6868" y="11468"/>
                  </a:cubicBezTo>
                  <a:lnTo>
                    <a:pt x="7026" y="10901"/>
                  </a:lnTo>
                  <a:cubicBezTo>
                    <a:pt x="7561" y="10806"/>
                    <a:pt x="8065" y="10554"/>
                    <a:pt x="8601" y="10271"/>
                  </a:cubicBezTo>
                  <a:lnTo>
                    <a:pt x="9105" y="10586"/>
                  </a:lnTo>
                  <a:cubicBezTo>
                    <a:pt x="9164" y="10630"/>
                    <a:pt x="9236" y="10653"/>
                    <a:pt x="9309" y="10653"/>
                  </a:cubicBezTo>
                  <a:cubicBezTo>
                    <a:pt x="9393" y="10653"/>
                    <a:pt x="9479" y="10622"/>
                    <a:pt x="9546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4" y="9137"/>
                  </a:cubicBezTo>
                  <a:lnTo>
                    <a:pt x="10239" y="8633"/>
                  </a:lnTo>
                  <a:cubicBezTo>
                    <a:pt x="10554" y="8160"/>
                    <a:pt x="10743" y="7656"/>
                    <a:pt x="10869" y="7057"/>
                  </a:cubicBezTo>
                  <a:lnTo>
                    <a:pt x="11468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9"/>
                  </a:lnTo>
                  <a:cubicBezTo>
                    <a:pt x="11752" y="5041"/>
                    <a:pt x="11626" y="4915"/>
                    <a:pt x="11468" y="4884"/>
                  </a:cubicBezTo>
                  <a:lnTo>
                    <a:pt x="10869" y="4726"/>
                  </a:lnTo>
                  <a:cubicBezTo>
                    <a:pt x="10743" y="4159"/>
                    <a:pt x="10523" y="3655"/>
                    <a:pt x="10239" y="3151"/>
                  </a:cubicBezTo>
                  <a:lnTo>
                    <a:pt x="10554" y="2647"/>
                  </a:lnTo>
                  <a:cubicBezTo>
                    <a:pt x="10649" y="2521"/>
                    <a:pt x="10649" y="2332"/>
                    <a:pt x="10523" y="2206"/>
                  </a:cubicBezTo>
                  <a:lnTo>
                    <a:pt x="9546" y="1229"/>
                  </a:lnTo>
                  <a:cubicBezTo>
                    <a:pt x="9479" y="1161"/>
                    <a:pt x="9402" y="1130"/>
                    <a:pt x="9321" y="1130"/>
                  </a:cubicBezTo>
                  <a:cubicBezTo>
                    <a:pt x="9251" y="1130"/>
                    <a:pt x="9178" y="1154"/>
                    <a:pt x="9105" y="1197"/>
                  </a:cubicBezTo>
                  <a:lnTo>
                    <a:pt x="8601" y="1513"/>
                  </a:lnTo>
                  <a:cubicBezTo>
                    <a:pt x="8128" y="1197"/>
                    <a:pt x="7593" y="977"/>
                    <a:pt x="7026" y="882"/>
                  </a:cubicBezTo>
                  <a:lnTo>
                    <a:pt x="6868" y="284"/>
                  </a:lnTo>
                  <a:cubicBezTo>
                    <a:pt x="6805" y="126"/>
                    <a:pt x="6711" y="0"/>
                    <a:pt x="65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0" name="Google Shape;13860;p143"/>
            <p:cNvSpPr/>
            <p:nvPr/>
          </p:nvSpPr>
          <p:spPr>
            <a:xfrm>
              <a:off x="-4521500" y="209940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50" y="662"/>
                  </a:moveTo>
                  <a:cubicBezTo>
                    <a:pt x="5451" y="662"/>
                    <a:pt x="6837" y="2017"/>
                    <a:pt x="6837" y="3718"/>
                  </a:cubicBezTo>
                  <a:cubicBezTo>
                    <a:pt x="6869" y="5104"/>
                    <a:pt x="6049" y="6239"/>
                    <a:pt x="4821" y="6648"/>
                  </a:cubicBezTo>
                  <a:lnTo>
                    <a:pt x="4821" y="5892"/>
                  </a:lnTo>
                  <a:cubicBezTo>
                    <a:pt x="5640" y="5514"/>
                    <a:pt x="6207" y="4663"/>
                    <a:pt x="6207" y="3718"/>
                  </a:cubicBezTo>
                  <a:cubicBezTo>
                    <a:pt x="6207" y="2710"/>
                    <a:pt x="5577" y="1796"/>
                    <a:pt x="4569" y="1481"/>
                  </a:cubicBezTo>
                  <a:cubicBezTo>
                    <a:pt x="4535" y="1472"/>
                    <a:pt x="4501" y="1467"/>
                    <a:pt x="4468" y="1467"/>
                  </a:cubicBezTo>
                  <a:cubicBezTo>
                    <a:pt x="4278" y="1467"/>
                    <a:pt x="4096" y="1609"/>
                    <a:pt x="4096" y="1796"/>
                  </a:cubicBezTo>
                  <a:lnTo>
                    <a:pt x="4096" y="3372"/>
                  </a:lnTo>
                  <a:lnTo>
                    <a:pt x="3435" y="3372"/>
                  </a:lnTo>
                  <a:lnTo>
                    <a:pt x="3435" y="1796"/>
                  </a:lnTo>
                  <a:cubicBezTo>
                    <a:pt x="3435" y="1609"/>
                    <a:pt x="3276" y="1467"/>
                    <a:pt x="3073" y="1467"/>
                  </a:cubicBezTo>
                  <a:cubicBezTo>
                    <a:pt x="3037" y="1467"/>
                    <a:pt x="3000" y="1472"/>
                    <a:pt x="2962" y="1481"/>
                  </a:cubicBezTo>
                  <a:cubicBezTo>
                    <a:pt x="2017" y="1828"/>
                    <a:pt x="1355" y="2742"/>
                    <a:pt x="1355" y="3718"/>
                  </a:cubicBezTo>
                  <a:cubicBezTo>
                    <a:pt x="1355" y="4663"/>
                    <a:pt x="1891" y="5514"/>
                    <a:pt x="2741" y="5892"/>
                  </a:cubicBezTo>
                  <a:lnTo>
                    <a:pt x="2741" y="6648"/>
                  </a:lnTo>
                  <a:cubicBezTo>
                    <a:pt x="1544" y="6207"/>
                    <a:pt x="694" y="5073"/>
                    <a:pt x="694" y="3718"/>
                  </a:cubicBezTo>
                  <a:cubicBezTo>
                    <a:pt x="694" y="2017"/>
                    <a:pt x="2048" y="662"/>
                    <a:pt x="3750" y="662"/>
                  </a:cubicBezTo>
                  <a:close/>
                  <a:moveTo>
                    <a:pt x="4852" y="2363"/>
                  </a:moveTo>
                  <a:cubicBezTo>
                    <a:pt x="5293" y="2679"/>
                    <a:pt x="5514" y="3183"/>
                    <a:pt x="5514" y="3718"/>
                  </a:cubicBezTo>
                  <a:cubicBezTo>
                    <a:pt x="5514" y="4443"/>
                    <a:pt x="5041" y="5104"/>
                    <a:pt x="4380" y="5356"/>
                  </a:cubicBezTo>
                  <a:cubicBezTo>
                    <a:pt x="4254" y="5388"/>
                    <a:pt x="4159" y="5545"/>
                    <a:pt x="4159" y="5671"/>
                  </a:cubicBezTo>
                  <a:lnTo>
                    <a:pt x="4159" y="6806"/>
                  </a:lnTo>
                  <a:lnTo>
                    <a:pt x="3781" y="6806"/>
                  </a:lnTo>
                  <a:cubicBezTo>
                    <a:pt x="3734" y="6821"/>
                    <a:pt x="3679" y="6829"/>
                    <a:pt x="3624" y="6829"/>
                  </a:cubicBezTo>
                  <a:cubicBezTo>
                    <a:pt x="3568" y="6829"/>
                    <a:pt x="3513" y="6821"/>
                    <a:pt x="3466" y="6806"/>
                  </a:cubicBezTo>
                  <a:lnTo>
                    <a:pt x="3466" y="5671"/>
                  </a:lnTo>
                  <a:cubicBezTo>
                    <a:pt x="3466" y="5514"/>
                    <a:pt x="3403" y="5388"/>
                    <a:pt x="3246" y="5356"/>
                  </a:cubicBezTo>
                  <a:cubicBezTo>
                    <a:pt x="2584" y="5104"/>
                    <a:pt x="2111" y="4443"/>
                    <a:pt x="2111" y="3718"/>
                  </a:cubicBezTo>
                  <a:cubicBezTo>
                    <a:pt x="2111" y="3183"/>
                    <a:pt x="2363" y="2679"/>
                    <a:pt x="2773" y="2363"/>
                  </a:cubicBezTo>
                  <a:lnTo>
                    <a:pt x="2773" y="3718"/>
                  </a:lnTo>
                  <a:cubicBezTo>
                    <a:pt x="2773" y="3939"/>
                    <a:pt x="2930" y="4096"/>
                    <a:pt x="3120" y="4096"/>
                  </a:cubicBezTo>
                  <a:lnTo>
                    <a:pt x="4506" y="4096"/>
                  </a:lnTo>
                  <a:cubicBezTo>
                    <a:pt x="4695" y="4096"/>
                    <a:pt x="4852" y="3939"/>
                    <a:pt x="4852" y="3718"/>
                  </a:cubicBezTo>
                  <a:lnTo>
                    <a:pt x="4852" y="2363"/>
                  </a:lnTo>
                  <a:close/>
                  <a:moveTo>
                    <a:pt x="3781" y="1"/>
                  </a:moveTo>
                  <a:cubicBezTo>
                    <a:pt x="1702" y="1"/>
                    <a:pt x="1" y="1670"/>
                    <a:pt x="1" y="3781"/>
                  </a:cubicBezTo>
                  <a:cubicBezTo>
                    <a:pt x="1" y="5861"/>
                    <a:pt x="1702" y="7530"/>
                    <a:pt x="3781" y="7530"/>
                  </a:cubicBezTo>
                  <a:cubicBezTo>
                    <a:pt x="5892" y="7530"/>
                    <a:pt x="7562" y="5861"/>
                    <a:pt x="7562" y="3781"/>
                  </a:cubicBezTo>
                  <a:cubicBezTo>
                    <a:pt x="7562" y="1670"/>
                    <a:pt x="5892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1" name="Google Shape;13861;p143"/>
          <p:cNvGrpSpPr/>
          <p:nvPr/>
        </p:nvGrpSpPr>
        <p:grpSpPr>
          <a:xfrm>
            <a:off x="4092877" y="2138699"/>
            <a:ext cx="425343" cy="424225"/>
            <a:chOff x="-4570325" y="2405775"/>
            <a:chExt cx="294600" cy="293825"/>
          </a:xfrm>
        </p:grpSpPr>
        <p:sp>
          <p:nvSpPr>
            <p:cNvPr id="13862" name="Google Shape;13862;p143"/>
            <p:cNvSpPr/>
            <p:nvPr/>
          </p:nvSpPr>
          <p:spPr>
            <a:xfrm>
              <a:off x="-4570325" y="2405775"/>
              <a:ext cx="294600" cy="293825"/>
            </a:xfrm>
            <a:custGeom>
              <a:avLst/>
              <a:gdLst/>
              <a:ahLst/>
              <a:cxnLst/>
              <a:rect l="l" t="t" r="r" b="b"/>
              <a:pathLst>
                <a:path w="11784" h="11753" extrusionOk="0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3" name="Google Shape;13863;p143"/>
            <p:cNvSpPr/>
            <p:nvPr/>
          </p:nvSpPr>
          <p:spPr>
            <a:xfrm>
              <a:off x="-4478175" y="2439650"/>
              <a:ext cx="103975" cy="120525"/>
            </a:xfrm>
            <a:custGeom>
              <a:avLst/>
              <a:gdLst/>
              <a:ahLst/>
              <a:cxnLst/>
              <a:rect l="l" t="t" r="r" b="b"/>
              <a:pathLst>
                <a:path w="4159" h="4821" extrusionOk="0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4" name="Google Shape;13864;p143"/>
          <p:cNvGrpSpPr/>
          <p:nvPr/>
        </p:nvGrpSpPr>
        <p:grpSpPr>
          <a:xfrm>
            <a:off x="4105945" y="2659838"/>
            <a:ext cx="423069" cy="423033"/>
            <a:chOff x="-4572700" y="2764950"/>
            <a:chExt cx="293025" cy="293000"/>
          </a:xfrm>
        </p:grpSpPr>
        <p:sp>
          <p:nvSpPr>
            <p:cNvPr id="13865" name="Google Shape;13865;p143"/>
            <p:cNvSpPr/>
            <p:nvPr/>
          </p:nvSpPr>
          <p:spPr>
            <a:xfrm>
              <a:off x="-4572700" y="2764950"/>
              <a:ext cx="293025" cy="293000"/>
            </a:xfrm>
            <a:custGeom>
              <a:avLst/>
              <a:gdLst/>
              <a:ahLst/>
              <a:cxnLst/>
              <a:rect l="l" t="t" r="r" b="b"/>
              <a:pathLst>
                <a:path w="11721" h="11720" extrusionOk="0">
                  <a:moveTo>
                    <a:pt x="10681" y="2048"/>
                  </a:moveTo>
                  <a:cubicBezTo>
                    <a:pt x="10870" y="2048"/>
                    <a:pt x="11027" y="2206"/>
                    <a:pt x="11027" y="2395"/>
                  </a:cubicBezTo>
                  <a:lnTo>
                    <a:pt x="11027" y="7246"/>
                  </a:lnTo>
                  <a:cubicBezTo>
                    <a:pt x="11027" y="7435"/>
                    <a:pt x="10870" y="7593"/>
                    <a:pt x="10681" y="7593"/>
                  </a:cubicBezTo>
                  <a:lnTo>
                    <a:pt x="1072" y="7593"/>
                  </a:lnTo>
                  <a:cubicBezTo>
                    <a:pt x="883" y="7593"/>
                    <a:pt x="725" y="7435"/>
                    <a:pt x="725" y="7246"/>
                  </a:cubicBezTo>
                  <a:lnTo>
                    <a:pt x="725" y="2395"/>
                  </a:lnTo>
                  <a:cubicBezTo>
                    <a:pt x="725" y="2206"/>
                    <a:pt x="883" y="2048"/>
                    <a:pt x="1072" y="2048"/>
                  </a:cubicBezTo>
                  <a:close/>
                  <a:moveTo>
                    <a:pt x="4821" y="8286"/>
                  </a:moveTo>
                  <a:lnTo>
                    <a:pt x="4821" y="8979"/>
                  </a:lnTo>
                  <a:lnTo>
                    <a:pt x="3435" y="8979"/>
                  </a:lnTo>
                  <a:lnTo>
                    <a:pt x="3435" y="8286"/>
                  </a:lnTo>
                  <a:close/>
                  <a:moveTo>
                    <a:pt x="8287" y="8286"/>
                  </a:moveTo>
                  <a:lnTo>
                    <a:pt x="8287" y="8979"/>
                  </a:lnTo>
                  <a:lnTo>
                    <a:pt x="6869" y="8979"/>
                  </a:lnTo>
                  <a:lnTo>
                    <a:pt x="6869" y="8286"/>
                  </a:lnTo>
                  <a:close/>
                  <a:moveTo>
                    <a:pt x="6207" y="8254"/>
                  </a:moveTo>
                  <a:lnTo>
                    <a:pt x="6207" y="11027"/>
                  </a:lnTo>
                  <a:lnTo>
                    <a:pt x="5514" y="11027"/>
                  </a:lnTo>
                  <a:lnTo>
                    <a:pt x="5514" y="8254"/>
                  </a:ln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cubicBezTo>
                    <a:pt x="1387" y="536"/>
                    <a:pt x="1544" y="693"/>
                    <a:pt x="1733" y="693"/>
                  </a:cubicBezTo>
                  <a:lnTo>
                    <a:pt x="2112" y="693"/>
                  </a:lnTo>
                  <a:lnTo>
                    <a:pt x="2112" y="1355"/>
                  </a:lnTo>
                  <a:lnTo>
                    <a:pt x="1072" y="1355"/>
                  </a:lnTo>
                  <a:cubicBezTo>
                    <a:pt x="536" y="1355"/>
                    <a:pt x="64" y="1827"/>
                    <a:pt x="64" y="2395"/>
                  </a:cubicBezTo>
                  <a:lnTo>
                    <a:pt x="64" y="7246"/>
                  </a:lnTo>
                  <a:cubicBezTo>
                    <a:pt x="64" y="7782"/>
                    <a:pt x="536" y="8254"/>
                    <a:pt x="1072" y="8254"/>
                  </a:cubicBezTo>
                  <a:lnTo>
                    <a:pt x="2773" y="8254"/>
                  </a:lnTo>
                  <a:lnTo>
                    <a:pt x="2773" y="8916"/>
                  </a:lnTo>
                  <a:lnTo>
                    <a:pt x="1733" y="8916"/>
                  </a:lnTo>
                  <a:cubicBezTo>
                    <a:pt x="1544" y="8916"/>
                    <a:pt x="1387" y="9074"/>
                    <a:pt x="1387" y="9294"/>
                  </a:cubicBezTo>
                  <a:cubicBezTo>
                    <a:pt x="1387" y="9483"/>
                    <a:pt x="1544" y="9641"/>
                    <a:pt x="1733" y="9641"/>
                  </a:cubicBezTo>
                  <a:lnTo>
                    <a:pt x="4821" y="9641"/>
                  </a:lnTo>
                  <a:lnTo>
                    <a:pt x="4821" y="11027"/>
                  </a:lnTo>
                  <a:lnTo>
                    <a:pt x="379" y="11027"/>
                  </a:lnTo>
                  <a:cubicBezTo>
                    <a:pt x="158" y="11027"/>
                    <a:pt x="1" y="11184"/>
                    <a:pt x="1" y="11373"/>
                  </a:cubicBezTo>
                  <a:cubicBezTo>
                    <a:pt x="1" y="11562"/>
                    <a:pt x="158" y="11720"/>
                    <a:pt x="379" y="11720"/>
                  </a:cubicBezTo>
                  <a:lnTo>
                    <a:pt x="11342" y="11720"/>
                  </a:lnTo>
                  <a:cubicBezTo>
                    <a:pt x="11563" y="11720"/>
                    <a:pt x="11721" y="11562"/>
                    <a:pt x="11721" y="11373"/>
                  </a:cubicBezTo>
                  <a:cubicBezTo>
                    <a:pt x="11721" y="11184"/>
                    <a:pt x="11563" y="11027"/>
                    <a:pt x="11342" y="11027"/>
                  </a:cubicBezTo>
                  <a:lnTo>
                    <a:pt x="6869" y="11027"/>
                  </a:lnTo>
                  <a:lnTo>
                    <a:pt x="6869" y="9641"/>
                  </a:lnTo>
                  <a:lnTo>
                    <a:pt x="9988" y="9641"/>
                  </a:lnTo>
                  <a:cubicBezTo>
                    <a:pt x="10177" y="9641"/>
                    <a:pt x="10334" y="9483"/>
                    <a:pt x="10334" y="9294"/>
                  </a:cubicBezTo>
                  <a:cubicBezTo>
                    <a:pt x="10334" y="9074"/>
                    <a:pt x="10177" y="8916"/>
                    <a:pt x="9988" y="8916"/>
                  </a:cubicBezTo>
                  <a:lnTo>
                    <a:pt x="8948" y="8916"/>
                  </a:lnTo>
                  <a:lnTo>
                    <a:pt x="8948" y="8254"/>
                  </a:lnTo>
                  <a:lnTo>
                    <a:pt x="10681" y="8254"/>
                  </a:lnTo>
                  <a:cubicBezTo>
                    <a:pt x="11248" y="8254"/>
                    <a:pt x="11721" y="7782"/>
                    <a:pt x="11721" y="7246"/>
                  </a:cubicBezTo>
                  <a:lnTo>
                    <a:pt x="11721" y="2395"/>
                  </a:lnTo>
                  <a:cubicBezTo>
                    <a:pt x="11721" y="1827"/>
                    <a:pt x="11248" y="1355"/>
                    <a:pt x="10681" y="1355"/>
                  </a:cubicBezTo>
                  <a:lnTo>
                    <a:pt x="9673" y="1355"/>
                  </a:lnTo>
                  <a:lnTo>
                    <a:pt x="9673" y="693"/>
                  </a:lnTo>
                  <a:lnTo>
                    <a:pt x="10019" y="693"/>
                  </a:lnTo>
                  <a:cubicBezTo>
                    <a:pt x="10208" y="693"/>
                    <a:pt x="10366" y="536"/>
                    <a:pt x="10366" y="347"/>
                  </a:cubicBezTo>
                  <a:cubicBezTo>
                    <a:pt x="10366" y="158"/>
                    <a:pt x="10208" y="0"/>
                    <a:pt x="10019" y="0"/>
                  </a:cubicBezTo>
                  <a:lnTo>
                    <a:pt x="8633" y="0"/>
                  </a:lnTo>
                  <a:cubicBezTo>
                    <a:pt x="8444" y="0"/>
                    <a:pt x="8287" y="158"/>
                    <a:pt x="8287" y="347"/>
                  </a:cubicBezTo>
                  <a:cubicBezTo>
                    <a:pt x="8287" y="536"/>
                    <a:pt x="8444" y="693"/>
                    <a:pt x="8633" y="693"/>
                  </a:cubicBezTo>
                  <a:lnTo>
                    <a:pt x="8980" y="693"/>
                  </a:lnTo>
                  <a:lnTo>
                    <a:pt x="8980" y="1355"/>
                  </a:lnTo>
                  <a:lnTo>
                    <a:pt x="6207" y="1355"/>
                  </a:lnTo>
                  <a:lnTo>
                    <a:pt x="6207" y="693"/>
                  </a:lnTo>
                  <a:lnTo>
                    <a:pt x="6554" y="693"/>
                  </a:lnTo>
                  <a:cubicBezTo>
                    <a:pt x="6743" y="693"/>
                    <a:pt x="6900" y="536"/>
                    <a:pt x="6900" y="347"/>
                  </a:cubicBezTo>
                  <a:cubicBezTo>
                    <a:pt x="6900" y="158"/>
                    <a:pt x="6743" y="0"/>
                    <a:pt x="6554" y="0"/>
                  </a:cubicBezTo>
                  <a:lnTo>
                    <a:pt x="5168" y="0"/>
                  </a:lnTo>
                  <a:cubicBezTo>
                    <a:pt x="4978" y="0"/>
                    <a:pt x="4821" y="158"/>
                    <a:pt x="4821" y="347"/>
                  </a:cubicBezTo>
                  <a:cubicBezTo>
                    <a:pt x="4821" y="536"/>
                    <a:pt x="4978" y="693"/>
                    <a:pt x="5168" y="693"/>
                  </a:cubicBezTo>
                  <a:lnTo>
                    <a:pt x="5514" y="693"/>
                  </a:lnTo>
                  <a:lnTo>
                    <a:pt x="5514" y="1355"/>
                  </a:lnTo>
                  <a:lnTo>
                    <a:pt x="2773" y="1355"/>
                  </a:lnTo>
                  <a:lnTo>
                    <a:pt x="2773" y="693"/>
                  </a:lnTo>
                  <a:lnTo>
                    <a:pt x="3120" y="693"/>
                  </a:lnTo>
                  <a:cubicBezTo>
                    <a:pt x="3309" y="693"/>
                    <a:pt x="3466" y="536"/>
                    <a:pt x="3466" y="347"/>
                  </a:cubicBezTo>
                  <a:cubicBezTo>
                    <a:pt x="3466" y="158"/>
                    <a:pt x="3309" y="0"/>
                    <a:pt x="31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6" name="Google Shape;13866;p143"/>
            <p:cNvSpPr/>
            <p:nvPr/>
          </p:nvSpPr>
          <p:spPr>
            <a:xfrm>
              <a:off x="-4538825" y="2833475"/>
              <a:ext cx="86650" cy="104775"/>
            </a:xfrm>
            <a:custGeom>
              <a:avLst/>
              <a:gdLst/>
              <a:ahLst/>
              <a:cxnLst/>
              <a:rect l="l" t="t" r="r" b="b"/>
              <a:pathLst>
                <a:path w="3466" h="4191" extrusionOk="0">
                  <a:moveTo>
                    <a:pt x="2804" y="662"/>
                  </a:moveTo>
                  <a:lnTo>
                    <a:pt x="2804" y="3466"/>
                  </a:lnTo>
                  <a:lnTo>
                    <a:pt x="757" y="3466"/>
                  </a:lnTo>
                  <a:lnTo>
                    <a:pt x="757" y="662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812"/>
                  </a:lnTo>
                  <a:cubicBezTo>
                    <a:pt x="0" y="4033"/>
                    <a:pt x="158" y="4190"/>
                    <a:pt x="347" y="4190"/>
                  </a:cubicBezTo>
                  <a:lnTo>
                    <a:pt x="3119" y="4190"/>
                  </a:lnTo>
                  <a:cubicBezTo>
                    <a:pt x="3308" y="4190"/>
                    <a:pt x="3466" y="4033"/>
                    <a:pt x="3466" y="3812"/>
                  </a:cubicBezTo>
                  <a:lnTo>
                    <a:pt x="3466" y="347"/>
                  </a:ln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7" name="Google Shape;13867;p143"/>
            <p:cNvSpPr/>
            <p:nvPr/>
          </p:nvSpPr>
          <p:spPr>
            <a:xfrm>
              <a:off x="-4435650" y="29027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8" name="Google Shape;13868;p143"/>
            <p:cNvSpPr/>
            <p:nvPr/>
          </p:nvSpPr>
          <p:spPr>
            <a:xfrm>
              <a:off x="-4435650" y="286732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68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9" name="Google Shape;13869;p143"/>
            <p:cNvSpPr/>
            <p:nvPr/>
          </p:nvSpPr>
          <p:spPr>
            <a:xfrm>
              <a:off x="-4435650" y="2833475"/>
              <a:ext cx="121325" cy="18125"/>
            </a:xfrm>
            <a:custGeom>
              <a:avLst/>
              <a:gdLst/>
              <a:ahLst/>
              <a:cxnLst/>
              <a:rect l="l" t="t" r="r" b="b"/>
              <a:pathLst>
                <a:path w="4853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67"/>
                    <a:pt x="158" y="725"/>
                    <a:pt x="347" y="725"/>
                  </a:cubicBezTo>
                  <a:lnTo>
                    <a:pt x="4506" y="725"/>
                  </a:lnTo>
                  <a:cubicBezTo>
                    <a:pt x="4695" y="725"/>
                    <a:pt x="4852" y="567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70" name="Google Shape;13870;p143"/>
          <p:cNvGrpSpPr/>
          <p:nvPr/>
        </p:nvGrpSpPr>
        <p:grpSpPr>
          <a:xfrm>
            <a:off x="6824707" y="1631239"/>
            <a:ext cx="414840" cy="420832"/>
            <a:chOff x="-2777700" y="2049775"/>
            <a:chExt cx="287325" cy="291475"/>
          </a:xfrm>
        </p:grpSpPr>
        <p:sp>
          <p:nvSpPr>
            <p:cNvPr id="13871" name="Google Shape;13871;p143"/>
            <p:cNvSpPr/>
            <p:nvPr/>
          </p:nvSpPr>
          <p:spPr>
            <a:xfrm>
              <a:off x="-2777700" y="2049775"/>
              <a:ext cx="287325" cy="291475"/>
            </a:xfrm>
            <a:custGeom>
              <a:avLst/>
              <a:gdLst/>
              <a:ahLst/>
              <a:cxnLst/>
              <a:rect l="l" t="t" r="r" b="b"/>
              <a:pathLst>
                <a:path w="11493" h="11659" extrusionOk="0">
                  <a:moveTo>
                    <a:pt x="7121" y="662"/>
                  </a:moveTo>
                  <a:cubicBezTo>
                    <a:pt x="7341" y="662"/>
                    <a:pt x="7499" y="820"/>
                    <a:pt x="7499" y="1040"/>
                  </a:cubicBezTo>
                  <a:cubicBezTo>
                    <a:pt x="7499" y="1230"/>
                    <a:pt x="7341" y="1387"/>
                    <a:pt x="7121" y="1387"/>
                  </a:cubicBezTo>
                  <a:lnTo>
                    <a:pt x="4380" y="1387"/>
                  </a:lnTo>
                  <a:cubicBezTo>
                    <a:pt x="4191" y="1387"/>
                    <a:pt x="4033" y="1230"/>
                    <a:pt x="4033" y="1040"/>
                  </a:cubicBezTo>
                  <a:cubicBezTo>
                    <a:pt x="4033" y="820"/>
                    <a:pt x="4191" y="662"/>
                    <a:pt x="4380" y="662"/>
                  </a:cubicBezTo>
                  <a:close/>
                  <a:moveTo>
                    <a:pt x="6774" y="2049"/>
                  </a:moveTo>
                  <a:lnTo>
                    <a:pt x="6774" y="4285"/>
                  </a:lnTo>
                  <a:cubicBezTo>
                    <a:pt x="6774" y="4412"/>
                    <a:pt x="6774" y="4443"/>
                    <a:pt x="7499" y="5514"/>
                  </a:cubicBezTo>
                  <a:lnTo>
                    <a:pt x="3970" y="5514"/>
                  </a:lnTo>
                  <a:cubicBezTo>
                    <a:pt x="4758" y="4412"/>
                    <a:pt x="4726" y="4443"/>
                    <a:pt x="4726" y="4348"/>
                  </a:cubicBezTo>
                  <a:lnTo>
                    <a:pt x="4726" y="2049"/>
                  </a:lnTo>
                  <a:close/>
                  <a:moveTo>
                    <a:pt x="8003" y="6176"/>
                  </a:moveTo>
                  <a:cubicBezTo>
                    <a:pt x="8696" y="7215"/>
                    <a:pt x="9578" y="8507"/>
                    <a:pt x="10177" y="9389"/>
                  </a:cubicBezTo>
                  <a:cubicBezTo>
                    <a:pt x="10649" y="10082"/>
                    <a:pt x="10177" y="10996"/>
                    <a:pt x="9294" y="10996"/>
                  </a:cubicBezTo>
                  <a:lnTo>
                    <a:pt x="2206" y="10996"/>
                  </a:lnTo>
                  <a:cubicBezTo>
                    <a:pt x="1387" y="10996"/>
                    <a:pt x="914" y="10051"/>
                    <a:pt x="1387" y="9389"/>
                  </a:cubicBezTo>
                  <a:cubicBezTo>
                    <a:pt x="1859" y="8665"/>
                    <a:pt x="2804" y="7341"/>
                    <a:pt x="3561" y="6176"/>
                  </a:cubicBezTo>
                  <a:close/>
                  <a:moveTo>
                    <a:pt x="4380" y="1"/>
                  </a:moveTo>
                  <a:cubicBezTo>
                    <a:pt x="3813" y="1"/>
                    <a:pt x="3340" y="473"/>
                    <a:pt x="3340" y="1040"/>
                  </a:cubicBezTo>
                  <a:cubicBezTo>
                    <a:pt x="3340" y="1513"/>
                    <a:pt x="3655" y="1860"/>
                    <a:pt x="4065" y="2017"/>
                  </a:cubicBezTo>
                  <a:lnTo>
                    <a:pt x="4065" y="4222"/>
                  </a:lnTo>
                  <a:cubicBezTo>
                    <a:pt x="3718" y="4790"/>
                    <a:pt x="1198" y="8413"/>
                    <a:pt x="788" y="8980"/>
                  </a:cubicBezTo>
                  <a:cubicBezTo>
                    <a:pt x="1" y="10114"/>
                    <a:pt x="820" y="11658"/>
                    <a:pt x="2206" y="11658"/>
                  </a:cubicBezTo>
                  <a:lnTo>
                    <a:pt x="9294" y="11658"/>
                  </a:lnTo>
                  <a:cubicBezTo>
                    <a:pt x="9308" y="11658"/>
                    <a:pt x="9322" y="11658"/>
                    <a:pt x="9335" y="11658"/>
                  </a:cubicBezTo>
                  <a:cubicBezTo>
                    <a:pt x="10697" y="11658"/>
                    <a:pt x="11492" y="10103"/>
                    <a:pt x="10712" y="9011"/>
                  </a:cubicBezTo>
                  <a:cubicBezTo>
                    <a:pt x="10271" y="8444"/>
                    <a:pt x="7845" y="4853"/>
                    <a:pt x="7499" y="4254"/>
                  </a:cubicBezTo>
                  <a:lnTo>
                    <a:pt x="7499" y="1986"/>
                  </a:lnTo>
                  <a:cubicBezTo>
                    <a:pt x="7877" y="1828"/>
                    <a:pt x="8160" y="1450"/>
                    <a:pt x="8160" y="1040"/>
                  </a:cubicBezTo>
                  <a:cubicBezTo>
                    <a:pt x="8160" y="473"/>
                    <a:pt x="7688" y="1"/>
                    <a:pt x="71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2" name="Google Shape;13872;p143"/>
            <p:cNvSpPr/>
            <p:nvPr/>
          </p:nvSpPr>
          <p:spPr>
            <a:xfrm>
              <a:off x="-2694200" y="2221475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6" y="694"/>
                  </a:moveTo>
                  <a:cubicBezTo>
                    <a:pt x="1733" y="694"/>
                    <a:pt x="2048" y="1009"/>
                    <a:pt x="2048" y="1356"/>
                  </a:cubicBezTo>
                  <a:cubicBezTo>
                    <a:pt x="2048" y="1765"/>
                    <a:pt x="1764" y="2049"/>
                    <a:pt x="1386" y="2049"/>
                  </a:cubicBezTo>
                  <a:cubicBezTo>
                    <a:pt x="1008" y="2049"/>
                    <a:pt x="725" y="1702"/>
                    <a:pt x="725" y="1356"/>
                  </a:cubicBezTo>
                  <a:cubicBezTo>
                    <a:pt x="725" y="978"/>
                    <a:pt x="1040" y="694"/>
                    <a:pt x="1386" y="694"/>
                  </a:cubicBezTo>
                  <a:close/>
                  <a:moveTo>
                    <a:pt x="1386" y="1"/>
                  </a:moveTo>
                  <a:cubicBezTo>
                    <a:pt x="630" y="1"/>
                    <a:pt x="0" y="631"/>
                    <a:pt x="0" y="1356"/>
                  </a:cubicBezTo>
                  <a:cubicBezTo>
                    <a:pt x="0" y="2112"/>
                    <a:pt x="630" y="2742"/>
                    <a:pt x="1386" y="2742"/>
                  </a:cubicBezTo>
                  <a:cubicBezTo>
                    <a:pt x="2142" y="2742"/>
                    <a:pt x="2772" y="2112"/>
                    <a:pt x="2772" y="1356"/>
                  </a:cubicBezTo>
                  <a:cubicBezTo>
                    <a:pt x="2772" y="631"/>
                    <a:pt x="2142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3" name="Google Shape;13873;p143"/>
            <p:cNvSpPr/>
            <p:nvPr/>
          </p:nvSpPr>
          <p:spPr>
            <a:xfrm>
              <a:off x="-2608350" y="22553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94"/>
                  </a:moveTo>
                  <a:cubicBezTo>
                    <a:pt x="1229" y="694"/>
                    <a:pt x="1386" y="851"/>
                    <a:pt x="1386" y="1040"/>
                  </a:cubicBezTo>
                  <a:cubicBezTo>
                    <a:pt x="1386" y="1229"/>
                    <a:pt x="1229" y="1387"/>
                    <a:pt x="1040" y="1387"/>
                  </a:cubicBezTo>
                  <a:cubicBezTo>
                    <a:pt x="819" y="1387"/>
                    <a:pt x="693" y="1229"/>
                    <a:pt x="693" y="1040"/>
                  </a:cubicBezTo>
                  <a:cubicBezTo>
                    <a:pt x="693" y="851"/>
                    <a:pt x="819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74" name="Google Shape;13874;p143"/>
          <p:cNvGrpSpPr/>
          <p:nvPr/>
        </p:nvGrpSpPr>
        <p:grpSpPr>
          <a:xfrm>
            <a:off x="6821170" y="2140431"/>
            <a:ext cx="421914" cy="420759"/>
            <a:chOff x="-2571737" y="2403625"/>
            <a:chExt cx="292225" cy="291425"/>
          </a:xfrm>
        </p:grpSpPr>
        <p:sp>
          <p:nvSpPr>
            <p:cNvPr id="13875" name="Google Shape;13875;p143"/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6" name="Google Shape;13876;p143"/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7" name="Google Shape;13877;p143"/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8" name="Google Shape;13878;p143"/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9" name="Google Shape;13879;p143"/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0" name="Google Shape;13880;p143"/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1" name="Google Shape;13881;p143"/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2" name="Google Shape;13882;p143"/>
          <p:cNvGrpSpPr/>
          <p:nvPr/>
        </p:nvGrpSpPr>
        <p:grpSpPr>
          <a:xfrm>
            <a:off x="6821170" y="2661534"/>
            <a:ext cx="421914" cy="419640"/>
            <a:chOff x="-2571737" y="2764550"/>
            <a:chExt cx="292225" cy="290650"/>
          </a:xfrm>
        </p:grpSpPr>
        <p:sp>
          <p:nvSpPr>
            <p:cNvPr id="13883" name="Google Shape;13883;p143"/>
            <p:cNvSpPr/>
            <p:nvPr/>
          </p:nvSpPr>
          <p:spPr>
            <a:xfrm>
              <a:off x="-2496085" y="3009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27" y="1"/>
                    <a:pt x="0" y="158"/>
                    <a:pt x="0" y="347"/>
                  </a:cubicBezTo>
                  <a:cubicBezTo>
                    <a:pt x="0" y="536"/>
                    <a:pt x="127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05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4" name="Google Shape;13884;p143"/>
            <p:cNvSpPr/>
            <p:nvPr/>
          </p:nvSpPr>
          <p:spPr>
            <a:xfrm>
              <a:off x="-2398548" y="2800375"/>
              <a:ext cx="52000" cy="120525"/>
            </a:xfrm>
            <a:custGeom>
              <a:avLst/>
              <a:gdLst/>
              <a:ahLst/>
              <a:cxnLst/>
              <a:rect l="l" t="t" r="r" b="b"/>
              <a:pathLst>
                <a:path w="2080" h="4821" extrusionOk="0">
                  <a:moveTo>
                    <a:pt x="1008" y="0"/>
                  </a:moveTo>
                  <a:cubicBezTo>
                    <a:pt x="819" y="0"/>
                    <a:pt x="662" y="158"/>
                    <a:pt x="662" y="378"/>
                  </a:cubicBezTo>
                  <a:lnTo>
                    <a:pt x="662" y="757"/>
                  </a:lnTo>
                  <a:cubicBezTo>
                    <a:pt x="252" y="914"/>
                    <a:pt x="0" y="1261"/>
                    <a:pt x="0" y="1733"/>
                  </a:cubicBezTo>
                  <a:cubicBezTo>
                    <a:pt x="0" y="2300"/>
                    <a:pt x="473" y="2773"/>
                    <a:pt x="1008" y="2773"/>
                  </a:cubicBezTo>
                  <a:cubicBezTo>
                    <a:pt x="1323" y="2773"/>
                    <a:pt x="1481" y="3119"/>
                    <a:pt x="1260" y="3371"/>
                  </a:cubicBezTo>
                  <a:cubicBezTo>
                    <a:pt x="1197" y="3419"/>
                    <a:pt x="1103" y="3442"/>
                    <a:pt x="1012" y="3442"/>
                  </a:cubicBezTo>
                  <a:cubicBezTo>
                    <a:pt x="922" y="3442"/>
                    <a:pt x="835" y="3419"/>
                    <a:pt x="788" y="3371"/>
                  </a:cubicBezTo>
                  <a:cubicBezTo>
                    <a:pt x="725" y="3308"/>
                    <a:pt x="630" y="3277"/>
                    <a:pt x="540" y="3277"/>
                  </a:cubicBezTo>
                  <a:cubicBezTo>
                    <a:pt x="449" y="3277"/>
                    <a:pt x="362" y="3308"/>
                    <a:pt x="315" y="3371"/>
                  </a:cubicBezTo>
                  <a:cubicBezTo>
                    <a:pt x="189" y="3466"/>
                    <a:pt x="189" y="3718"/>
                    <a:pt x="315" y="3844"/>
                  </a:cubicBezTo>
                  <a:cubicBezTo>
                    <a:pt x="410" y="3939"/>
                    <a:pt x="536" y="4033"/>
                    <a:pt x="693" y="4065"/>
                  </a:cubicBezTo>
                  <a:lnTo>
                    <a:pt x="693" y="4474"/>
                  </a:lnTo>
                  <a:cubicBezTo>
                    <a:pt x="693" y="4663"/>
                    <a:pt x="851" y="4821"/>
                    <a:pt x="1040" y="4821"/>
                  </a:cubicBezTo>
                  <a:cubicBezTo>
                    <a:pt x="1260" y="4821"/>
                    <a:pt x="1418" y="4663"/>
                    <a:pt x="1418" y="4474"/>
                  </a:cubicBezTo>
                  <a:lnTo>
                    <a:pt x="1418" y="4065"/>
                  </a:lnTo>
                  <a:cubicBezTo>
                    <a:pt x="1796" y="3907"/>
                    <a:pt x="2079" y="3560"/>
                    <a:pt x="2079" y="3088"/>
                  </a:cubicBezTo>
                  <a:cubicBezTo>
                    <a:pt x="2079" y="2521"/>
                    <a:pt x="1607" y="2048"/>
                    <a:pt x="1040" y="2048"/>
                  </a:cubicBezTo>
                  <a:cubicBezTo>
                    <a:pt x="851" y="2048"/>
                    <a:pt x="693" y="1891"/>
                    <a:pt x="693" y="1702"/>
                  </a:cubicBezTo>
                  <a:cubicBezTo>
                    <a:pt x="693" y="1495"/>
                    <a:pt x="842" y="1356"/>
                    <a:pt x="1016" y="1356"/>
                  </a:cubicBezTo>
                  <a:cubicBezTo>
                    <a:pt x="1107" y="1356"/>
                    <a:pt x="1205" y="1394"/>
                    <a:pt x="1292" y="1481"/>
                  </a:cubicBezTo>
                  <a:cubicBezTo>
                    <a:pt x="1355" y="1528"/>
                    <a:pt x="1441" y="1552"/>
                    <a:pt x="1528" y="1552"/>
                  </a:cubicBezTo>
                  <a:cubicBezTo>
                    <a:pt x="1615" y="1552"/>
                    <a:pt x="1701" y="1528"/>
                    <a:pt x="1764" y="1481"/>
                  </a:cubicBezTo>
                  <a:cubicBezTo>
                    <a:pt x="1859" y="1355"/>
                    <a:pt x="1859" y="1103"/>
                    <a:pt x="1764" y="1009"/>
                  </a:cubicBezTo>
                  <a:cubicBezTo>
                    <a:pt x="1638" y="883"/>
                    <a:pt x="1512" y="788"/>
                    <a:pt x="1355" y="757"/>
                  </a:cubicBezTo>
                  <a:lnTo>
                    <a:pt x="1355" y="378"/>
                  </a:lnTo>
                  <a:cubicBezTo>
                    <a:pt x="1355" y="158"/>
                    <a:pt x="1197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5" name="Google Shape;13885;p143"/>
            <p:cNvSpPr/>
            <p:nvPr/>
          </p:nvSpPr>
          <p:spPr>
            <a:xfrm>
              <a:off x="-2571737" y="2764550"/>
              <a:ext cx="292225" cy="290650"/>
            </a:xfrm>
            <a:custGeom>
              <a:avLst/>
              <a:gdLst/>
              <a:ahLst/>
              <a:cxnLst/>
              <a:rect l="l" t="t" r="r" b="b"/>
              <a:pathLst>
                <a:path w="11689" h="11626" extrusionOk="0">
                  <a:moveTo>
                    <a:pt x="5009" y="1355"/>
                  </a:moveTo>
                  <a:cubicBezTo>
                    <a:pt x="4789" y="1576"/>
                    <a:pt x="4694" y="1796"/>
                    <a:pt x="4537" y="2049"/>
                  </a:cubicBezTo>
                  <a:lnTo>
                    <a:pt x="662" y="2049"/>
                  </a:lnTo>
                  <a:lnTo>
                    <a:pt x="662" y="1670"/>
                  </a:lnTo>
                  <a:cubicBezTo>
                    <a:pt x="662" y="1513"/>
                    <a:pt x="819" y="1355"/>
                    <a:pt x="1008" y="1355"/>
                  </a:cubicBezTo>
                  <a:close/>
                  <a:moveTo>
                    <a:pt x="7908" y="694"/>
                  </a:moveTo>
                  <a:cubicBezTo>
                    <a:pt x="9609" y="694"/>
                    <a:pt x="10995" y="2080"/>
                    <a:pt x="10995" y="3781"/>
                  </a:cubicBezTo>
                  <a:cubicBezTo>
                    <a:pt x="10995" y="5451"/>
                    <a:pt x="9609" y="6837"/>
                    <a:pt x="7908" y="6837"/>
                  </a:cubicBezTo>
                  <a:cubicBezTo>
                    <a:pt x="7309" y="6837"/>
                    <a:pt x="6679" y="6680"/>
                    <a:pt x="6206" y="6365"/>
                  </a:cubicBezTo>
                  <a:cubicBezTo>
                    <a:pt x="6162" y="6342"/>
                    <a:pt x="6086" y="6320"/>
                    <a:pt x="6023" y="6320"/>
                  </a:cubicBezTo>
                  <a:cubicBezTo>
                    <a:pt x="5997" y="6320"/>
                    <a:pt x="5973" y="6324"/>
                    <a:pt x="5954" y="6333"/>
                  </a:cubicBezTo>
                  <a:cubicBezTo>
                    <a:pt x="5671" y="6396"/>
                    <a:pt x="5324" y="6522"/>
                    <a:pt x="5009" y="6648"/>
                  </a:cubicBezTo>
                  <a:lnTo>
                    <a:pt x="5324" y="5703"/>
                  </a:lnTo>
                  <a:cubicBezTo>
                    <a:pt x="5356" y="5609"/>
                    <a:pt x="5324" y="5514"/>
                    <a:pt x="5261" y="5420"/>
                  </a:cubicBezTo>
                  <a:cubicBezTo>
                    <a:pt x="4946" y="4947"/>
                    <a:pt x="4789" y="4348"/>
                    <a:pt x="4789" y="3781"/>
                  </a:cubicBezTo>
                  <a:cubicBezTo>
                    <a:pt x="4789" y="2080"/>
                    <a:pt x="6238" y="694"/>
                    <a:pt x="7908" y="694"/>
                  </a:cubicBezTo>
                  <a:close/>
                  <a:moveTo>
                    <a:pt x="4253" y="2710"/>
                  </a:moveTo>
                  <a:cubicBezTo>
                    <a:pt x="4190" y="3025"/>
                    <a:pt x="4096" y="3372"/>
                    <a:pt x="4096" y="3718"/>
                  </a:cubicBezTo>
                  <a:cubicBezTo>
                    <a:pt x="4096" y="4411"/>
                    <a:pt x="4253" y="5041"/>
                    <a:pt x="4600" y="5609"/>
                  </a:cubicBezTo>
                  <a:lnTo>
                    <a:pt x="4127" y="7089"/>
                  </a:lnTo>
                  <a:cubicBezTo>
                    <a:pt x="4096" y="7184"/>
                    <a:pt x="4127" y="7341"/>
                    <a:pt x="4222" y="7436"/>
                  </a:cubicBezTo>
                  <a:cubicBezTo>
                    <a:pt x="4266" y="7480"/>
                    <a:pt x="4358" y="7525"/>
                    <a:pt x="4453" y="7525"/>
                  </a:cubicBezTo>
                  <a:cubicBezTo>
                    <a:pt x="4492" y="7525"/>
                    <a:pt x="4531" y="7517"/>
                    <a:pt x="4568" y="7499"/>
                  </a:cubicBezTo>
                  <a:cubicBezTo>
                    <a:pt x="4568" y="7499"/>
                    <a:pt x="5387" y="7247"/>
                    <a:pt x="6017" y="7026"/>
                  </a:cubicBezTo>
                  <a:cubicBezTo>
                    <a:pt x="6080" y="7089"/>
                    <a:pt x="6143" y="7089"/>
                    <a:pt x="6175" y="7121"/>
                  </a:cubicBezTo>
                  <a:lnTo>
                    <a:pt x="6175" y="8223"/>
                  </a:lnTo>
                  <a:lnTo>
                    <a:pt x="662" y="8223"/>
                  </a:lnTo>
                  <a:lnTo>
                    <a:pt x="662" y="2710"/>
                  </a:lnTo>
                  <a:close/>
                  <a:moveTo>
                    <a:pt x="6112" y="8885"/>
                  </a:moveTo>
                  <a:lnTo>
                    <a:pt x="6112" y="10618"/>
                  </a:lnTo>
                  <a:cubicBezTo>
                    <a:pt x="6143" y="10807"/>
                    <a:pt x="5986" y="10964"/>
                    <a:pt x="5797" y="10964"/>
                  </a:cubicBezTo>
                  <a:lnTo>
                    <a:pt x="977" y="10964"/>
                  </a:lnTo>
                  <a:cubicBezTo>
                    <a:pt x="788" y="10964"/>
                    <a:pt x="630" y="10807"/>
                    <a:pt x="630" y="10618"/>
                  </a:cubicBezTo>
                  <a:lnTo>
                    <a:pt x="630" y="8885"/>
                  </a:lnTo>
                  <a:close/>
                  <a:moveTo>
                    <a:pt x="7908" y="1"/>
                  </a:moveTo>
                  <a:cubicBezTo>
                    <a:pt x="7120" y="1"/>
                    <a:pt x="6364" y="221"/>
                    <a:pt x="5734" y="662"/>
                  </a:cubicBezTo>
                  <a:lnTo>
                    <a:pt x="1008" y="662"/>
                  </a:lnTo>
                  <a:cubicBezTo>
                    <a:pt x="473" y="662"/>
                    <a:pt x="0" y="1135"/>
                    <a:pt x="0" y="1670"/>
                  </a:cubicBezTo>
                  <a:lnTo>
                    <a:pt x="0" y="10618"/>
                  </a:lnTo>
                  <a:cubicBezTo>
                    <a:pt x="0" y="11153"/>
                    <a:pt x="473" y="11626"/>
                    <a:pt x="1008" y="11626"/>
                  </a:cubicBezTo>
                  <a:lnTo>
                    <a:pt x="5828" y="11626"/>
                  </a:lnTo>
                  <a:cubicBezTo>
                    <a:pt x="6364" y="11626"/>
                    <a:pt x="6837" y="11153"/>
                    <a:pt x="6837" y="10618"/>
                  </a:cubicBezTo>
                  <a:lnTo>
                    <a:pt x="6837" y="7341"/>
                  </a:lnTo>
                  <a:cubicBezTo>
                    <a:pt x="7215" y="7436"/>
                    <a:pt x="7561" y="7499"/>
                    <a:pt x="7908" y="7499"/>
                  </a:cubicBezTo>
                  <a:cubicBezTo>
                    <a:pt x="9987" y="7499"/>
                    <a:pt x="11688" y="5798"/>
                    <a:pt x="11688" y="3718"/>
                  </a:cubicBezTo>
                  <a:cubicBezTo>
                    <a:pt x="11657" y="1670"/>
                    <a:pt x="9956" y="1"/>
                    <a:pt x="79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6" name="Google Shape;13886;p143"/>
          <p:cNvGrpSpPr/>
          <p:nvPr/>
        </p:nvGrpSpPr>
        <p:grpSpPr>
          <a:xfrm>
            <a:off x="3020671" y="3230538"/>
            <a:ext cx="421914" cy="423864"/>
            <a:chOff x="-1333975" y="2365850"/>
            <a:chExt cx="292225" cy="293575"/>
          </a:xfrm>
        </p:grpSpPr>
        <p:sp>
          <p:nvSpPr>
            <p:cNvPr id="13887" name="Google Shape;13887;p143"/>
            <p:cNvSpPr/>
            <p:nvPr/>
          </p:nvSpPr>
          <p:spPr>
            <a:xfrm>
              <a:off x="-1285150" y="2365850"/>
              <a:ext cx="191225" cy="293575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8" name="Google Shape;13888;p143"/>
            <p:cNvSpPr/>
            <p:nvPr/>
          </p:nvSpPr>
          <p:spPr>
            <a:xfrm>
              <a:off x="-107642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9" name="Google Shape;13889;p143"/>
            <p:cNvSpPr/>
            <p:nvPr/>
          </p:nvSpPr>
          <p:spPr>
            <a:xfrm>
              <a:off x="-133397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0" name="Google Shape;13890;p143"/>
            <p:cNvSpPr/>
            <p:nvPr/>
          </p:nvSpPr>
          <p:spPr>
            <a:xfrm>
              <a:off x="-1093750" y="2383050"/>
              <a:ext cx="35450" cy="26575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1" name="Google Shape;13891;p143"/>
            <p:cNvSpPr/>
            <p:nvPr/>
          </p:nvSpPr>
          <p:spPr>
            <a:xfrm>
              <a:off x="-1317450" y="2512575"/>
              <a:ext cx="35475" cy="26225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2" name="Google Shape;13892;p143"/>
            <p:cNvSpPr/>
            <p:nvPr/>
          </p:nvSpPr>
          <p:spPr>
            <a:xfrm>
              <a:off x="-1092975" y="2512575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3" name="Google Shape;13893;p143"/>
            <p:cNvSpPr/>
            <p:nvPr/>
          </p:nvSpPr>
          <p:spPr>
            <a:xfrm>
              <a:off x="-1316650" y="2383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4" name="Google Shape;13894;p143"/>
            <p:cNvSpPr/>
            <p:nvPr/>
          </p:nvSpPr>
          <p:spPr>
            <a:xfrm>
              <a:off x="-1239475" y="2401575"/>
              <a:ext cx="102425" cy="153100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5" name="Google Shape;13895;p143"/>
          <p:cNvGrpSpPr/>
          <p:nvPr/>
        </p:nvGrpSpPr>
        <p:grpSpPr>
          <a:xfrm>
            <a:off x="1954146" y="2660397"/>
            <a:ext cx="398020" cy="421914"/>
            <a:chOff x="-5995925" y="2757850"/>
            <a:chExt cx="275675" cy="292225"/>
          </a:xfrm>
        </p:grpSpPr>
        <p:sp>
          <p:nvSpPr>
            <p:cNvPr id="13896" name="Google Shape;13896;p143"/>
            <p:cNvSpPr/>
            <p:nvPr/>
          </p:nvSpPr>
          <p:spPr>
            <a:xfrm>
              <a:off x="-5995925" y="2757850"/>
              <a:ext cx="275675" cy="292225"/>
            </a:xfrm>
            <a:custGeom>
              <a:avLst/>
              <a:gdLst/>
              <a:ahLst/>
              <a:cxnLst/>
              <a:rect l="l" t="t" r="r" b="b"/>
              <a:pathLst>
                <a:path w="11027" h="11689" extrusionOk="0">
                  <a:moveTo>
                    <a:pt x="9924" y="1324"/>
                  </a:moveTo>
                  <a:cubicBezTo>
                    <a:pt x="10113" y="1324"/>
                    <a:pt x="10271" y="1481"/>
                    <a:pt x="10271" y="1702"/>
                  </a:cubicBezTo>
                  <a:lnTo>
                    <a:pt x="10271" y="9263"/>
                  </a:lnTo>
                  <a:lnTo>
                    <a:pt x="10302" y="9263"/>
                  </a:lnTo>
                  <a:cubicBezTo>
                    <a:pt x="10302" y="9452"/>
                    <a:pt x="10145" y="9610"/>
                    <a:pt x="9956" y="9610"/>
                  </a:cubicBezTo>
                  <a:lnTo>
                    <a:pt x="9609" y="9610"/>
                  </a:lnTo>
                  <a:lnTo>
                    <a:pt x="9609" y="8570"/>
                  </a:lnTo>
                  <a:cubicBezTo>
                    <a:pt x="9609" y="8381"/>
                    <a:pt x="9452" y="8223"/>
                    <a:pt x="9263" y="8223"/>
                  </a:cubicBezTo>
                  <a:lnTo>
                    <a:pt x="4442" y="8223"/>
                  </a:lnTo>
                  <a:cubicBezTo>
                    <a:pt x="4253" y="8223"/>
                    <a:pt x="4096" y="8381"/>
                    <a:pt x="4096" y="8570"/>
                  </a:cubicBezTo>
                  <a:lnTo>
                    <a:pt x="4096" y="9610"/>
                  </a:lnTo>
                  <a:lnTo>
                    <a:pt x="3434" y="9610"/>
                  </a:lnTo>
                  <a:lnTo>
                    <a:pt x="3434" y="1324"/>
                  </a:lnTo>
                  <a:close/>
                  <a:moveTo>
                    <a:pt x="2426" y="631"/>
                  </a:moveTo>
                  <a:cubicBezTo>
                    <a:pt x="2647" y="631"/>
                    <a:pt x="2804" y="788"/>
                    <a:pt x="2804" y="977"/>
                  </a:cubicBezTo>
                  <a:lnTo>
                    <a:pt x="2804" y="9925"/>
                  </a:lnTo>
                  <a:cubicBezTo>
                    <a:pt x="2804" y="10114"/>
                    <a:pt x="2647" y="10271"/>
                    <a:pt x="2426" y="10271"/>
                  </a:cubicBezTo>
                  <a:lnTo>
                    <a:pt x="1071" y="10271"/>
                  </a:lnTo>
                  <a:cubicBezTo>
                    <a:pt x="851" y="10271"/>
                    <a:pt x="693" y="10114"/>
                    <a:pt x="693" y="9925"/>
                  </a:cubicBezTo>
                  <a:lnTo>
                    <a:pt x="693" y="977"/>
                  </a:lnTo>
                  <a:cubicBezTo>
                    <a:pt x="693" y="788"/>
                    <a:pt x="851" y="631"/>
                    <a:pt x="1071" y="631"/>
                  </a:cubicBezTo>
                  <a:close/>
                  <a:moveTo>
                    <a:pt x="8948" y="8948"/>
                  </a:moveTo>
                  <a:lnTo>
                    <a:pt x="8948" y="10996"/>
                  </a:lnTo>
                  <a:lnTo>
                    <a:pt x="4852" y="10996"/>
                  </a:lnTo>
                  <a:lnTo>
                    <a:pt x="4852" y="8948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0" y="10523"/>
                    <a:pt x="473" y="10996"/>
                    <a:pt x="1008" y="10996"/>
                  </a:cubicBezTo>
                  <a:lnTo>
                    <a:pt x="2395" y="10996"/>
                  </a:lnTo>
                  <a:cubicBezTo>
                    <a:pt x="2836" y="10996"/>
                    <a:pt x="3214" y="10712"/>
                    <a:pt x="3371" y="10303"/>
                  </a:cubicBezTo>
                  <a:lnTo>
                    <a:pt x="4127" y="10303"/>
                  </a:lnTo>
                  <a:lnTo>
                    <a:pt x="4127" y="11342"/>
                  </a:lnTo>
                  <a:cubicBezTo>
                    <a:pt x="4127" y="11531"/>
                    <a:pt x="4285" y="11689"/>
                    <a:pt x="4474" y="11689"/>
                  </a:cubicBezTo>
                  <a:lnTo>
                    <a:pt x="9294" y="11689"/>
                  </a:lnTo>
                  <a:cubicBezTo>
                    <a:pt x="9483" y="11689"/>
                    <a:pt x="9641" y="11531"/>
                    <a:pt x="9641" y="11342"/>
                  </a:cubicBezTo>
                  <a:lnTo>
                    <a:pt x="9641" y="10271"/>
                  </a:lnTo>
                  <a:lnTo>
                    <a:pt x="9987" y="10271"/>
                  </a:lnTo>
                  <a:cubicBezTo>
                    <a:pt x="10554" y="10271"/>
                    <a:pt x="11027" y="9799"/>
                    <a:pt x="11027" y="9263"/>
                  </a:cubicBezTo>
                  <a:lnTo>
                    <a:pt x="11027" y="1702"/>
                  </a:lnTo>
                  <a:cubicBezTo>
                    <a:pt x="10995" y="1103"/>
                    <a:pt x="10554" y="662"/>
                    <a:pt x="9956" y="662"/>
                  </a:cubicBezTo>
                  <a:lnTo>
                    <a:pt x="3371" y="662"/>
                  </a:lnTo>
                  <a:cubicBezTo>
                    <a:pt x="3214" y="284"/>
                    <a:pt x="2867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7" name="Google Shape;13897;p143"/>
            <p:cNvSpPr/>
            <p:nvPr/>
          </p:nvSpPr>
          <p:spPr>
            <a:xfrm>
              <a:off x="-5892750" y="2808250"/>
              <a:ext cx="137850" cy="69350"/>
            </a:xfrm>
            <a:custGeom>
              <a:avLst/>
              <a:gdLst/>
              <a:ahLst/>
              <a:cxnLst/>
              <a:rect l="l" t="t" r="r" b="b"/>
              <a:pathLst>
                <a:path w="5514" h="2774" extrusionOk="0">
                  <a:moveTo>
                    <a:pt x="4821" y="694"/>
                  </a:moveTo>
                  <a:lnTo>
                    <a:pt x="4821" y="2112"/>
                  </a:lnTo>
                  <a:lnTo>
                    <a:pt x="725" y="2112"/>
                  </a:lnTo>
                  <a:lnTo>
                    <a:pt x="725" y="694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2427"/>
                  </a:lnTo>
                  <a:cubicBezTo>
                    <a:pt x="0" y="2616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6"/>
                    <a:pt x="5514" y="2427"/>
                  </a:cubicBezTo>
                  <a:lnTo>
                    <a:pt x="5514" y="348"/>
                  </a:lnTo>
                  <a:cubicBezTo>
                    <a:pt x="5514" y="158"/>
                    <a:pt x="5356" y="1"/>
                    <a:pt x="51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8" name="Google Shape;13898;p143"/>
            <p:cNvSpPr/>
            <p:nvPr/>
          </p:nvSpPr>
          <p:spPr>
            <a:xfrm>
              <a:off x="-5891975" y="2895675"/>
              <a:ext cx="34700" cy="17375"/>
            </a:xfrm>
            <a:custGeom>
              <a:avLst/>
              <a:gdLst/>
              <a:ahLst/>
              <a:cxnLst/>
              <a:rect l="l" t="t" r="r" b="b"/>
              <a:pathLst>
                <a:path w="1388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1" y="694"/>
                  </a:lnTo>
                  <a:cubicBezTo>
                    <a:pt x="1230" y="694"/>
                    <a:pt x="1387" y="537"/>
                    <a:pt x="1387" y="348"/>
                  </a:cubicBezTo>
                  <a:cubicBezTo>
                    <a:pt x="1356" y="127"/>
                    <a:pt x="1198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9" name="Google Shape;13899;p143"/>
            <p:cNvSpPr/>
            <p:nvPr/>
          </p:nvSpPr>
          <p:spPr>
            <a:xfrm>
              <a:off x="-5891975" y="2928775"/>
              <a:ext cx="34700" cy="18125"/>
            </a:xfrm>
            <a:custGeom>
              <a:avLst/>
              <a:gdLst/>
              <a:ahLst/>
              <a:cxnLst/>
              <a:rect l="l" t="t" r="r" b="b"/>
              <a:pathLst>
                <a:path w="1388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1" y="725"/>
                  </a:lnTo>
                  <a:cubicBezTo>
                    <a:pt x="1230" y="725"/>
                    <a:pt x="1387" y="567"/>
                    <a:pt x="1387" y="378"/>
                  </a:cubicBezTo>
                  <a:cubicBezTo>
                    <a:pt x="1356" y="158"/>
                    <a:pt x="1198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0" name="Google Shape;13900;p143"/>
            <p:cNvSpPr/>
            <p:nvPr/>
          </p:nvSpPr>
          <p:spPr>
            <a:xfrm>
              <a:off x="-5840775" y="2928775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1" name="Google Shape;13901;p143"/>
            <p:cNvSpPr/>
            <p:nvPr/>
          </p:nvSpPr>
          <p:spPr>
            <a:xfrm>
              <a:off x="-5840775" y="2895675"/>
              <a:ext cx="34675" cy="17375"/>
            </a:xfrm>
            <a:custGeom>
              <a:avLst/>
              <a:gdLst/>
              <a:ahLst/>
              <a:cxnLst/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2" name="Google Shape;13902;p143"/>
            <p:cNvSpPr/>
            <p:nvPr/>
          </p:nvSpPr>
          <p:spPr>
            <a:xfrm>
              <a:off x="-5789575" y="2895675"/>
              <a:ext cx="34675" cy="17375"/>
            </a:xfrm>
            <a:custGeom>
              <a:avLst/>
              <a:gdLst/>
              <a:ahLst/>
              <a:cxnLst/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3" name="Google Shape;13903;p143"/>
            <p:cNvSpPr/>
            <p:nvPr/>
          </p:nvSpPr>
          <p:spPr>
            <a:xfrm>
              <a:off x="-5789575" y="2928775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4" name="Google Shape;13904;p143"/>
            <p:cNvSpPr/>
            <p:nvPr/>
          </p:nvSpPr>
          <p:spPr>
            <a:xfrm>
              <a:off x="-5858100" y="2998075"/>
              <a:ext cx="68550" cy="17350"/>
            </a:xfrm>
            <a:custGeom>
              <a:avLst/>
              <a:gdLst/>
              <a:ahLst/>
              <a:cxnLst/>
              <a:rect l="l" t="t" r="r" b="b"/>
              <a:pathLst>
                <a:path w="274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2" y="536"/>
                    <a:pt x="2742" y="347"/>
                  </a:cubicBezTo>
                  <a:cubicBezTo>
                    <a:pt x="2742" y="158"/>
                    <a:pt x="2584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5" name="Google Shape;13905;p143"/>
          <p:cNvGrpSpPr/>
          <p:nvPr/>
        </p:nvGrpSpPr>
        <p:grpSpPr>
          <a:xfrm>
            <a:off x="4634433" y="1631816"/>
            <a:ext cx="421951" cy="419677"/>
            <a:chOff x="-4211975" y="2046625"/>
            <a:chExt cx="292250" cy="290675"/>
          </a:xfrm>
        </p:grpSpPr>
        <p:sp>
          <p:nvSpPr>
            <p:cNvPr id="13906" name="Google Shape;13906;p143"/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7" name="Google Shape;13907;p143"/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8" name="Google Shape;13908;p143"/>
          <p:cNvGrpSpPr/>
          <p:nvPr/>
        </p:nvGrpSpPr>
        <p:grpSpPr>
          <a:xfrm>
            <a:off x="4684479" y="2138699"/>
            <a:ext cx="321859" cy="424225"/>
            <a:chOff x="-4178875" y="2405775"/>
            <a:chExt cx="222925" cy="293825"/>
          </a:xfrm>
        </p:grpSpPr>
        <p:sp>
          <p:nvSpPr>
            <p:cNvPr id="13909" name="Google Shape;13909;p143"/>
            <p:cNvSpPr/>
            <p:nvPr/>
          </p:nvSpPr>
          <p:spPr>
            <a:xfrm>
              <a:off x="-4178875" y="2405775"/>
              <a:ext cx="222925" cy="293825"/>
            </a:xfrm>
            <a:custGeom>
              <a:avLst/>
              <a:gdLst/>
              <a:ahLst/>
              <a:cxnLst/>
              <a:rect l="l" t="t" r="r" b="b"/>
              <a:pathLst>
                <a:path w="8917" h="11753" extrusionOk="0">
                  <a:moveTo>
                    <a:pt x="4474" y="694"/>
                  </a:moveTo>
                  <a:cubicBezTo>
                    <a:pt x="6553" y="694"/>
                    <a:pt x="8254" y="2395"/>
                    <a:pt x="8254" y="4475"/>
                  </a:cubicBezTo>
                  <a:cubicBezTo>
                    <a:pt x="8191" y="5262"/>
                    <a:pt x="7971" y="6018"/>
                    <a:pt x="7530" y="6649"/>
                  </a:cubicBezTo>
                  <a:lnTo>
                    <a:pt x="4474" y="10776"/>
                  </a:lnTo>
                  <a:lnTo>
                    <a:pt x="1418" y="6712"/>
                  </a:lnTo>
                  <a:cubicBezTo>
                    <a:pt x="945" y="6050"/>
                    <a:pt x="693" y="5294"/>
                    <a:pt x="693" y="4475"/>
                  </a:cubicBezTo>
                  <a:cubicBezTo>
                    <a:pt x="693" y="2395"/>
                    <a:pt x="2363" y="694"/>
                    <a:pt x="4474" y="694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2017"/>
                    <a:pt x="0" y="4475"/>
                  </a:cubicBezTo>
                  <a:cubicBezTo>
                    <a:pt x="0" y="5451"/>
                    <a:pt x="315" y="6365"/>
                    <a:pt x="882" y="7153"/>
                  </a:cubicBezTo>
                  <a:lnTo>
                    <a:pt x="4190" y="11595"/>
                  </a:lnTo>
                  <a:cubicBezTo>
                    <a:pt x="4253" y="11689"/>
                    <a:pt x="4348" y="11752"/>
                    <a:pt x="4474" y="11752"/>
                  </a:cubicBezTo>
                  <a:cubicBezTo>
                    <a:pt x="4568" y="11752"/>
                    <a:pt x="4663" y="11721"/>
                    <a:pt x="4726" y="11595"/>
                  </a:cubicBezTo>
                  <a:lnTo>
                    <a:pt x="8097" y="7058"/>
                  </a:lnTo>
                  <a:cubicBezTo>
                    <a:pt x="8633" y="6333"/>
                    <a:pt x="8916" y="5420"/>
                    <a:pt x="8916" y="4506"/>
                  </a:cubicBezTo>
                  <a:cubicBezTo>
                    <a:pt x="8916" y="1986"/>
                    <a:pt x="6900" y="1"/>
                    <a:pt x="4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0" name="Google Shape;13910;p143"/>
            <p:cNvSpPr/>
            <p:nvPr/>
          </p:nvSpPr>
          <p:spPr>
            <a:xfrm>
              <a:off x="-4093025" y="24916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630"/>
                  </a:moveTo>
                  <a:cubicBezTo>
                    <a:pt x="1229" y="630"/>
                    <a:pt x="1386" y="788"/>
                    <a:pt x="1386" y="1008"/>
                  </a:cubicBezTo>
                  <a:cubicBezTo>
                    <a:pt x="1386" y="1197"/>
                    <a:pt x="1197" y="1355"/>
                    <a:pt x="1040" y="1355"/>
                  </a:cubicBezTo>
                  <a:cubicBezTo>
                    <a:pt x="819" y="1355"/>
                    <a:pt x="662" y="1197"/>
                    <a:pt x="662" y="1008"/>
                  </a:cubicBezTo>
                  <a:cubicBezTo>
                    <a:pt x="662" y="788"/>
                    <a:pt x="819" y="630"/>
                    <a:pt x="1040" y="630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5"/>
                    <a:pt x="473" y="2048"/>
                    <a:pt x="1040" y="2048"/>
                  </a:cubicBezTo>
                  <a:cubicBezTo>
                    <a:pt x="1575" y="2048"/>
                    <a:pt x="2048" y="1575"/>
                    <a:pt x="2048" y="1040"/>
                  </a:cubicBezTo>
                  <a:cubicBezTo>
                    <a:pt x="2048" y="441"/>
                    <a:pt x="1575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1" name="Google Shape;13911;p143"/>
            <p:cNvSpPr/>
            <p:nvPr/>
          </p:nvSpPr>
          <p:spPr>
            <a:xfrm>
              <a:off x="-4145800" y="2439650"/>
              <a:ext cx="155975" cy="155200"/>
            </a:xfrm>
            <a:custGeom>
              <a:avLst/>
              <a:gdLst/>
              <a:ahLst/>
              <a:cxnLst/>
              <a:rect l="l" t="t" r="r" b="b"/>
              <a:pathLst>
                <a:path w="6239" h="6208" extrusionOk="0">
                  <a:moveTo>
                    <a:pt x="3403" y="694"/>
                  </a:moveTo>
                  <a:lnTo>
                    <a:pt x="3403" y="1166"/>
                  </a:lnTo>
                  <a:cubicBezTo>
                    <a:pt x="3403" y="1324"/>
                    <a:pt x="3497" y="1450"/>
                    <a:pt x="3655" y="1481"/>
                  </a:cubicBezTo>
                  <a:cubicBezTo>
                    <a:pt x="3844" y="1576"/>
                    <a:pt x="4033" y="1670"/>
                    <a:pt x="4191" y="1828"/>
                  </a:cubicBezTo>
                  <a:cubicBezTo>
                    <a:pt x="4268" y="1867"/>
                    <a:pt x="4358" y="1894"/>
                    <a:pt x="4445" y="1894"/>
                  </a:cubicBezTo>
                  <a:cubicBezTo>
                    <a:pt x="4499" y="1894"/>
                    <a:pt x="4552" y="1884"/>
                    <a:pt x="4600" y="1859"/>
                  </a:cubicBezTo>
                  <a:lnTo>
                    <a:pt x="4978" y="1607"/>
                  </a:lnTo>
                  <a:lnTo>
                    <a:pt x="5356" y="2206"/>
                  </a:lnTo>
                  <a:lnTo>
                    <a:pt x="4947" y="2458"/>
                  </a:lnTo>
                  <a:cubicBezTo>
                    <a:pt x="4821" y="2521"/>
                    <a:pt x="4789" y="2647"/>
                    <a:pt x="4789" y="2805"/>
                  </a:cubicBezTo>
                  <a:cubicBezTo>
                    <a:pt x="4821" y="3025"/>
                    <a:pt x="4821" y="3183"/>
                    <a:pt x="4789" y="3435"/>
                  </a:cubicBezTo>
                  <a:cubicBezTo>
                    <a:pt x="4758" y="3592"/>
                    <a:pt x="4821" y="3687"/>
                    <a:pt x="4947" y="3781"/>
                  </a:cubicBezTo>
                  <a:lnTo>
                    <a:pt x="5356" y="4033"/>
                  </a:lnTo>
                  <a:lnTo>
                    <a:pt x="4978" y="4600"/>
                  </a:lnTo>
                  <a:lnTo>
                    <a:pt x="4600" y="4380"/>
                  </a:lnTo>
                  <a:cubicBezTo>
                    <a:pt x="4554" y="4345"/>
                    <a:pt x="4503" y="4332"/>
                    <a:pt x="4452" y="4332"/>
                  </a:cubicBezTo>
                  <a:cubicBezTo>
                    <a:pt x="4363" y="4332"/>
                    <a:pt x="4270" y="4372"/>
                    <a:pt x="4191" y="4411"/>
                  </a:cubicBezTo>
                  <a:cubicBezTo>
                    <a:pt x="4033" y="4537"/>
                    <a:pt x="3844" y="4632"/>
                    <a:pt x="3655" y="4726"/>
                  </a:cubicBezTo>
                  <a:cubicBezTo>
                    <a:pt x="3529" y="4758"/>
                    <a:pt x="3403" y="4915"/>
                    <a:pt x="3403" y="5041"/>
                  </a:cubicBezTo>
                  <a:lnTo>
                    <a:pt x="3403" y="5514"/>
                  </a:lnTo>
                  <a:lnTo>
                    <a:pt x="2741" y="5514"/>
                  </a:lnTo>
                  <a:lnTo>
                    <a:pt x="2741" y="5041"/>
                  </a:lnTo>
                  <a:cubicBezTo>
                    <a:pt x="2741" y="4884"/>
                    <a:pt x="2678" y="4758"/>
                    <a:pt x="2521" y="4726"/>
                  </a:cubicBezTo>
                  <a:cubicBezTo>
                    <a:pt x="2300" y="4663"/>
                    <a:pt x="2111" y="4569"/>
                    <a:pt x="1954" y="4411"/>
                  </a:cubicBezTo>
                  <a:cubicBezTo>
                    <a:pt x="1874" y="4372"/>
                    <a:pt x="1782" y="4332"/>
                    <a:pt x="1701" y="4332"/>
                  </a:cubicBezTo>
                  <a:cubicBezTo>
                    <a:pt x="1654" y="4332"/>
                    <a:pt x="1610" y="4345"/>
                    <a:pt x="1576" y="4380"/>
                  </a:cubicBezTo>
                  <a:lnTo>
                    <a:pt x="1166" y="4600"/>
                  </a:lnTo>
                  <a:lnTo>
                    <a:pt x="820" y="4033"/>
                  </a:lnTo>
                  <a:lnTo>
                    <a:pt x="1198" y="3781"/>
                  </a:lnTo>
                  <a:cubicBezTo>
                    <a:pt x="1324" y="3718"/>
                    <a:pt x="1418" y="3592"/>
                    <a:pt x="1355" y="3435"/>
                  </a:cubicBezTo>
                  <a:cubicBezTo>
                    <a:pt x="1324" y="3183"/>
                    <a:pt x="1324" y="3025"/>
                    <a:pt x="1355" y="2805"/>
                  </a:cubicBezTo>
                  <a:cubicBezTo>
                    <a:pt x="1418" y="2647"/>
                    <a:pt x="1324" y="2521"/>
                    <a:pt x="1198" y="2458"/>
                  </a:cubicBezTo>
                  <a:lnTo>
                    <a:pt x="820" y="2206"/>
                  </a:lnTo>
                  <a:lnTo>
                    <a:pt x="1166" y="1607"/>
                  </a:lnTo>
                  <a:lnTo>
                    <a:pt x="1576" y="1859"/>
                  </a:lnTo>
                  <a:cubicBezTo>
                    <a:pt x="1612" y="1884"/>
                    <a:pt x="1657" y="1894"/>
                    <a:pt x="1706" y="1894"/>
                  </a:cubicBezTo>
                  <a:cubicBezTo>
                    <a:pt x="1786" y="1894"/>
                    <a:pt x="1876" y="1867"/>
                    <a:pt x="1954" y="1828"/>
                  </a:cubicBezTo>
                  <a:cubicBezTo>
                    <a:pt x="2111" y="1702"/>
                    <a:pt x="2300" y="1576"/>
                    <a:pt x="2521" y="1481"/>
                  </a:cubicBezTo>
                  <a:cubicBezTo>
                    <a:pt x="2615" y="1450"/>
                    <a:pt x="2741" y="1292"/>
                    <a:pt x="2741" y="1166"/>
                  </a:cubicBezTo>
                  <a:lnTo>
                    <a:pt x="2741" y="694"/>
                  </a:ln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946"/>
                  </a:lnTo>
                  <a:cubicBezTo>
                    <a:pt x="1954" y="977"/>
                    <a:pt x="1828" y="1072"/>
                    <a:pt x="1765" y="1135"/>
                  </a:cubicBezTo>
                  <a:lnTo>
                    <a:pt x="1261" y="851"/>
                  </a:lnTo>
                  <a:cubicBezTo>
                    <a:pt x="1211" y="831"/>
                    <a:pt x="1158" y="821"/>
                    <a:pt x="1104" y="821"/>
                  </a:cubicBezTo>
                  <a:cubicBezTo>
                    <a:pt x="990" y="821"/>
                    <a:pt x="874" y="870"/>
                    <a:pt x="788" y="977"/>
                  </a:cubicBezTo>
                  <a:lnTo>
                    <a:pt x="126" y="2175"/>
                  </a:lnTo>
                  <a:cubicBezTo>
                    <a:pt x="32" y="2332"/>
                    <a:pt x="63" y="2521"/>
                    <a:pt x="221" y="2647"/>
                  </a:cubicBezTo>
                  <a:lnTo>
                    <a:pt x="757" y="2899"/>
                  </a:lnTo>
                  <a:lnTo>
                    <a:pt x="757" y="3120"/>
                  </a:lnTo>
                  <a:lnTo>
                    <a:pt x="757" y="3309"/>
                  </a:lnTo>
                  <a:lnTo>
                    <a:pt x="221" y="3592"/>
                  </a:lnTo>
                  <a:cubicBezTo>
                    <a:pt x="63" y="3655"/>
                    <a:pt x="0" y="3907"/>
                    <a:pt x="126" y="4065"/>
                  </a:cubicBezTo>
                  <a:lnTo>
                    <a:pt x="788" y="5231"/>
                  </a:lnTo>
                  <a:cubicBezTo>
                    <a:pt x="831" y="5337"/>
                    <a:pt x="960" y="5415"/>
                    <a:pt x="1088" y="5415"/>
                  </a:cubicBezTo>
                  <a:cubicBezTo>
                    <a:pt x="1149" y="5415"/>
                    <a:pt x="1210" y="5397"/>
                    <a:pt x="1261" y="5357"/>
                  </a:cubicBezTo>
                  <a:lnTo>
                    <a:pt x="1765" y="5073"/>
                  </a:lnTo>
                  <a:cubicBezTo>
                    <a:pt x="1891" y="5167"/>
                    <a:pt x="1954" y="5199"/>
                    <a:pt x="2080" y="5262"/>
                  </a:cubicBezTo>
                  <a:lnTo>
                    <a:pt x="2080" y="5861"/>
                  </a:lnTo>
                  <a:cubicBezTo>
                    <a:pt x="2080" y="6050"/>
                    <a:pt x="2237" y="6207"/>
                    <a:pt x="2426" y="6207"/>
                  </a:cubicBezTo>
                  <a:lnTo>
                    <a:pt x="3812" y="6207"/>
                  </a:lnTo>
                  <a:cubicBezTo>
                    <a:pt x="4002" y="6207"/>
                    <a:pt x="4159" y="6050"/>
                    <a:pt x="4159" y="5861"/>
                  </a:cubicBezTo>
                  <a:lnTo>
                    <a:pt x="4159" y="5262"/>
                  </a:lnTo>
                  <a:cubicBezTo>
                    <a:pt x="4285" y="5231"/>
                    <a:pt x="4411" y="5167"/>
                    <a:pt x="4474" y="5073"/>
                  </a:cubicBezTo>
                  <a:lnTo>
                    <a:pt x="4978" y="5357"/>
                  </a:lnTo>
                  <a:cubicBezTo>
                    <a:pt x="5028" y="5376"/>
                    <a:pt x="5084" y="5387"/>
                    <a:pt x="5141" y="5387"/>
                  </a:cubicBezTo>
                  <a:cubicBezTo>
                    <a:pt x="5263" y="5387"/>
                    <a:pt x="5386" y="5338"/>
                    <a:pt x="5451" y="5231"/>
                  </a:cubicBezTo>
                  <a:lnTo>
                    <a:pt x="6144" y="4065"/>
                  </a:lnTo>
                  <a:cubicBezTo>
                    <a:pt x="6207" y="3907"/>
                    <a:pt x="6175" y="3687"/>
                    <a:pt x="6018" y="3592"/>
                  </a:cubicBezTo>
                  <a:lnTo>
                    <a:pt x="5514" y="3309"/>
                  </a:lnTo>
                  <a:lnTo>
                    <a:pt x="5514" y="3120"/>
                  </a:lnTo>
                  <a:lnTo>
                    <a:pt x="5514" y="2899"/>
                  </a:lnTo>
                  <a:lnTo>
                    <a:pt x="6018" y="2647"/>
                  </a:lnTo>
                  <a:cubicBezTo>
                    <a:pt x="6175" y="2521"/>
                    <a:pt x="6238" y="2332"/>
                    <a:pt x="6144" y="2175"/>
                  </a:cubicBezTo>
                  <a:lnTo>
                    <a:pt x="5451" y="977"/>
                  </a:lnTo>
                  <a:cubicBezTo>
                    <a:pt x="5408" y="870"/>
                    <a:pt x="5278" y="807"/>
                    <a:pt x="5149" y="807"/>
                  </a:cubicBezTo>
                  <a:cubicBezTo>
                    <a:pt x="5089" y="807"/>
                    <a:pt x="5029" y="821"/>
                    <a:pt x="4978" y="851"/>
                  </a:cubicBezTo>
                  <a:lnTo>
                    <a:pt x="4474" y="1135"/>
                  </a:lnTo>
                  <a:cubicBezTo>
                    <a:pt x="4348" y="1072"/>
                    <a:pt x="4285" y="1009"/>
                    <a:pt x="4159" y="946"/>
                  </a:cubicBezTo>
                  <a:lnTo>
                    <a:pt x="4159" y="347"/>
                  </a:lnTo>
                  <a:cubicBezTo>
                    <a:pt x="4159" y="158"/>
                    <a:pt x="4002" y="1"/>
                    <a:pt x="38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2" name="Google Shape;13912;p143"/>
          <p:cNvGrpSpPr/>
          <p:nvPr/>
        </p:nvGrpSpPr>
        <p:grpSpPr>
          <a:xfrm>
            <a:off x="4646942" y="2673483"/>
            <a:ext cx="420796" cy="395746"/>
            <a:chOff x="-4211975" y="2783850"/>
            <a:chExt cx="291450" cy="274100"/>
          </a:xfrm>
        </p:grpSpPr>
        <p:sp>
          <p:nvSpPr>
            <p:cNvPr id="13913" name="Google Shape;13913;p143"/>
            <p:cNvSpPr/>
            <p:nvPr/>
          </p:nvSpPr>
          <p:spPr>
            <a:xfrm>
              <a:off x="-4211975" y="2937125"/>
              <a:ext cx="291450" cy="120825"/>
            </a:xfrm>
            <a:custGeom>
              <a:avLst/>
              <a:gdLst/>
              <a:ahLst/>
              <a:cxnLst/>
              <a:rect l="l" t="t" r="r" b="b"/>
              <a:pathLst>
                <a:path w="11658" h="4833" extrusionOk="0">
                  <a:moveTo>
                    <a:pt x="978" y="706"/>
                  </a:moveTo>
                  <a:cubicBezTo>
                    <a:pt x="1167" y="706"/>
                    <a:pt x="1324" y="863"/>
                    <a:pt x="1324" y="1052"/>
                  </a:cubicBezTo>
                  <a:lnTo>
                    <a:pt x="1324" y="3762"/>
                  </a:lnTo>
                  <a:cubicBezTo>
                    <a:pt x="1324" y="3982"/>
                    <a:pt x="1167" y="4140"/>
                    <a:pt x="978" y="4140"/>
                  </a:cubicBezTo>
                  <a:lnTo>
                    <a:pt x="631" y="4140"/>
                  </a:lnTo>
                  <a:lnTo>
                    <a:pt x="631" y="706"/>
                  </a:lnTo>
                  <a:close/>
                  <a:moveTo>
                    <a:pt x="3866" y="717"/>
                  </a:moveTo>
                  <a:cubicBezTo>
                    <a:pt x="4374" y="717"/>
                    <a:pt x="4886" y="859"/>
                    <a:pt x="5325" y="1147"/>
                  </a:cubicBezTo>
                  <a:cubicBezTo>
                    <a:pt x="5672" y="1367"/>
                    <a:pt x="5703" y="1399"/>
                    <a:pt x="5829" y="1399"/>
                  </a:cubicBezTo>
                  <a:lnTo>
                    <a:pt x="7247" y="1399"/>
                  </a:lnTo>
                  <a:cubicBezTo>
                    <a:pt x="7436" y="1399"/>
                    <a:pt x="7594" y="1556"/>
                    <a:pt x="7594" y="1777"/>
                  </a:cubicBezTo>
                  <a:cubicBezTo>
                    <a:pt x="7594" y="1966"/>
                    <a:pt x="7436" y="2124"/>
                    <a:pt x="7247" y="2124"/>
                  </a:cubicBezTo>
                  <a:lnTo>
                    <a:pt x="4758" y="2124"/>
                  </a:lnTo>
                  <a:cubicBezTo>
                    <a:pt x="4380" y="2124"/>
                    <a:pt x="4034" y="2344"/>
                    <a:pt x="3845" y="2659"/>
                  </a:cubicBezTo>
                  <a:cubicBezTo>
                    <a:pt x="3782" y="2817"/>
                    <a:pt x="3845" y="3069"/>
                    <a:pt x="4002" y="3132"/>
                  </a:cubicBezTo>
                  <a:cubicBezTo>
                    <a:pt x="4045" y="3158"/>
                    <a:pt x="4096" y="3169"/>
                    <a:pt x="4148" y="3169"/>
                  </a:cubicBezTo>
                  <a:cubicBezTo>
                    <a:pt x="4284" y="3169"/>
                    <a:pt x="4429" y="3088"/>
                    <a:pt x="4475" y="2974"/>
                  </a:cubicBezTo>
                  <a:cubicBezTo>
                    <a:pt x="4538" y="2848"/>
                    <a:pt x="4632" y="2785"/>
                    <a:pt x="4790" y="2785"/>
                  </a:cubicBezTo>
                  <a:lnTo>
                    <a:pt x="7562" y="2785"/>
                  </a:lnTo>
                  <a:cubicBezTo>
                    <a:pt x="7783" y="2785"/>
                    <a:pt x="8003" y="2722"/>
                    <a:pt x="8192" y="2596"/>
                  </a:cubicBezTo>
                  <a:lnTo>
                    <a:pt x="10555" y="769"/>
                  </a:lnTo>
                  <a:cubicBezTo>
                    <a:pt x="10603" y="747"/>
                    <a:pt x="10649" y="737"/>
                    <a:pt x="10693" y="737"/>
                  </a:cubicBezTo>
                  <a:cubicBezTo>
                    <a:pt x="10969" y="737"/>
                    <a:pt x="11146" y="1123"/>
                    <a:pt x="10902" y="1367"/>
                  </a:cubicBezTo>
                  <a:cubicBezTo>
                    <a:pt x="10844" y="1406"/>
                    <a:pt x="10817" y="1419"/>
                    <a:pt x="10805" y="1419"/>
                  </a:cubicBezTo>
                  <a:cubicBezTo>
                    <a:pt x="10780" y="1419"/>
                    <a:pt x="10836" y="1354"/>
                    <a:pt x="10826" y="1354"/>
                  </a:cubicBezTo>
                  <a:cubicBezTo>
                    <a:pt x="10804" y="1354"/>
                    <a:pt x="10447" y="1686"/>
                    <a:pt x="8066" y="3856"/>
                  </a:cubicBezTo>
                  <a:cubicBezTo>
                    <a:pt x="7877" y="4014"/>
                    <a:pt x="7625" y="4140"/>
                    <a:pt x="7373" y="4140"/>
                  </a:cubicBezTo>
                  <a:lnTo>
                    <a:pt x="3435" y="4140"/>
                  </a:lnTo>
                  <a:cubicBezTo>
                    <a:pt x="2962" y="4140"/>
                    <a:pt x="2490" y="4014"/>
                    <a:pt x="2049" y="3825"/>
                  </a:cubicBezTo>
                  <a:lnTo>
                    <a:pt x="2049" y="1399"/>
                  </a:lnTo>
                  <a:lnTo>
                    <a:pt x="2332" y="1210"/>
                  </a:lnTo>
                  <a:cubicBezTo>
                    <a:pt x="2774" y="883"/>
                    <a:pt x="3318" y="717"/>
                    <a:pt x="3866" y="717"/>
                  </a:cubicBezTo>
                  <a:close/>
                  <a:moveTo>
                    <a:pt x="3817" y="0"/>
                  </a:moveTo>
                  <a:cubicBezTo>
                    <a:pt x="3151" y="0"/>
                    <a:pt x="2491" y="205"/>
                    <a:pt x="1923" y="611"/>
                  </a:cubicBezTo>
                  <a:cubicBezTo>
                    <a:pt x="1765" y="265"/>
                    <a:pt x="1419" y="13"/>
                    <a:pt x="1009" y="13"/>
                  </a:cubicBezTo>
                  <a:lnTo>
                    <a:pt x="348" y="13"/>
                  </a:lnTo>
                  <a:cubicBezTo>
                    <a:pt x="159" y="13"/>
                    <a:pt x="1" y="170"/>
                    <a:pt x="1" y="391"/>
                  </a:cubicBezTo>
                  <a:lnTo>
                    <a:pt x="1" y="4486"/>
                  </a:lnTo>
                  <a:cubicBezTo>
                    <a:pt x="1" y="4675"/>
                    <a:pt x="159" y="4833"/>
                    <a:pt x="348" y="4833"/>
                  </a:cubicBezTo>
                  <a:lnTo>
                    <a:pt x="1009" y="4833"/>
                  </a:lnTo>
                  <a:cubicBezTo>
                    <a:pt x="1324" y="4833"/>
                    <a:pt x="1608" y="4675"/>
                    <a:pt x="1797" y="4486"/>
                  </a:cubicBezTo>
                  <a:cubicBezTo>
                    <a:pt x="2332" y="4707"/>
                    <a:pt x="2868" y="4833"/>
                    <a:pt x="3435" y="4833"/>
                  </a:cubicBezTo>
                  <a:lnTo>
                    <a:pt x="7373" y="4833"/>
                  </a:lnTo>
                  <a:cubicBezTo>
                    <a:pt x="7783" y="4833"/>
                    <a:pt x="8192" y="4675"/>
                    <a:pt x="8507" y="4392"/>
                  </a:cubicBezTo>
                  <a:cubicBezTo>
                    <a:pt x="8539" y="4392"/>
                    <a:pt x="11217" y="1903"/>
                    <a:pt x="11248" y="1872"/>
                  </a:cubicBezTo>
                  <a:cubicBezTo>
                    <a:pt x="11406" y="1809"/>
                    <a:pt x="11658" y="1493"/>
                    <a:pt x="11658" y="1084"/>
                  </a:cubicBezTo>
                  <a:cubicBezTo>
                    <a:pt x="11658" y="454"/>
                    <a:pt x="11185" y="44"/>
                    <a:pt x="10618" y="44"/>
                  </a:cubicBezTo>
                  <a:cubicBezTo>
                    <a:pt x="10303" y="44"/>
                    <a:pt x="10051" y="202"/>
                    <a:pt x="9925" y="296"/>
                  </a:cubicBezTo>
                  <a:lnTo>
                    <a:pt x="8192" y="1619"/>
                  </a:lnTo>
                  <a:cubicBezTo>
                    <a:pt x="8098" y="1084"/>
                    <a:pt x="7688" y="706"/>
                    <a:pt x="7153" y="706"/>
                  </a:cubicBezTo>
                  <a:lnTo>
                    <a:pt x="5861" y="706"/>
                  </a:lnTo>
                  <a:lnTo>
                    <a:pt x="5640" y="548"/>
                  </a:lnTo>
                  <a:cubicBezTo>
                    <a:pt x="5075" y="182"/>
                    <a:pt x="4444" y="0"/>
                    <a:pt x="38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4" name="Google Shape;13914;p143"/>
            <p:cNvSpPr/>
            <p:nvPr/>
          </p:nvSpPr>
          <p:spPr>
            <a:xfrm>
              <a:off x="-4109575" y="2783850"/>
              <a:ext cx="153625" cy="154400"/>
            </a:xfrm>
            <a:custGeom>
              <a:avLst/>
              <a:gdLst/>
              <a:ahLst/>
              <a:cxnLst/>
              <a:rect l="l" t="t" r="r" b="b"/>
              <a:pathLst>
                <a:path w="6145" h="6176" extrusionOk="0">
                  <a:moveTo>
                    <a:pt x="3057" y="693"/>
                  </a:moveTo>
                  <a:cubicBezTo>
                    <a:pt x="4411" y="693"/>
                    <a:pt x="5482" y="1765"/>
                    <a:pt x="5482" y="3088"/>
                  </a:cubicBezTo>
                  <a:cubicBezTo>
                    <a:pt x="5482" y="4442"/>
                    <a:pt x="4411" y="5482"/>
                    <a:pt x="3057" y="5482"/>
                  </a:cubicBezTo>
                  <a:cubicBezTo>
                    <a:pt x="1733" y="5482"/>
                    <a:pt x="662" y="4442"/>
                    <a:pt x="662" y="3088"/>
                  </a:cubicBezTo>
                  <a:cubicBezTo>
                    <a:pt x="662" y="1765"/>
                    <a:pt x="1733" y="693"/>
                    <a:pt x="3057" y="693"/>
                  </a:cubicBezTo>
                  <a:close/>
                  <a:moveTo>
                    <a:pt x="3057" y="0"/>
                  </a:moveTo>
                  <a:cubicBezTo>
                    <a:pt x="1387" y="0"/>
                    <a:pt x="1" y="1387"/>
                    <a:pt x="1" y="3088"/>
                  </a:cubicBezTo>
                  <a:cubicBezTo>
                    <a:pt x="1" y="4789"/>
                    <a:pt x="1387" y="6175"/>
                    <a:pt x="3057" y="6175"/>
                  </a:cubicBezTo>
                  <a:cubicBezTo>
                    <a:pt x="4758" y="6175"/>
                    <a:pt x="6144" y="4789"/>
                    <a:pt x="6144" y="3088"/>
                  </a:cubicBezTo>
                  <a:cubicBezTo>
                    <a:pt x="6144" y="1387"/>
                    <a:pt x="4758" y="0"/>
                    <a:pt x="30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5" name="Google Shape;13915;p143"/>
            <p:cNvSpPr/>
            <p:nvPr/>
          </p:nvSpPr>
          <p:spPr>
            <a:xfrm>
              <a:off x="-4074925" y="281850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1671" y="631"/>
                  </a:moveTo>
                  <a:cubicBezTo>
                    <a:pt x="2238" y="631"/>
                    <a:pt x="2710" y="1103"/>
                    <a:pt x="2710" y="1670"/>
                  </a:cubicBezTo>
                  <a:cubicBezTo>
                    <a:pt x="2710" y="2206"/>
                    <a:pt x="2238" y="2678"/>
                    <a:pt x="1671" y="2678"/>
                  </a:cubicBezTo>
                  <a:cubicBezTo>
                    <a:pt x="1135" y="2678"/>
                    <a:pt x="662" y="2206"/>
                    <a:pt x="662" y="1670"/>
                  </a:cubicBezTo>
                  <a:cubicBezTo>
                    <a:pt x="662" y="1103"/>
                    <a:pt x="1135" y="631"/>
                    <a:pt x="1671" y="631"/>
                  </a:cubicBezTo>
                  <a:close/>
                  <a:moveTo>
                    <a:pt x="1671" y="1"/>
                  </a:moveTo>
                  <a:cubicBezTo>
                    <a:pt x="725" y="1"/>
                    <a:pt x="1" y="757"/>
                    <a:pt x="1" y="1702"/>
                  </a:cubicBezTo>
                  <a:cubicBezTo>
                    <a:pt x="1" y="2647"/>
                    <a:pt x="725" y="3403"/>
                    <a:pt x="1671" y="3403"/>
                  </a:cubicBezTo>
                  <a:cubicBezTo>
                    <a:pt x="2616" y="3403"/>
                    <a:pt x="3372" y="2647"/>
                    <a:pt x="3372" y="1702"/>
                  </a:cubicBezTo>
                  <a:cubicBezTo>
                    <a:pt x="3372" y="757"/>
                    <a:pt x="2616" y="1"/>
                    <a:pt x="16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16" name="Google Shape;13916;p143"/>
          <p:cNvSpPr/>
          <p:nvPr/>
        </p:nvSpPr>
        <p:spPr>
          <a:xfrm>
            <a:off x="7362836" y="1629995"/>
            <a:ext cx="399175" cy="423069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17" name="Google Shape;13917;p143"/>
          <p:cNvGrpSpPr/>
          <p:nvPr/>
        </p:nvGrpSpPr>
        <p:grpSpPr>
          <a:xfrm>
            <a:off x="7351871" y="2140413"/>
            <a:ext cx="420796" cy="420796"/>
            <a:chOff x="-2419325" y="2408150"/>
            <a:chExt cx="291450" cy="291450"/>
          </a:xfrm>
        </p:grpSpPr>
        <p:sp>
          <p:nvSpPr>
            <p:cNvPr id="13918" name="Google Shape;13918;p143"/>
            <p:cNvSpPr/>
            <p:nvPr/>
          </p:nvSpPr>
          <p:spPr>
            <a:xfrm>
              <a:off x="-2419325" y="2408150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8948" y="725"/>
                  </a:moveTo>
                  <a:lnTo>
                    <a:pt x="8948" y="2489"/>
                  </a:lnTo>
                  <a:lnTo>
                    <a:pt x="8948" y="10366"/>
                  </a:lnTo>
                  <a:cubicBezTo>
                    <a:pt x="8948" y="10586"/>
                    <a:pt x="9011" y="10838"/>
                    <a:pt x="9137" y="11027"/>
                  </a:cubicBezTo>
                  <a:lnTo>
                    <a:pt x="1733" y="11027"/>
                  </a:lnTo>
                  <a:cubicBezTo>
                    <a:pt x="1134" y="11027"/>
                    <a:pt x="662" y="10586"/>
                    <a:pt x="662" y="10019"/>
                  </a:cubicBezTo>
                  <a:lnTo>
                    <a:pt x="662" y="725"/>
                  </a:lnTo>
                  <a:close/>
                  <a:moveTo>
                    <a:pt x="11027" y="2836"/>
                  </a:moveTo>
                  <a:lnTo>
                    <a:pt x="11027" y="10366"/>
                  </a:lnTo>
                  <a:lnTo>
                    <a:pt x="10995" y="10366"/>
                  </a:lnTo>
                  <a:cubicBezTo>
                    <a:pt x="10995" y="10744"/>
                    <a:pt x="10680" y="11027"/>
                    <a:pt x="10334" y="11027"/>
                  </a:cubicBezTo>
                  <a:cubicBezTo>
                    <a:pt x="9987" y="11027"/>
                    <a:pt x="9672" y="10712"/>
                    <a:pt x="9672" y="10366"/>
                  </a:cubicBezTo>
                  <a:lnTo>
                    <a:pt x="9672" y="2836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956"/>
                  </a:lnTo>
                  <a:cubicBezTo>
                    <a:pt x="0" y="10901"/>
                    <a:pt x="756" y="11657"/>
                    <a:pt x="1702" y="11657"/>
                  </a:cubicBezTo>
                  <a:lnTo>
                    <a:pt x="10302" y="11657"/>
                  </a:lnTo>
                  <a:cubicBezTo>
                    <a:pt x="11027" y="11657"/>
                    <a:pt x="11657" y="11027"/>
                    <a:pt x="11657" y="10271"/>
                  </a:cubicBezTo>
                  <a:lnTo>
                    <a:pt x="11657" y="2395"/>
                  </a:lnTo>
                  <a:cubicBezTo>
                    <a:pt x="11657" y="2300"/>
                    <a:pt x="11500" y="2143"/>
                    <a:pt x="11342" y="2143"/>
                  </a:cubicBezTo>
                  <a:lnTo>
                    <a:pt x="9641" y="2143"/>
                  </a:lnTo>
                  <a:lnTo>
                    <a:pt x="9641" y="347"/>
                  </a:lnTo>
                  <a:cubicBezTo>
                    <a:pt x="9641" y="158"/>
                    <a:pt x="9483" y="1"/>
                    <a:pt x="92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9" name="Google Shape;13919;p143"/>
            <p:cNvSpPr/>
            <p:nvPr/>
          </p:nvSpPr>
          <p:spPr>
            <a:xfrm>
              <a:off x="-2385475" y="2444375"/>
              <a:ext cx="173325" cy="86675"/>
            </a:xfrm>
            <a:custGeom>
              <a:avLst/>
              <a:gdLst/>
              <a:ahLst/>
              <a:cxnLst/>
              <a:rect l="l" t="t" r="r" b="b"/>
              <a:pathLst>
                <a:path w="6933" h="3467" extrusionOk="0">
                  <a:moveTo>
                    <a:pt x="6207" y="694"/>
                  </a:moveTo>
                  <a:lnTo>
                    <a:pt x="6207" y="2742"/>
                  </a:lnTo>
                  <a:lnTo>
                    <a:pt x="694" y="2742"/>
                  </a:lnTo>
                  <a:lnTo>
                    <a:pt x="694" y="694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79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6554" y="3466"/>
                  </a:lnTo>
                  <a:cubicBezTo>
                    <a:pt x="6775" y="3466"/>
                    <a:pt x="6932" y="3309"/>
                    <a:pt x="6932" y="3120"/>
                  </a:cubicBezTo>
                  <a:lnTo>
                    <a:pt x="6932" y="379"/>
                  </a:lnTo>
                  <a:cubicBezTo>
                    <a:pt x="6869" y="158"/>
                    <a:pt x="6712" y="1"/>
                    <a:pt x="65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0" name="Google Shape;13920;p143"/>
            <p:cNvSpPr/>
            <p:nvPr/>
          </p:nvSpPr>
          <p:spPr>
            <a:xfrm>
              <a:off x="-2385475" y="25459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2742" y="757"/>
                  </a:moveTo>
                  <a:lnTo>
                    <a:pt x="2742" y="2805"/>
                  </a:lnTo>
                  <a:lnTo>
                    <a:pt x="694" y="2805"/>
                  </a:lnTo>
                  <a:lnTo>
                    <a:pt x="694" y="757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3088" y="3466"/>
                  </a:lnTo>
                  <a:cubicBezTo>
                    <a:pt x="3309" y="3466"/>
                    <a:pt x="3467" y="3309"/>
                    <a:pt x="3467" y="3120"/>
                  </a:cubicBezTo>
                  <a:lnTo>
                    <a:pt x="3467" y="347"/>
                  </a:lnTo>
                  <a:cubicBezTo>
                    <a:pt x="3467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1" name="Google Shape;13921;p143"/>
            <p:cNvSpPr/>
            <p:nvPr/>
          </p:nvSpPr>
          <p:spPr>
            <a:xfrm>
              <a:off x="-2281500" y="25467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553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2" name="Google Shape;13922;p143"/>
            <p:cNvSpPr/>
            <p:nvPr/>
          </p:nvSpPr>
          <p:spPr>
            <a:xfrm>
              <a:off x="-2281500" y="2581425"/>
              <a:ext cx="69350" cy="18150"/>
            </a:xfrm>
            <a:custGeom>
              <a:avLst/>
              <a:gdLst/>
              <a:ahLst/>
              <a:cxnLst/>
              <a:rect l="l" t="t" r="r" b="b"/>
              <a:pathLst>
                <a:path w="277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8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3" name="Google Shape;13923;p143"/>
            <p:cNvSpPr/>
            <p:nvPr/>
          </p:nvSpPr>
          <p:spPr>
            <a:xfrm>
              <a:off x="-2281500" y="2616075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616" y="694"/>
                    <a:pt x="2773" y="536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4" name="Google Shape;13924;p143"/>
            <p:cNvSpPr/>
            <p:nvPr/>
          </p:nvSpPr>
          <p:spPr>
            <a:xfrm>
              <a:off x="-2385475" y="2649150"/>
              <a:ext cx="173325" cy="18150"/>
            </a:xfrm>
            <a:custGeom>
              <a:avLst/>
              <a:gdLst/>
              <a:ahLst/>
              <a:cxnLst/>
              <a:rect l="l" t="t" r="r" b="b"/>
              <a:pathLst>
                <a:path w="6933" h="726" extrusionOk="0">
                  <a:moveTo>
                    <a:pt x="348" y="1"/>
                  </a:moveTo>
                  <a:cubicBezTo>
                    <a:pt x="159" y="1"/>
                    <a:pt x="1" y="159"/>
                    <a:pt x="1" y="379"/>
                  </a:cubicBezTo>
                  <a:cubicBezTo>
                    <a:pt x="1" y="568"/>
                    <a:pt x="159" y="726"/>
                    <a:pt x="348" y="726"/>
                  </a:cubicBezTo>
                  <a:lnTo>
                    <a:pt x="6554" y="726"/>
                  </a:lnTo>
                  <a:cubicBezTo>
                    <a:pt x="6775" y="726"/>
                    <a:pt x="6932" y="568"/>
                    <a:pt x="6932" y="379"/>
                  </a:cubicBezTo>
                  <a:cubicBezTo>
                    <a:pt x="6869" y="159"/>
                    <a:pt x="6712" y="1"/>
                    <a:pt x="65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25" name="Google Shape;13925;p143"/>
          <p:cNvSpPr/>
          <p:nvPr/>
        </p:nvSpPr>
        <p:spPr>
          <a:xfrm>
            <a:off x="7362260" y="2659651"/>
            <a:ext cx="424188" cy="423069"/>
          </a:xfrm>
          <a:custGeom>
            <a:avLst/>
            <a:gdLst/>
            <a:ahLst/>
            <a:cxnLst/>
            <a:rect l="l" t="t" r="r" b="b"/>
            <a:pathLst>
              <a:path w="11752" h="11721" extrusionOk="0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26" name="Google Shape;13926;p143"/>
          <p:cNvGrpSpPr/>
          <p:nvPr/>
        </p:nvGrpSpPr>
        <p:grpSpPr>
          <a:xfrm>
            <a:off x="4673396" y="3231514"/>
            <a:ext cx="420796" cy="421914"/>
            <a:chOff x="-1333200" y="2770450"/>
            <a:chExt cx="291450" cy="292225"/>
          </a:xfrm>
        </p:grpSpPr>
        <p:sp>
          <p:nvSpPr>
            <p:cNvPr id="13927" name="Google Shape;13927;p143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8" name="Google Shape;13928;p143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29" name="Google Shape;13929;p143"/>
          <p:cNvGrpSpPr/>
          <p:nvPr/>
        </p:nvGrpSpPr>
        <p:grpSpPr>
          <a:xfrm>
            <a:off x="2470009" y="1631256"/>
            <a:ext cx="423069" cy="420796"/>
            <a:chOff x="-5635200" y="2037975"/>
            <a:chExt cx="293025" cy="291450"/>
          </a:xfrm>
        </p:grpSpPr>
        <p:sp>
          <p:nvSpPr>
            <p:cNvPr id="13930" name="Google Shape;13930;p143"/>
            <p:cNvSpPr/>
            <p:nvPr/>
          </p:nvSpPr>
          <p:spPr>
            <a:xfrm>
              <a:off x="-5635200" y="20379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1" name="Google Shape;13931;p143"/>
            <p:cNvSpPr/>
            <p:nvPr/>
          </p:nvSpPr>
          <p:spPr>
            <a:xfrm>
              <a:off x="-5496575" y="2072625"/>
              <a:ext cx="102425" cy="102425"/>
            </a:xfrm>
            <a:custGeom>
              <a:avLst/>
              <a:gdLst/>
              <a:ahLst/>
              <a:cxnLst/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2" name="Google Shape;13932;p143"/>
          <p:cNvGrpSpPr/>
          <p:nvPr/>
        </p:nvGrpSpPr>
        <p:grpSpPr>
          <a:xfrm>
            <a:off x="2468295" y="2140412"/>
            <a:ext cx="426499" cy="420796"/>
            <a:chOff x="-5637575" y="2397900"/>
            <a:chExt cx="295400" cy="291450"/>
          </a:xfrm>
        </p:grpSpPr>
        <p:sp>
          <p:nvSpPr>
            <p:cNvPr id="13933" name="Google Shape;13933;p143"/>
            <p:cNvSpPr/>
            <p:nvPr/>
          </p:nvSpPr>
          <p:spPr>
            <a:xfrm>
              <a:off x="-5575350" y="2547550"/>
              <a:ext cx="79575" cy="88250"/>
            </a:xfrm>
            <a:custGeom>
              <a:avLst/>
              <a:gdLst/>
              <a:ahLst/>
              <a:cxnLst/>
              <a:rect l="l" t="t" r="r" b="b"/>
              <a:pathLst>
                <a:path w="3183" h="3530" extrusionOk="0">
                  <a:moveTo>
                    <a:pt x="1088" y="1"/>
                  </a:moveTo>
                  <a:cubicBezTo>
                    <a:pt x="1001" y="1"/>
                    <a:pt x="915" y="32"/>
                    <a:pt x="852" y="95"/>
                  </a:cubicBezTo>
                  <a:lnTo>
                    <a:pt x="379" y="568"/>
                  </a:lnTo>
                  <a:cubicBezTo>
                    <a:pt x="1" y="978"/>
                    <a:pt x="1" y="1639"/>
                    <a:pt x="379" y="2017"/>
                  </a:cubicBezTo>
                  <a:cubicBezTo>
                    <a:pt x="584" y="2222"/>
                    <a:pt x="852" y="2324"/>
                    <a:pt x="1115" y="2324"/>
                  </a:cubicBezTo>
                  <a:cubicBezTo>
                    <a:pt x="1379" y="2324"/>
                    <a:pt x="1639" y="2222"/>
                    <a:pt x="1828" y="2017"/>
                  </a:cubicBezTo>
                  <a:cubicBezTo>
                    <a:pt x="1891" y="1970"/>
                    <a:pt x="1986" y="1946"/>
                    <a:pt x="2076" y="1946"/>
                  </a:cubicBezTo>
                  <a:cubicBezTo>
                    <a:pt x="2167" y="1946"/>
                    <a:pt x="2253" y="1970"/>
                    <a:pt x="2301" y="2017"/>
                  </a:cubicBezTo>
                  <a:cubicBezTo>
                    <a:pt x="2427" y="2143"/>
                    <a:pt x="2427" y="2395"/>
                    <a:pt x="2301" y="2490"/>
                  </a:cubicBezTo>
                  <a:lnTo>
                    <a:pt x="1828" y="2962"/>
                  </a:lnTo>
                  <a:cubicBezTo>
                    <a:pt x="1734" y="3088"/>
                    <a:pt x="1734" y="3340"/>
                    <a:pt x="1828" y="3435"/>
                  </a:cubicBezTo>
                  <a:cubicBezTo>
                    <a:pt x="1891" y="3498"/>
                    <a:pt x="1986" y="3529"/>
                    <a:pt x="2076" y="3529"/>
                  </a:cubicBezTo>
                  <a:cubicBezTo>
                    <a:pt x="2167" y="3529"/>
                    <a:pt x="2253" y="3498"/>
                    <a:pt x="2301" y="3435"/>
                  </a:cubicBezTo>
                  <a:lnTo>
                    <a:pt x="2773" y="2962"/>
                  </a:lnTo>
                  <a:cubicBezTo>
                    <a:pt x="3183" y="2584"/>
                    <a:pt x="3183" y="1923"/>
                    <a:pt x="2773" y="1513"/>
                  </a:cubicBezTo>
                  <a:cubicBezTo>
                    <a:pt x="2569" y="1293"/>
                    <a:pt x="2309" y="1182"/>
                    <a:pt x="2049" y="1182"/>
                  </a:cubicBezTo>
                  <a:cubicBezTo>
                    <a:pt x="1789" y="1182"/>
                    <a:pt x="1529" y="1293"/>
                    <a:pt x="1324" y="1513"/>
                  </a:cubicBezTo>
                  <a:cubicBezTo>
                    <a:pt x="1261" y="1576"/>
                    <a:pt x="1174" y="1608"/>
                    <a:pt x="1088" y="1608"/>
                  </a:cubicBezTo>
                  <a:cubicBezTo>
                    <a:pt x="1001" y="1608"/>
                    <a:pt x="915" y="1576"/>
                    <a:pt x="852" y="1513"/>
                  </a:cubicBezTo>
                  <a:cubicBezTo>
                    <a:pt x="726" y="1387"/>
                    <a:pt x="726" y="1167"/>
                    <a:pt x="852" y="1041"/>
                  </a:cubicBezTo>
                  <a:lnTo>
                    <a:pt x="1324" y="568"/>
                  </a:lnTo>
                  <a:cubicBezTo>
                    <a:pt x="1450" y="442"/>
                    <a:pt x="1450" y="221"/>
                    <a:pt x="1324" y="95"/>
                  </a:cubicBezTo>
                  <a:cubicBezTo>
                    <a:pt x="1261" y="32"/>
                    <a:pt x="1174" y="1"/>
                    <a:pt x="1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4" name="Google Shape;13934;p143"/>
            <p:cNvSpPr/>
            <p:nvPr/>
          </p:nvSpPr>
          <p:spPr>
            <a:xfrm>
              <a:off x="-5526500" y="2499525"/>
              <a:ext cx="85075" cy="81725"/>
            </a:xfrm>
            <a:custGeom>
              <a:avLst/>
              <a:gdLst/>
              <a:ahLst/>
              <a:cxnLst/>
              <a:rect l="l" t="t" r="r" b="b"/>
              <a:pathLst>
                <a:path w="3403" h="3269" extrusionOk="0">
                  <a:moveTo>
                    <a:pt x="1107" y="0"/>
                  </a:moveTo>
                  <a:cubicBezTo>
                    <a:pt x="1016" y="0"/>
                    <a:pt x="930" y="32"/>
                    <a:pt x="882" y="95"/>
                  </a:cubicBezTo>
                  <a:lnTo>
                    <a:pt x="410" y="567"/>
                  </a:lnTo>
                  <a:cubicBezTo>
                    <a:pt x="0" y="945"/>
                    <a:pt x="0" y="1638"/>
                    <a:pt x="410" y="2016"/>
                  </a:cubicBezTo>
                  <a:lnTo>
                    <a:pt x="882" y="2489"/>
                  </a:lnTo>
                  <a:lnTo>
                    <a:pt x="1355" y="2962"/>
                  </a:lnTo>
                  <a:cubicBezTo>
                    <a:pt x="1544" y="3166"/>
                    <a:pt x="1804" y="3269"/>
                    <a:pt x="2068" y="3269"/>
                  </a:cubicBezTo>
                  <a:cubicBezTo>
                    <a:pt x="2332" y="3269"/>
                    <a:pt x="2599" y="3166"/>
                    <a:pt x="2804" y="2962"/>
                  </a:cubicBezTo>
                  <a:lnTo>
                    <a:pt x="3277" y="2489"/>
                  </a:lnTo>
                  <a:cubicBezTo>
                    <a:pt x="3403" y="2363"/>
                    <a:pt x="3403" y="2142"/>
                    <a:pt x="3277" y="2016"/>
                  </a:cubicBezTo>
                  <a:cubicBezTo>
                    <a:pt x="3178" y="1918"/>
                    <a:pt x="3070" y="1870"/>
                    <a:pt x="2977" y="1870"/>
                  </a:cubicBezTo>
                  <a:cubicBezTo>
                    <a:pt x="2892" y="1870"/>
                    <a:pt x="2818" y="1910"/>
                    <a:pt x="2773" y="1985"/>
                  </a:cubicBezTo>
                  <a:lnTo>
                    <a:pt x="2300" y="2457"/>
                  </a:lnTo>
                  <a:cubicBezTo>
                    <a:pt x="2237" y="2520"/>
                    <a:pt x="2143" y="2552"/>
                    <a:pt x="2052" y="2552"/>
                  </a:cubicBezTo>
                  <a:cubicBezTo>
                    <a:pt x="1961" y="2552"/>
                    <a:pt x="1875" y="2520"/>
                    <a:pt x="1827" y="2457"/>
                  </a:cubicBezTo>
                  <a:lnTo>
                    <a:pt x="1575" y="2205"/>
                  </a:lnTo>
                  <a:lnTo>
                    <a:pt x="2300" y="1512"/>
                  </a:lnTo>
                  <a:cubicBezTo>
                    <a:pt x="2395" y="1386"/>
                    <a:pt x="2395" y="1134"/>
                    <a:pt x="2300" y="1040"/>
                  </a:cubicBezTo>
                  <a:cubicBezTo>
                    <a:pt x="2237" y="977"/>
                    <a:pt x="2143" y="945"/>
                    <a:pt x="2052" y="945"/>
                  </a:cubicBezTo>
                  <a:cubicBezTo>
                    <a:pt x="1961" y="945"/>
                    <a:pt x="1875" y="977"/>
                    <a:pt x="1827" y="1040"/>
                  </a:cubicBezTo>
                  <a:lnTo>
                    <a:pt x="1103" y="1733"/>
                  </a:lnTo>
                  <a:lnTo>
                    <a:pt x="882" y="1512"/>
                  </a:lnTo>
                  <a:cubicBezTo>
                    <a:pt x="756" y="1386"/>
                    <a:pt x="756" y="1166"/>
                    <a:pt x="882" y="1040"/>
                  </a:cubicBezTo>
                  <a:lnTo>
                    <a:pt x="1355" y="567"/>
                  </a:lnTo>
                  <a:cubicBezTo>
                    <a:pt x="1449" y="441"/>
                    <a:pt x="1449" y="221"/>
                    <a:pt x="1355" y="95"/>
                  </a:cubicBezTo>
                  <a:cubicBezTo>
                    <a:pt x="1292" y="32"/>
                    <a:pt x="1197" y="0"/>
                    <a:pt x="11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5" name="Google Shape;13935;p143"/>
            <p:cNvSpPr/>
            <p:nvPr/>
          </p:nvSpPr>
          <p:spPr>
            <a:xfrm>
              <a:off x="-5480050" y="2456975"/>
              <a:ext cx="80375" cy="75650"/>
            </a:xfrm>
            <a:custGeom>
              <a:avLst/>
              <a:gdLst/>
              <a:ahLst/>
              <a:cxnLst/>
              <a:rect l="l" t="t" r="r" b="b"/>
              <a:pathLst>
                <a:path w="3215" h="3026" extrusionOk="0">
                  <a:moveTo>
                    <a:pt x="1100" y="686"/>
                  </a:moveTo>
                  <a:cubicBezTo>
                    <a:pt x="1190" y="686"/>
                    <a:pt x="1277" y="710"/>
                    <a:pt x="1324" y="757"/>
                  </a:cubicBezTo>
                  <a:lnTo>
                    <a:pt x="2332" y="1765"/>
                  </a:lnTo>
                  <a:cubicBezTo>
                    <a:pt x="2490" y="1860"/>
                    <a:pt x="2490" y="2112"/>
                    <a:pt x="2332" y="2238"/>
                  </a:cubicBezTo>
                  <a:cubicBezTo>
                    <a:pt x="2269" y="2285"/>
                    <a:pt x="2183" y="2309"/>
                    <a:pt x="2096" y="2309"/>
                  </a:cubicBezTo>
                  <a:cubicBezTo>
                    <a:pt x="2009" y="2309"/>
                    <a:pt x="1923" y="2285"/>
                    <a:pt x="1860" y="2238"/>
                  </a:cubicBezTo>
                  <a:lnTo>
                    <a:pt x="852" y="1229"/>
                  </a:lnTo>
                  <a:cubicBezTo>
                    <a:pt x="757" y="1135"/>
                    <a:pt x="757" y="883"/>
                    <a:pt x="852" y="757"/>
                  </a:cubicBezTo>
                  <a:cubicBezTo>
                    <a:pt x="915" y="710"/>
                    <a:pt x="1009" y="686"/>
                    <a:pt x="1100" y="686"/>
                  </a:cubicBezTo>
                  <a:close/>
                  <a:moveTo>
                    <a:pt x="1119" y="1"/>
                  </a:moveTo>
                  <a:cubicBezTo>
                    <a:pt x="852" y="1"/>
                    <a:pt x="584" y="95"/>
                    <a:pt x="379" y="284"/>
                  </a:cubicBezTo>
                  <a:cubicBezTo>
                    <a:pt x="1" y="694"/>
                    <a:pt x="1" y="1356"/>
                    <a:pt x="379" y="1765"/>
                  </a:cubicBezTo>
                  <a:lnTo>
                    <a:pt x="1387" y="2742"/>
                  </a:lnTo>
                  <a:cubicBezTo>
                    <a:pt x="1576" y="2931"/>
                    <a:pt x="1836" y="3025"/>
                    <a:pt x="2100" y="3025"/>
                  </a:cubicBezTo>
                  <a:cubicBezTo>
                    <a:pt x="2364" y="3025"/>
                    <a:pt x="2632" y="2931"/>
                    <a:pt x="2836" y="2742"/>
                  </a:cubicBezTo>
                  <a:cubicBezTo>
                    <a:pt x="3214" y="2332"/>
                    <a:pt x="3214" y="1671"/>
                    <a:pt x="2836" y="1293"/>
                  </a:cubicBezTo>
                  <a:lnTo>
                    <a:pt x="1860" y="284"/>
                  </a:lnTo>
                  <a:cubicBezTo>
                    <a:pt x="1655" y="95"/>
                    <a:pt x="1387" y="1"/>
                    <a:pt x="11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6" name="Google Shape;13936;p143"/>
            <p:cNvSpPr/>
            <p:nvPr/>
          </p:nvSpPr>
          <p:spPr>
            <a:xfrm>
              <a:off x="-5637575" y="2397900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9185" y="1479"/>
                  </a:moveTo>
                  <a:cubicBezTo>
                    <a:pt x="9245" y="1479"/>
                    <a:pt x="9245" y="1482"/>
                    <a:pt x="9263" y="1482"/>
                  </a:cubicBezTo>
                  <a:cubicBezTo>
                    <a:pt x="9421" y="1482"/>
                    <a:pt x="9579" y="1513"/>
                    <a:pt x="9673" y="1545"/>
                  </a:cubicBezTo>
                  <a:lnTo>
                    <a:pt x="9106" y="2143"/>
                  </a:lnTo>
                  <a:cubicBezTo>
                    <a:pt x="8980" y="2269"/>
                    <a:pt x="8980" y="2490"/>
                    <a:pt x="9106" y="2616"/>
                  </a:cubicBezTo>
                  <a:cubicBezTo>
                    <a:pt x="9153" y="2679"/>
                    <a:pt x="9240" y="2710"/>
                    <a:pt x="9330" y="2710"/>
                  </a:cubicBezTo>
                  <a:cubicBezTo>
                    <a:pt x="9421" y="2710"/>
                    <a:pt x="9515" y="2679"/>
                    <a:pt x="9579" y="2616"/>
                  </a:cubicBezTo>
                  <a:lnTo>
                    <a:pt x="10146" y="2017"/>
                  </a:lnTo>
                  <a:cubicBezTo>
                    <a:pt x="10272" y="2175"/>
                    <a:pt x="10303" y="2332"/>
                    <a:pt x="10303" y="2553"/>
                  </a:cubicBezTo>
                  <a:lnTo>
                    <a:pt x="10146" y="5325"/>
                  </a:lnTo>
                  <a:cubicBezTo>
                    <a:pt x="10114" y="5798"/>
                    <a:pt x="9925" y="6239"/>
                    <a:pt x="9515" y="6554"/>
                  </a:cubicBezTo>
                  <a:lnTo>
                    <a:pt x="9484" y="6585"/>
                  </a:lnTo>
                  <a:lnTo>
                    <a:pt x="8570" y="7499"/>
                  </a:lnTo>
                  <a:cubicBezTo>
                    <a:pt x="5231" y="10902"/>
                    <a:pt x="5829" y="10303"/>
                    <a:pt x="5199" y="10902"/>
                  </a:cubicBezTo>
                  <a:cubicBezTo>
                    <a:pt x="5136" y="10949"/>
                    <a:pt x="5050" y="10972"/>
                    <a:pt x="4963" y="10972"/>
                  </a:cubicBezTo>
                  <a:cubicBezTo>
                    <a:pt x="4876" y="10972"/>
                    <a:pt x="4790" y="10949"/>
                    <a:pt x="4727" y="10902"/>
                  </a:cubicBezTo>
                  <a:lnTo>
                    <a:pt x="820" y="6995"/>
                  </a:lnTo>
                  <a:cubicBezTo>
                    <a:pt x="694" y="6869"/>
                    <a:pt x="694" y="6648"/>
                    <a:pt x="820" y="6522"/>
                  </a:cubicBezTo>
                  <a:lnTo>
                    <a:pt x="5262" y="2112"/>
                  </a:lnTo>
                  <a:cubicBezTo>
                    <a:pt x="5577" y="1797"/>
                    <a:pt x="5987" y="1639"/>
                    <a:pt x="6365" y="1608"/>
                  </a:cubicBezTo>
                  <a:cubicBezTo>
                    <a:pt x="8503" y="1495"/>
                    <a:pt x="9033" y="1479"/>
                    <a:pt x="9185" y="1479"/>
                  </a:cubicBezTo>
                  <a:close/>
                  <a:moveTo>
                    <a:pt x="11422" y="1"/>
                  </a:moveTo>
                  <a:cubicBezTo>
                    <a:pt x="11335" y="1"/>
                    <a:pt x="11248" y="32"/>
                    <a:pt x="11185" y="95"/>
                  </a:cubicBezTo>
                  <a:lnTo>
                    <a:pt x="10240" y="1041"/>
                  </a:lnTo>
                  <a:cubicBezTo>
                    <a:pt x="9958" y="871"/>
                    <a:pt x="9650" y="752"/>
                    <a:pt x="9316" y="752"/>
                  </a:cubicBezTo>
                  <a:cubicBezTo>
                    <a:pt x="9278" y="752"/>
                    <a:pt x="9239" y="754"/>
                    <a:pt x="9200" y="757"/>
                  </a:cubicBezTo>
                  <a:lnTo>
                    <a:pt x="6428" y="883"/>
                  </a:lnTo>
                  <a:cubicBezTo>
                    <a:pt x="5829" y="915"/>
                    <a:pt x="5262" y="1167"/>
                    <a:pt x="4853" y="1608"/>
                  </a:cubicBezTo>
                  <a:lnTo>
                    <a:pt x="379" y="6018"/>
                  </a:lnTo>
                  <a:cubicBezTo>
                    <a:pt x="1" y="6396"/>
                    <a:pt x="1" y="7058"/>
                    <a:pt x="379" y="7468"/>
                  </a:cubicBezTo>
                  <a:lnTo>
                    <a:pt x="4286" y="11374"/>
                  </a:lnTo>
                  <a:cubicBezTo>
                    <a:pt x="4490" y="11563"/>
                    <a:pt x="4758" y="11658"/>
                    <a:pt x="5022" y="11658"/>
                  </a:cubicBezTo>
                  <a:cubicBezTo>
                    <a:pt x="5286" y="11658"/>
                    <a:pt x="5546" y="11563"/>
                    <a:pt x="5735" y="11374"/>
                  </a:cubicBezTo>
                  <a:lnTo>
                    <a:pt x="9137" y="7972"/>
                  </a:lnTo>
                  <a:lnTo>
                    <a:pt x="10051" y="7058"/>
                  </a:lnTo>
                  <a:cubicBezTo>
                    <a:pt x="10555" y="6648"/>
                    <a:pt x="10870" y="6018"/>
                    <a:pt x="10902" y="5388"/>
                  </a:cubicBezTo>
                  <a:lnTo>
                    <a:pt x="11059" y="2584"/>
                  </a:lnTo>
                  <a:cubicBezTo>
                    <a:pt x="11059" y="2238"/>
                    <a:pt x="10996" y="1828"/>
                    <a:pt x="10776" y="1545"/>
                  </a:cubicBezTo>
                  <a:lnTo>
                    <a:pt x="11721" y="600"/>
                  </a:lnTo>
                  <a:cubicBezTo>
                    <a:pt x="11815" y="442"/>
                    <a:pt x="11815" y="221"/>
                    <a:pt x="11658" y="95"/>
                  </a:cubicBezTo>
                  <a:cubicBezTo>
                    <a:pt x="11595" y="32"/>
                    <a:pt x="11508" y="1"/>
                    <a:pt x="114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7" name="Google Shape;13937;p143"/>
          <p:cNvGrpSpPr/>
          <p:nvPr/>
        </p:nvGrpSpPr>
        <p:grpSpPr>
          <a:xfrm>
            <a:off x="2481958" y="2660397"/>
            <a:ext cx="423033" cy="421914"/>
            <a:chOff x="-5635975" y="2757075"/>
            <a:chExt cx="293000" cy="292225"/>
          </a:xfrm>
        </p:grpSpPr>
        <p:sp>
          <p:nvSpPr>
            <p:cNvPr id="13938" name="Google Shape;13938;p143"/>
            <p:cNvSpPr/>
            <p:nvPr/>
          </p:nvSpPr>
          <p:spPr>
            <a:xfrm>
              <a:off x="-5635975" y="2757075"/>
              <a:ext cx="293000" cy="292225"/>
            </a:xfrm>
            <a:custGeom>
              <a:avLst/>
              <a:gdLst/>
              <a:ahLst/>
              <a:cxnLst/>
              <a:rect l="l" t="t" r="r" b="b"/>
              <a:pathLst>
                <a:path w="11720" h="11689" extrusionOk="0">
                  <a:moveTo>
                    <a:pt x="10649" y="693"/>
                  </a:moveTo>
                  <a:cubicBezTo>
                    <a:pt x="10838" y="693"/>
                    <a:pt x="10995" y="851"/>
                    <a:pt x="10995" y="1040"/>
                  </a:cubicBezTo>
                  <a:lnTo>
                    <a:pt x="10995" y="7593"/>
                  </a:lnTo>
                  <a:lnTo>
                    <a:pt x="693" y="7593"/>
                  </a:lnTo>
                  <a:lnTo>
                    <a:pt x="693" y="1040"/>
                  </a:lnTo>
                  <a:cubicBezTo>
                    <a:pt x="725" y="851"/>
                    <a:pt x="882" y="693"/>
                    <a:pt x="1040" y="693"/>
                  </a:cubicBezTo>
                  <a:close/>
                  <a:moveTo>
                    <a:pt x="10995" y="8223"/>
                  </a:moveTo>
                  <a:lnTo>
                    <a:pt x="10995" y="8569"/>
                  </a:lnTo>
                  <a:cubicBezTo>
                    <a:pt x="11027" y="8821"/>
                    <a:pt x="10869" y="8916"/>
                    <a:pt x="10680" y="8916"/>
                  </a:cubicBezTo>
                  <a:lnTo>
                    <a:pt x="1040" y="8916"/>
                  </a:lnTo>
                  <a:cubicBezTo>
                    <a:pt x="851" y="8916"/>
                    <a:pt x="693" y="8758"/>
                    <a:pt x="693" y="8569"/>
                  </a:cubicBezTo>
                  <a:lnTo>
                    <a:pt x="693" y="8223"/>
                  </a:lnTo>
                  <a:close/>
                  <a:moveTo>
                    <a:pt x="6679" y="9641"/>
                  </a:moveTo>
                  <a:lnTo>
                    <a:pt x="6994" y="11027"/>
                  </a:lnTo>
                  <a:lnTo>
                    <a:pt x="4694" y="11027"/>
                  </a:lnTo>
                  <a:lnTo>
                    <a:pt x="5009" y="9641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8569"/>
                  </a:lnTo>
                  <a:cubicBezTo>
                    <a:pt x="0" y="9137"/>
                    <a:pt x="473" y="9609"/>
                    <a:pt x="1040" y="9609"/>
                  </a:cubicBezTo>
                  <a:lnTo>
                    <a:pt x="4316" y="9609"/>
                  </a:lnTo>
                  <a:lnTo>
                    <a:pt x="4001" y="10964"/>
                  </a:lnTo>
                  <a:lnTo>
                    <a:pt x="3087" y="10964"/>
                  </a:lnTo>
                  <a:cubicBezTo>
                    <a:pt x="2898" y="10964"/>
                    <a:pt x="2741" y="11121"/>
                    <a:pt x="2741" y="11342"/>
                  </a:cubicBezTo>
                  <a:cubicBezTo>
                    <a:pt x="2741" y="11531"/>
                    <a:pt x="2898" y="11688"/>
                    <a:pt x="3087" y="11688"/>
                  </a:cubicBezTo>
                  <a:lnTo>
                    <a:pt x="8569" y="11688"/>
                  </a:lnTo>
                  <a:cubicBezTo>
                    <a:pt x="8758" y="11688"/>
                    <a:pt x="8916" y="11531"/>
                    <a:pt x="8916" y="11342"/>
                  </a:cubicBezTo>
                  <a:cubicBezTo>
                    <a:pt x="8916" y="11121"/>
                    <a:pt x="8758" y="10964"/>
                    <a:pt x="8569" y="10964"/>
                  </a:cubicBezTo>
                  <a:lnTo>
                    <a:pt x="7656" y="10964"/>
                  </a:lnTo>
                  <a:lnTo>
                    <a:pt x="7341" y="9609"/>
                  </a:lnTo>
                  <a:lnTo>
                    <a:pt x="10649" y="9609"/>
                  </a:lnTo>
                  <a:cubicBezTo>
                    <a:pt x="11216" y="9609"/>
                    <a:pt x="11688" y="9137"/>
                    <a:pt x="11688" y="8569"/>
                  </a:cubicBezTo>
                  <a:lnTo>
                    <a:pt x="11688" y="1008"/>
                  </a:lnTo>
                  <a:cubicBezTo>
                    <a:pt x="11720" y="473"/>
                    <a:pt x="11247" y="0"/>
                    <a:pt x="106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9" name="Google Shape;13939;p143"/>
            <p:cNvSpPr/>
            <p:nvPr/>
          </p:nvSpPr>
          <p:spPr>
            <a:xfrm>
              <a:off x="-5584800" y="2790150"/>
              <a:ext cx="189850" cy="138050"/>
            </a:xfrm>
            <a:custGeom>
              <a:avLst/>
              <a:gdLst/>
              <a:ahLst/>
              <a:cxnLst/>
              <a:rect l="l" t="t" r="r" b="b"/>
              <a:pathLst>
                <a:path w="7594" h="5522" extrusionOk="0">
                  <a:moveTo>
                    <a:pt x="2994" y="725"/>
                  </a:moveTo>
                  <a:lnTo>
                    <a:pt x="2332" y="1387"/>
                  </a:lnTo>
                  <a:lnTo>
                    <a:pt x="1230" y="1387"/>
                  </a:lnTo>
                  <a:lnTo>
                    <a:pt x="1891" y="725"/>
                  </a:lnTo>
                  <a:close/>
                  <a:moveTo>
                    <a:pt x="3781" y="882"/>
                  </a:moveTo>
                  <a:lnTo>
                    <a:pt x="4349" y="1418"/>
                  </a:lnTo>
                  <a:lnTo>
                    <a:pt x="3246" y="1418"/>
                  </a:lnTo>
                  <a:lnTo>
                    <a:pt x="3781" y="882"/>
                  </a:lnTo>
                  <a:close/>
                  <a:moveTo>
                    <a:pt x="5735" y="756"/>
                  </a:moveTo>
                  <a:lnTo>
                    <a:pt x="6396" y="1418"/>
                  </a:lnTo>
                  <a:lnTo>
                    <a:pt x="5294" y="1418"/>
                  </a:lnTo>
                  <a:lnTo>
                    <a:pt x="4632" y="756"/>
                  </a:lnTo>
                  <a:close/>
                  <a:moveTo>
                    <a:pt x="2175" y="2080"/>
                  </a:moveTo>
                  <a:lnTo>
                    <a:pt x="2868" y="3749"/>
                  </a:lnTo>
                  <a:lnTo>
                    <a:pt x="1198" y="2080"/>
                  </a:lnTo>
                  <a:close/>
                  <a:moveTo>
                    <a:pt x="6396" y="2080"/>
                  </a:moveTo>
                  <a:lnTo>
                    <a:pt x="4727" y="3749"/>
                  </a:lnTo>
                  <a:lnTo>
                    <a:pt x="5420" y="2080"/>
                  </a:lnTo>
                  <a:close/>
                  <a:moveTo>
                    <a:pt x="4664" y="2080"/>
                  </a:moveTo>
                  <a:lnTo>
                    <a:pt x="3781" y="4253"/>
                  </a:lnTo>
                  <a:lnTo>
                    <a:pt x="2931" y="2080"/>
                  </a:lnTo>
                  <a:close/>
                  <a:moveTo>
                    <a:pt x="1734" y="0"/>
                  </a:moveTo>
                  <a:cubicBezTo>
                    <a:pt x="1671" y="0"/>
                    <a:pt x="1545" y="32"/>
                    <a:pt x="1513" y="126"/>
                  </a:cubicBezTo>
                  <a:lnTo>
                    <a:pt x="127" y="1513"/>
                  </a:lnTo>
                  <a:cubicBezTo>
                    <a:pt x="1" y="1670"/>
                    <a:pt x="1" y="1859"/>
                    <a:pt x="127" y="2017"/>
                  </a:cubicBezTo>
                  <a:lnTo>
                    <a:pt x="3561" y="5451"/>
                  </a:lnTo>
                  <a:cubicBezTo>
                    <a:pt x="3624" y="5498"/>
                    <a:pt x="3711" y="5522"/>
                    <a:pt x="3797" y="5522"/>
                  </a:cubicBezTo>
                  <a:cubicBezTo>
                    <a:pt x="3884" y="5522"/>
                    <a:pt x="3970" y="5498"/>
                    <a:pt x="4033" y="5451"/>
                  </a:cubicBezTo>
                  <a:lnTo>
                    <a:pt x="7468" y="2017"/>
                  </a:lnTo>
                  <a:cubicBezTo>
                    <a:pt x="7594" y="1891"/>
                    <a:pt x="7594" y="1702"/>
                    <a:pt x="7499" y="1544"/>
                  </a:cubicBezTo>
                  <a:lnTo>
                    <a:pt x="7468" y="1513"/>
                  </a:lnTo>
                  <a:lnTo>
                    <a:pt x="6081" y="126"/>
                  </a:lnTo>
                  <a:cubicBezTo>
                    <a:pt x="6018" y="32"/>
                    <a:pt x="5924" y="0"/>
                    <a:pt x="58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40" name="Google Shape;13940;p143"/>
          <p:cNvGrpSpPr/>
          <p:nvPr/>
        </p:nvGrpSpPr>
        <p:grpSpPr>
          <a:xfrm>
            <a:off x="5165893" y="1631256"/>
            <a:ext cx="423069" cy="420796"/>
            <a:chOff x="-3854375" y="2046625"/>
            <a:chExt cx="293025" cy="291450"/>
          </a:xfrm>
        </p:grpSpPr>
        <p:sp>
          <p:nvSpPr>
            <p:cNvPr id="13941" name="Google Shape;13941;p143"/>
            <p:cNvSpPr/>
            <p:nvPr/>
          </p:nvSpPr>
          <p:spPr>
            <a:xfrm>
              <a:off x="-3854375" y="204662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2" name="Google Shape;13942;p143"/>
            <p:cNvSpPr/>
            <p:nvPr/>
          </p:nvSpPr>
          <p:spPr>
            <a:xfrm>
              <a:off x="-3714975" y="2080500"/>
              <a:ext cx="103200" cy="119750"/>
            </a:xfrm>
            <a:custGeom>
              <a:avLst/>
              <a:gdLst/>
              <a:ahLst/>
              <a:cxnLst/>
              <a:rect l="l" t="t" r="r" b="b"/>
              <a:pathLst>
                <a:path w="4128" h="4790" extrusionOk="0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43" name="Google Shape;13943;p143"/>
          <p:cNvGrpSpPr/>
          <p:nvPr/>
        </p:nvGrpSpPr>
        <p:grpSpPr>
          <a:xfrm>
            <a:off x="5164756" y="2138717"/>
            <a:ext cx="425343" cy="424188"/>
            <a:chOff x="-3854375" y="2405000"/>
            <a:chExt cx="294600" cy="293800"/>
          </a:xfrm>
        </p:grpSpPr>
        <p:sp>
          <p:nvSpPr>
            <p:cNvPr id="13944" name="Google Shape;13944;p143"/>
            <p:cNvSpPr/>
            <p:nvPr/>
          </p:nvSpPr>
          <p:spPr>
            <a:xfrm>
              <a:off x="-3854375" y="240500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6994" y="694"/>
                  </a:moveTo>
                  <a:lnTo>
                    <a:pt x="6994" y="1103"/>
                  </a:lnTo>
                  <a:cubicBezTo>
                    <a:pt x="6994" y="1261"/>
                    <a:pt x="7120" y="1387"/>
                    <a:pt x="7278" y="1418"/>
                  </a:cubicBezTo>
                  <a:cubicBezTo>
                    <a:pt x="7467" y="1481"/>
                    <a:pt x="7719" y="1576"/>
                    <a:pt x="7908" y="1702"/>
                  </a:cubicBezTo>
                  <a:cubicBezTo>
                    <a:pt x="7954" y="1736"/>
                    <a:pt x="8009" y="1750"/>
                    <a:pt x="8066" y="1750"/>
                  </a:cubicBezTo>
                  <a:cubicBezTo>
                    <a:pt x="8164" y="1750"/>
                    <a:pt x="8269" y="1710"/>
                    <a:pt x="8349" y="1670"/>
                  </a:cubicBezTo>
                  <a:lnTo>
                    <a:pt x="8664" y="1355"/>
                  </a:lnTo>
                  <a:lnTo>
                    <a:pt x="9137" y="1828"/>
                  </a:lnTo>
                  <a:lnTo>
                    <a:pt x="8822" y="2143"/>
                  </a:lnTo>
                  <a:cubicBezTo>
                    <a:pt x="8696" y="2269"/>
                    <a:pt x="8696" y="2426"/>
                    <a:pt x="8759" y="2584"/>
                  </a:cubicBezTo>
                  <a:cubicBezTo>
                    <a:pt x="8885" y="2773"/>
                    <a:pt x="8979" y="2962"/>
                    <a:pt x="9042" y="3214"/>
                  </a:cubicBezTo>
                  <a:cubicBezTo>
                    <a:pt x="9074" y="3372"/>
                    <a:pt x="9200" y="3466"/>
                    <a:pt x="9357" y="3466"/>
                  </a:cubicBezTo>
                  <a:lnTo>
                    <a:pt x="9798" y="3466"/>
                  </a:lnTo>
                  <a:lnTo>
                    <a:pt x="9798" y="4159"/>
                  </a:lnTo>
                  <a:lnTo>
                    <a:pt x="9357" y="4159"/>
                  </a:lnTo>
                  <a:cubicBezTo>
                    <a:pt x="9200" y="4159"/>
                    <a:pt x="9074" y="4222"/>
                    <a:pt x="9042" y="4380"/>
                  </a:cubicBezTo>
                  <a:cubicBezTo>
                    <a:pt x="9011" y="4569"/>
                    <a:pt x="8885" y="4821"/>
                    <a:pt x="8759" y="5010"/>
                  </a:cubicBezTo>
                  <a:cubicBezTo>
                    <a:pt x="8696" y="5136"/>
                    <a:pt x="8727" y="5325"/>
                    <a:pt x="8822" y="5451"/>
                  </a:cubicBezTo>
                  <a:lnTo>
                    <a:pt x="9137" y="5766"/>
                  </a:lnTo>
                  <a:lnTo>
                    <a:pt x="8664" y="6238"/>
                  </a:lnTo>
                  <a:lnTo>
                    <a:pt x="8349" y="5923"/>
                  </a:lnTo>
                  <a:cubicBezTo>
                    <a:pt x="8275" y="5850"/>
                    <a:pt x="8191" y="5819"/>
                    <a:pt x="8101" y="5819"/>
                  </a:cubicBezTo>
                  <a:cubicBezTo>
                    <a:pt x="8038" y="5819"/>
                    <a:pt x="7973" y="5834"/>
                    <a:pt x="7908" y="5860"/>
                  </a:cubicBezTo>
                  <a:cubicBezTo>
                    <a:pt x="7719" y="5986"/>
                    <a:pt x="7498" y="6081"/>
                    <a:pt x="7278" y="6144"/>
                  </a:cubicBezTo>
                  <a:cubicBezTo>
                    <a:pt x="7120" y="6175"/>
                    <a:pt x="6994" y="6301"/>
                    <a:pt x="6994" y="6459"/>
                  </a:cubicBezTo>
                  <a:lnTo>
                    <a:pt x="6994" y="6900"/>
                  </a:lnTo>
                  <a:lnTo>
                    <a:pt x="6333" y="6900"/>
                  </a:lnTo>
                  <a:lnTo>
                    <a:pt x="6333" y="6459"/>
                  </a:lnTo>
                  <a:cubicBezTo>
                    <a:pt x="6333" y="6301"/>
                    <a:pt x="6207" y="6207"/>
                    <a:pt x="6049" y="6144"/>
                  </a:cubicBezTo>
                  <a:cubicBezTo>
                    <a:pt x="5860" y="6112"/>
                    <a:pt x="5608" y="5986"/>
                    <a:pt x="5419" y="5860"/>
                  </a:cubicBezTo>
                  <a:cubicBezTo>
                    <a:pt x="5374" y="5838"/>
                    <a:pt x="5322" y="5828"/>
                    <a:pt x="5267" y="5828"/>
                  </a:cubicBezTo>
                  <a:cubicBezTo>
                    <a:pt x="5167" y="5828"/>
                    <a:pt x="5059" y="5862"/>
                    <a:pt x="4978" y="5923"/>
                  </a:cubicBezTo>
                  <a:lnTo>
                    <a:pt x="4663" y="6238"/>
                  </a:lnTo>
                  <a:lnTo>
                    <a:pt x="4190" y="5766"/>
                  </a:lnTo>
                  <a:lnTo>
                    <a:pt x="4505" y="5451"/>
                  </a:lnTo>
                  <a:cubicBezTo>
                    <a:pt x="4631" y="5325"/>
                    <a:pt x="4631" y="5167"/>
                    <a:pt x="4568" y="5010"/>
                  </a:cubicBezTo>
                  <a:cubicBezTo>
                    <a:pt x="4442" y="4821"/>
                    <a:pt x="4348" y="4632"/>
                    <a:pt x="4285" y="4380"/>
                  </a:cubicBezTo>
                  <a:cubicBezTo>
                    <a:pt x="4253" y="4254"/>
                    <a:pt x="4127" y="4159"/>
                    <a:pt x="4001" y="4159"/>
                  </a:cubicBezTo>
                  <a:lnTo>
                    <a:pt x="3529" y="4159"/>
                  </a:lnTo>
                  <a:lnTo>
                    <a:pt x="3529" y="3466"/>
                  </a:lnTo>
                  <a:lnTo>
                    <a:pt x="3970" y="3466"/>
                  </a:lnTo>
                  <a:cubicBezTo>
                    <a:pt x="4127" y="3466"/>
                    <a:pt x="4253" y="3372"/>
                    <a:pt x="4285" y="3214"/>
                  </a:cubicBezTo>
                  <a:cubicBezTo>
                    <a:pt x="4316" y="2993"/>
                    <a:pt x="4442" y="2773"/>
                    <a:pt x="4568" y="2584"/>
                  </a:cubicBezTo>
                  <a:cubicBezTo>
                    <a:pt x="4631" y="2458"/>
                    <a:pt x="4600" y="2269"/>
                    <a:pt x="4505" y="2143"/>
                  </a:cubicBezTo>
                  <a:lnTo>
                    <a:pt x="4190" y="1828"/>
                  </a:lnTo>
                  <a:lnTo>
                    <a:pt x="4663" y="1355"/>
                  </a:lnTo>
                  <a:lnTo>
                    <a:pt x="4978" y="1670"/>
                  </a:lnTo>
                  <a:cubicBezTo>
                    <a:pt x="5046" y="1738"/>
                    <a:pt x="5122" y="1769"/>
                    <a:pt x="5203" y="1769"/>
                  </a:cubicBezTo>
                  <a:cubicBezTo>
                    <a:pt x="5273" y="1769"/>
                    <a:pt x="5346" y="1746"/>
                    <a:pt x="5419" y="1702"/>
                  </a:cubicBezTo>
                  <a:cubicBezTo>
                    <a:pt x="5608" y="1576"/>
                    <a:pt x="5829" y="1513"/>
                    <a:pt x="6049" y="1418"/>
                  </a:cubicBezTo>
                  <a:cubicBezTo>
                    <a:pt x="6207" y="1387"/>
                    <a:pt x="6333" y="1261"/>
                    <a:pt x="6333" y="1103"/>
                  </a:cubicBezTo>
                  <a:lnTo>
                    <a:pt x="6333" y="694"/>
                  </a:lnTo>
                  <a:close/>
                  <a:moveTo>
                    <a:pt x="10964" y="4821"/>
                  </a:moveTo>
                  <a:lnTo>
                    <a:pt x="9830" y="8255"/>
                  </a:lnTo>
                  <a:lnTo>
                    <a:pt x="2773" y="8255"/>
                  </a:lnTo>
                  <a:lnTo>
                    <a:pt x="2143" y="4821"/>
                  </a:lnTo>
                  <a:lnTo>
                    <a:pt x="3686" y="4821"/>
                  </a:lnTo>
                  <a:cubicBezTo>
                    <a:pt x="3718" y="4947"/>
                    <a:pt x="3781" y="5010"/>
                    <a:pt x="3812" y="5136"/>
                  </a:cubicBezTo>
                  <a:lnTo>
                    <a:pt x="3466" y="5482"/>
                  </a:lnTo>
                  <a:cubicBezTo>
                    <a:pt x="3340" y="5608"/>
                    <a:pt x="3340" y="5829"/>
                    <a:pt x="3466" y="5955"/>
                  </a:cubicBezTo>
                  <a:lnTo>
                    <a:pt x="4442" y="6932"/>
                  </a:lnTo>
                  <a:cubicBezTo>
                    <a:pt x="4505" y="6995"/>
                    <a:pt x="4592" y="7026"/>
                    <a:pt x="4679" y="7026"/>
                  </a:cubicBezTo>
                  <a:cubicBezTo>
                    <a:pt x="4765" y="7026"/>
                    <a:pt x="4852" y="6995"/>
                    <a:pt x="4915" y="6932"/>
                  </a:cubicBezTo>
                  <a:lnTo>
                    <a:pt x="5262" y="6585"/>
                  </a:lnTo>
                  <a:cubicBezTo>
                    <a:pt x="5356" y="6617"/>
                    <a:pt x="5451" y="6680"/>
                    <a:pt x="5577" y="6711"/>
                  </a:cubicBezTo>
                  <a:lnTo>
                    <a:pt x="5577" y="7215"/>
                  </a:lnTo>
                  <a:cubicBezTo>
                    <a:pt x="5577" y="7404"/>
                    <a:pt x="5734" y="7562"/>
                    <a:pt x="5923" y="7562"/>
                  </a:cubicBezTo>
                  <a:lnTo>
                    <a:pt x="7309" y="7562"/>
                  </a:lnTo>
                  <a:cubicBezTo>
                    <a:pt x="7498" y="7562"/>
                    <a:pt x="7656" y="7404"/>
                    <a:pt x="7656" y="7215"/>
                  </a:cubicBezTo>
                  <a:lnTo>
                    <a:pt x="7656" y="6711"/>
                  </a:lnTo>
                  <a:cubicBezTo>
                    <a:pt x="7782" y="6680"/>
                    <a:pt x="7876" y="6617"/>
                    <a:pt x="7971" y="6585"/>
                  </a:cubicBezTo>
                  <a:lnTo>
                    <a:pt x="8349" y="6932"/>
                  </a:lnTo>
                  <a:cubicBezTo>
                    <a:pt x="8396" y="6995"/>
                    <a:pt x="8483" y="7026"/>
                    <a:pt x="8574" y="7026"/>
                  </a:cubicBezTo>
                  <a:cubicBezTo>
                    <a:pt x="8664" y="7026"/>
                    <a:pt x="8759" y="6995"/>
                    <a:pt x="8822" y="6932"/>
                  </a:cubicBezTo>
                  <a:lnTo>
                    <a:pt x="9798" y="5955"/>
                  </a:lnTo>
                  <a:cubicBezTo>
                    <a:pt x="9924" y="5829"/>
                    <a:pt x="9924" y="5608"/>
                    <a:pt x="9798" y="5482"/>
                  </a:cubicBezTo>
                  <a:lnTo>
                    <a:pt x="9452" y="5136"/>
                  </a:lnTo>
                  <a:cubicBezTo>
                    <a:pt x="9483" y="5041"/>
                    <a:pt x="9515" y="4947"/>
                    <a:pt x="9546" y="4821"/>
                  </a:cubicBezTo>
                  <a:close/>
                  <a:moveTo>
                    <a:pt x="3907" y="10334"/>
                  </a:moveTo>
                  <a:cubicBezTo>
                    <a:pt x="4096" y="10366"/>
                    <a:pt x="4253" y="10523"/>
                    <a:pt x="4253" y="10681"/>
                  </a:cubicBezTo>
                  <a:cubicBezTo>
                    <a:pt x="4253" y="10870"/>
                    <a:pt x="4096" y="11027"/>
                    <a:pt x="3907" y="11027"/>
                  </a:cubicBezTo>
                  <a:cubicBezTo>
                    <a:pt x="3686" y="11027"/>
                    <a:pt x="3529" y="10870"/>
                    <a:pt x="3529" y="10681"/>
                  </a:cubicBezTo>
                  <a:cubicBezTo>
                    <a:pt x="3529" y="10492"/>
                    <a:pt x="3686" y="10334"/>
                    <a:pt x="3907" y="10334"/>
                  </a:cubicBezTo>
                  <a:close/>
                  <a:moveTo>
                    <a:pt x="8664" y="10334"/>
                  </a:moveTo>
                  <a:cubicBezTo>
                    <a:pt x="8853" y="10366"/>
                    <a:pt x="9011" y="10523"/>
                    <a:pt x="9011" y="10681"/>
                  </a:cubicBezTo>
                  <a:cubicBezTo>
                    <a:pt x="9011" y="10870"/>
                    <a:pt x="8853" y="11027"/>
                    <a:pt x="8664" y="11027"/>
                  </a:cubicBezTo>
                  <a:cubicBezTo>
                    <a:pt x="8444" y="11027"/>
                    <a:pt x="8286" y="10870"/>
                    <a:pt x="8286" y="10681"/>
                  </a:cubicBezTo>
                  <a:cubicBezTo>
                    <a:pt x="8286" y="10492"/>
                    <a:pt x="8444" y="10334"/>
                    <a:pt x="8664" y="10334"/>
                  </a:cubicBezTo>
                  <a:close/>
                  <a:moveTo>
                    <a:pt x="5892" y="0"/>
                  </a:moveTo>
                  <a:cubicBezTo>
                    <a:pt x="5703" y="0"/>
                    <a:pt x="5545" y="158"/>
                    <a:pt x="5545" y="379"/>
                  </a:cubicBezTo>
                  <a:lnTo>
                    <a:pt x="5545" y="883"/>
                  </a:lnTo>
                  <a:cubicBezTo>
                    <a:pt x="5419" y="914"/>
                    <a:pt x="5356" y="946"/>
                    <a:pt x="5230" y="1009"/>
                  </a:cubicBezTo>
                  <a:lnTo>
                    <a:pt x="4883" y="631"/>
                  </a:lnTo>
                  <a:cubicBezTo>
                    <a:pt x="4820" y="583"/>
                    <a:pt x="4734" y="560"/>
                    <a:pt x="4647" y="560"/>
                  </a:cubicBezTo>
                  <a:cubicBezTo>
                    <a:pt x="4561" y="560"/>
                    <a:pt x="4474" y="583"/>
                    <a:pt x="4411" y="631"/>
                  </a:cubicBezTo>
                  <a:lnTo>
                    <a:pt x="3434" y="1639"/>
                  </a:lnTo>
                  <a:cubicBezTo>
                    <a:pt x="3308" y="1733"/>
                    <a:pt x="3308" y="1985"/>
                    <a:pt x="3434" y="2111"/>
                  </a:cubicBezTo>
                  <a:lnTo>
                    <a:pt x="3781" y="2458"/>
                  </a:lnTo>
                  <a:cubicBezTo>
                    <a:pt x="3718" y="2521"/>
                    <a:pt x="3686" y="2647"/>
                    <a:pt x="3655" y="2773"/>
                  </a:cubicBezTo>
                  <a:lnTo>
                    <a:pt x="3151" y="2773"/>
                  </a:lnTo>
                  <a:cubicBezTo>
                    <a:pt x="2930" y="2773"/>
                    <a:pt x="2773" y="2930"/>
                    <a:pt x="2773" y="3119"/>
                  </a:cubicBezTo>
                  <a:lnTo>
                    <a:pt x="2773" y="4159"/>
                  </a:lnTo>
                  <a:lnTo>
                    <a:pt x="1985" y="4159"/>
                  </a:lnTo>
                  <a:lnTo>
                    <a:pt x="1765" y="2930"/>
                  </a:lnTo>
                  <a:cubicBezTo>
                    <a:pt x="1670" y="2458"/>
                    <a:pt x="1197" y="2111"/>
                    <a:pt x="693" y="2111"/>
                  </a:cubicBezTo>
                  <a:lnTo>
                    <a:pt x="347" y="2111"/>
                  </a:lnTo>
                  <a:cubicBezTo>
                    <a:pt x="158" y="2111"/>
                    <a:pt x="0" y="2269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693" y="2804"/>
                  </a:lnTo>
                  <a:cubicBezTo>
                    <a:pt x="882" y="2804"/>
                    <a:pt x="1103" y="2930"/>
                    <a:pt x="1103" y="3088"/>
                  </a:cubicBezTo>
                  <a:lnTo>
                    <a:pt x="2080" y="8570"/>
                  </a:lnTo>
                  <a:cubicBezTo>
                    <a:pt x="1891" y="8759"/>
                    <a:pt x="1765" y="9042"/>
                    <a:pt x="1765" y="9357"/>
                  </a:cubicBezTo>
                  <a:cubicBezTo>
                    <a:pt x="1765" y="9861"/>
                    <a:pt x="2143" y="10366"/>
                    <a:pt x="2867" y="10366"/>
                  </a:cubicBezTo>
                  <a:cubicBezTo>
                    <a:pt x="2836" y="10492"/>
                    <a:pt x="2836" y="10618"/>
                    <a:pt x="2836" y="10712"/>
                  </a:cubicBezTo>
                  <a:cubicBezTo>
                    <a:pt x="2836" y="11279"/>
                    <a:pt x="3308" y="11752"/>
                    <a:pt x="3844" y="11752"/>
                  </a:cubicBezTo>
                  <a:cubicBezTo>
                    <a:pt x="4411" y="11752"/>
                    <a:pt x="4883" y="11279"/>
                    <a:pt x="4883" y="10712"/>
                  </a:cubicBezTo>
                  <a:cubicBezTo>
                    <a:pt x="4883" y="10618"/>
                    <a:pt x="4820" y="10492"/>
                    <a:pt x="4820" y="10366"/>
                  </a:cubicBezTo>
                  <a:lnTo>
                    <a:pt x="7719" y="10366"/>
                  </a:lnTo>
                  <a:cubicBezTo>
                    <a:pt x="7656" y="10492"/>
                    <a:pt x="7656" y="10618"/>
                    <a:pt x="7656" y="10712"/>
                  </a:cubicBezTo>
                  <a:cubicBezTo>
                    <a:pt x="7656" y="11279"/>
                    <a:pt x="8129" y="11752"/>
                    <a:pt x="8696" y="11752"/>
                  </a:cubicBezTo>
                  <a:cubicBezTo>
                    <a:pt x="9231" y="11752"/>
                    <a:pt x="9735" y="11279"/>
                    <a:pt x="9735" y="10712"/>
                  </a:cubicBezTo>
                  <a:cubicBezTo>
                    <a:pt x="9735" y="10618"/>
                    <a:pt x="9672" y="10492"/>
                    <a:pt x="9672" y="10366"/>
                  </a:cubicBezTo>
                  <a:lnTo>
                    <a:pt x="10082" y="10366"/>
                  </a:lnTo>
                  <a:cubicBezTo>
                    <a:pt x="10271" y="10366"/>
                    <a:pt x="10428" y="10208"/>
                    <a:pt x="10428" y="10019"/>
                  </a:cubicBezTo>
                  <a:cubicBezTo>
                    <a:pt x="10428" y="9830"/>
                    <a:pt x="10271" y="9672"/>
                    <a:pt x="10082" y="9672"/>
                  </a:cubicBezTo>
                  <a:lnTo>
                    <a:pt x="2867" y="9672"/>
                  </a:lnTo>
                  <a:cubicBezTo>
                    <a:pt x="2678" y="9672"/>
                    <a:pt x="2521" y="9515"/>
                    <a:pt x="2521" y="9294"/>
                  </a:cubicBezTo>
                  <a:cubicBezTo>
                    <a:pt x="2521" y="9137"/>
                    <a:pt x="2678" y="8948"/>
                    <a:pt x="2867" y="8948"/>
                  </a:cubicBezTo>
                  <a:lnTo>
                    <a:pt x="10082" y="8948"/>
                  </a:lnTo>
                  <a:cubicBezTo>
                    <a:pt x="10239" y="8948"/>
                    <a:pt x="10334" y="8885"/>
                    <a:pt x="10397" y="8727"/>
                  </a:cubicBezTo>
                  <a:lnTo>
                    <a:pt x="11720" y="4663"/>
                  </a:lnTo>
                  <a:cubicBezTo>
                    <a:pt x="11783" y="4537"/>
                    <a:pt x="11720" y="4411"/>
                    <a:pt x="11689" y="4348"/>
                  </a:cubicBezTo>
                  <a:cubicBezTo>
                    <a:pt x="11563" y="4191"/>
                    <a:pt x="11405" y="4191"/>
                    <a:pt x="11279" y="4191"/>
                  </a:cubicBezTo>
                  <a:lnTo>
                    <a:pt x="10397" y="4191"/>
                  </a:lnTo>
                  <a:lnTo>
                    <a:pt x="10397" y="3119"/>
                  </a:lnTo>
                  <a:cubicBezTo>
                    <a:pt x="10397" y="2930"/>
                    <a:pt x="10239" y="2773"/>
                    <a:pt x="10019" y="2773"/>
                  </a:cubicBezTo>
                  <a:lnTo>
                    <a:pt x="9515" y="2773"/>
                  </a:lnTo>
                  <a:cubicBezTo>
                    <a:pt x="9483" y="2647"/>
                    <a:pt x="9452" y="2584"/>
                    <a:pt x="9389" y="2458"/>
                  </a:cubicBezTo>
                  <a:lnTo>
                    <a:pt x="9767" y="2080"/>
                  </a:lnTo>
                  <a:cubicBezTo>
                    <a:pt x="9861" y="1985"/>
                    <a:pt x="9861" y="1733"/>
                    <a:pt x="9767" y="1607"/>
                  </a:cubicBezTo>
                  <a:lnTo>
                    <a:pt x="8759" y="631"/>
                  </a:lnTo>
                  <a:cubicBezTo>
                    <a:pt x="8711" y="568"/>
                    <a:pt x="8625" y="536"/>
                    <a:pt x="8534" y="536"/>
                  </a:cubicBezTo>
                  <a:cubicBezTo>
                    <a:pt x="8444" y="536"/>
                    <a:pt x="8349" y="568"/>
                    <a:pt x="8286" y="631"/>
                  </a:cubicBezTo>
                  <a:lnTo>
                    <a:pt x="7939" y="1009"/>
                  </a:lnTo>
                  <a:cubicBezTo>
                    <a:pt x="7876" y="946"/>
                    <a:pt x="7750" y="914"/>
                    <a:pt x="7624" y="883"/>
                  </a:cubicBezTo>
                  <a:lnTo>
                    <a:pt x="7624" y="379"/>
                  </a:lnTo>
                  <a:cubicBezTo>
                    <a:pt x="7624" y="158"/>
                    <a:pt x="7467" y="0"/>
                    <a:pt x="72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5" name="Google Shape;13945;p143"/>
            <p:cNvSpPr/>
            <p:nvPr/>
          </p:nvSpPr>
          <p:spPr>
            <a:xfrm>
              <a:off x="-3731500" y="24585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1701" y="631"/>
                  </a:moveTo>
                  <a:cubicBezTo>
                    <a:pt x="2237" y="631"/>
                    <a:pt x="2709" y="1103"/>
                    <a:pt x="2709" y="1639"/>
                  </a:cubicBezTo>
                  <a:cubicBezTo>
                    <a:pt x="2709" y="2206"/>
                    <a:pt x="2237" y="2679"/>
                    <a:pt x="1701" y="2679"/>
                  </a:cubicBezTo>
                  <a:cubicBezTo>
                    <a:pt x="1134" y="2679"/>
                    <a:pt x="662" y="2206"/>
                    <a:pt x="662" y="1639"/>
                  </a:cubicBezTo>
                  <a:cubicBezTo>
                    <a:pt x="662" y="1103"/>
                    <a:pt x="1134" y="631"/>
                    <a:pt x="1701" y="631"/>
                  </a:cubicBezTo>
                  <a:close/>
                  <a:moveTo>
                    <a:pt x="1701" y="1"/>
                  </a:moveTo>
                  <a:cubicBezTo>
                    <a:pt x="756" y="1"/>
                    <a:pt x="0" y="725"/>
                    <a:pt x="0" y="1702"/>
                  </a:cubicBezTo>
                  <a:cubicBezTo>
                    <a:pt x="0" y="2647"/>
                    <a:pt x="756" y="3372"/>
                    <a:pt x="1701" y="3372"/>
                  </a:cubicBezTo>
                  <a:cubicBezTo>
                    <a:pt x="2646" y="3372"/>
                    <a:pt x="3371" y="2647"/>
                    <a:pt x="3371" y="1702"/>
                  </a:cubicBezTo>
                  <a:cubicBezTo>
                    <a:pt x="3371" y="725"/>
                    <a:pt x="2646" y="1"/>
                    <a:pt x="17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46" name="Google Shape;13946;p143"/>
          <p:cNvGrpSpPr/>
          <p:nvPr/>
        </p:nvGrpSpPr>
        <p:grpSpPr>
          <a:xfrm>
            <a:off x="5178961" y="2659838"/>
            <a:ext cx="420796" cy="423033"/>
            <a:chOff x="-3852025" y="2764950"/>
            <a:chExt cx="291450" cy="293000"/>
          </a:xfrm>
        </p:grpSpPr>
        <p:sp>
          <p:nvSpPr>
            <p:cNvPr id="13947" name="Google Shape;13947;p143"/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8" name="Google Shape;13948;p143"/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49" name="Google Shape;13949;p143"/>
          <p:cNvSpPr/>
          <p:nvPr/>
        </p:nvSpPr>
        <p:spPr>
          <a:xfrm>
            <a:off x="7900991" y="1681753"/>
            <a:ext cx="421914" cy="319549"/>
          </a:xfrm>
          <a:custGeom>
            <a:avLst/>
            <a:gdLst/>
            <a:ahLst/>
            <a:cxnLst/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0" name="Google Shape;13950;p143"/>
          <p:cNvSpPr/>
          <p:nvPr/>
        </p:nvSpPr>
        <p:spPr>
          <a:xfrm>
            <a:off x="7900991" y="2140284"/>
            <a:ext cx="421914" cy="420759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51" name="Google Shape;13951;p143"/>
          <p:cNvGrpSpPr/>
          <p:nvPr/>
        </p:nvGrpSpPr>
        <p:grpSpPr>
          <a:xfrm>
            <a:off x="7901550" y="2660398"/>
            <a:ext cx="420796" cy="421914"/>
            <a:chOff x="-2060175" y="2768875"/>
            <a:chExt cx="291450" cy="292225"/>
          </a:xfrm>
        </p:grpSpPr>
        <p:sp>
          <p:nvSpPr>
            <p:cNvPr id="13952" name="Google Shape;13952;p143"/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3" name="Google Shape;13953;p143"/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4" name="Google Shape;13954;p143"/>
          <p:cNvGrpSpPr/>
          <p:nvPr/>
        </p:nvGrpSpPr>
        <p:grpSpPr>
          <a:xfrm>
            <a:off x="1915160" y="3232071"/>
            <a:ext cx="421914" cy="420796"/>
            <a:chOff x="-937025" y="2064750"/>
            <a:chExt cx="292225" cy="291450"/>
          </a:xfrm>
        </p:grpSpPr>
        <p:sp>
          <p:nvSpPr>
            <p:cNvPr id="13955" name="Google Shape;13955;p143"/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6" name="Google Shape;13956;p143"/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7" name="Google Shape;13957;p143"/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8" name="Google Shape;13958;p143"/>
          <p:cNvGrpSpPr/>
          <p:nvPr/>
        </p:nvGrpSpPr>
        <p:grpSpPr>
          <a:xfrm>
            <a:off x="3018323" y="1630697"/>
            <a:ext cx="421951" cy="421914"/>
            <a:chOff x="-5276050" y="2037975"/>
            <a:chExt cx="292250" cy="292225"/>
          </a:xfrm>
        </p:grpSpPr>
        <p:sp>
          <p:nvSpPr>
            <p:cNvPr id="13959" name="Google Shape;13959;p143"/>
            <p:cNvSpPr/>
            <p:nvPr/>
          </p:nvSpPr>
          <p:spPr>
            <a:xfrm>
              <a:off x="-5102775" y="221125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0"/>
                  </a:moveTo>
                  <a:cubicBezTo>
                    <a:pt x="253" y="0"/>
                    <a:pt x="158" y="32"/>
                    <a:pt x="95" y="95"/>
                  </a:cubicBezTo>
                  <a:cubicBezTo>
                    <a:pt x="1" y="189"/>
                    <a:pt x="1" y="441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1" y="1544"/>
                    <a:pt x="1" y="1765"/>
                    <a:pt x="95" y="1891"/>
                  </a:cubicBezTo>
                  <a:cubicBezTo>
                    <a:pt x="158" y="1954"/>
                    <a:pt x="253" y="1985"/>
                    <a:pt x="343" y="1985"/>
                  </a:cubicBezTo>
                  <a:cubicBezTo>
                    <a:pt x="434" y="1985"/>
                    <a:pt x="521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600" y="1985"/>
                    <a:pt x="1686" y="1985"/>
                  </a:cubicBezTo>
                  <a:cubicBezTo>
                    <a:pt x="1773" y="1985"/>
                    <a:pt x="1860" y="1954"/>
                    <a:pt x="1923" y="1891"/>
                  </a:cubicBezTo>
                  <a:cubicBezTo>
                    <a:pt x="2049" y="1765"/>
                    <a:pt x="2049" y="1544"/>
                    <a:pt x="1923" y="1418"/>
                  </a:cubicBezTo>
                  <a:lnTo>
                    <a:pt x="1482" y="977"/>
                  </a:lnTo>
                  <a:lnTo>
                    <a:pt x="1923" y="536"/>
                  </a:lnTo>
                  <a:cubicBezTo>
                    <a:pt x="2049" y="441"/>
                    <a:pt x="2049" y="189"/>
                    <a:pt x="1923" y="95"/>
                  </a:cubicBezTo>
                  <a:cubicBezTo>
                    <a:pt x="1860" y="32"/>
                    <a:pt x="1773" y="0"/>
                    <a:pt x="1686" y="0"/>
                  </a:cubicBezTo>
                  <a:cubicBezTo>
                    <a:pt x="1600" y="0"/>
                    <a:pt x="1513" y="32"/>
                    <a:pt x="1450" y="95"/>
                  </a:cubicBezTo>
                  <a:lnTo>
                    <a:pt x="1009" y="504"/>
                  </a:lnTo>
                  <a:lnTo>
                    <a:pt x="568" y="95"/>
                  </a:lnTo>
                  <a:cubicBezTo>
                    <a:pt x="521" y="32"/>
                    <a:pt x="434" y="0"/>
                    <a:pt x="3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0" name="Google Shape;13960;p143"/>
            <p:cNvSpPr/>
            <p:nvPr/>
          </p:nvSpPr>
          <p:spPr>
            <a:xfrm>
              <a:off x="-5224050" y="2107875"/>
              <a:ext cx="51200" cy="49825"/>
            </a:xfrm>
            <a:custGeom>
              <a:avLst/>
              <a:gdLst/>
              <a:ahLst/>
              <a:cxnLst/>
              <a:rect l="l" t="t" r="r" b="b"/>
              <a:pathLst>
                <a:path w="2048" h="1993" extrusionOk="0">
                  <a:moveTo>
                    <a:pt x="351" y="0"/>
                  </a:moveTo>
                  <a:cubicBezTo>
                    <a:pt x="260" y="0"/>
                    <a:pt x="173" y="24"/>
                    <a:pt x="126" y="71"/>
                  </a:cubicBezTo>
                  <a:cubicBezTo>
                    <a:pt x="0" y="197"/>
                    <a:pt x="0" y="449"/>
                    <a:pt x="126" y="544"/>
                  </a:cubicBezTo>
                  <a:lnTo>
                    <a:pt x="536" y="985"/>
                  </a:lnTo>
                  <a:lnTo>
                    <a:pt x="126" y="1426"/>
                  </a:lnTo>
                  <a:cubicBezTo>
                    <a:pt x="0" y="1552"/>
                    <a:pt x="0" y="1772"/>
                    <a:pt x="126" y="1898"/>
                  </a:cubicBezTo>
                  <a:cubicBezTo>
                    <a:pt x="173" y="1961"/>
                    <a:pt x="260" y="1993"/>
                    <a:pt x="351" y="1993"/>
                  </a:cubicBezTo>
                  <a:cubicBezTo>
                    <a:pt x="441" y="1993"/>
                    <a:pt x="536" y="1961"/>
                    <a:pt x="599" y="1898"/>
                  </a:cubicBezTo>
                  <a:lnTo>
                    <a:pt x="1008" y="1457"/>
                  </a:lnTo>
                  <a:lnTo>
                    <a:pt x="1449" y="1898"/>
                  </a:lnTo>
                  <a:cubicBezTo>
                    <a:pt x="1512" y="1961"/>
                    <a:pt x="1599" y="1993"/>
                    <a:pt x="1686" y="1993"/>
                  </a:cubicBezTo>
                  <a:cubicBezTo>
                    <a:pt x="1772" y="1993"/>
                    <a:pt x="1859" y="1961"/>
                    <a:pt x="1922" y="1898"/>
                  </a:cubicBezTo>
                  <a:cubicBezTo>
                    <a:pt x="2048" y="1772"/>
                    <a:pt x="2048" y="1520"/>
                    <a:pt x="1922" y="1426"/>
                  </a:cubicBezTo>
                  <a:lnTo>
                    <a:pt x="1481" y="985"/>
                  </a:lnTo>
                  <a:lnTo>
                    <a:pt x="1922" y="544"/>
                  </a:lnTo>
                  <a:cubicBezTo>
                    <a:pt x="2048" y="449"/>
                    <a:pt x="2048" y="197"/>
                    <a:pt x="1922" y="71"/>
                  </a:cubicBezTo>
                  <a:cubicBezTo>
                    <a:pt x="1875" y="24"/>
                    <a:pt x="1788" y="0"/>
                    <a:pt x="1697" y="0"/>
                  </a:cubicBezTo>
                  <a:cubicBezTo>
                    <a:pt x="1607" y="0"/>
                    <a:pt x="1512" y="24"/>
                    <a:pt x="1449" y="71"/>
                  </a:cubicBezTo>
                  <a:lnTo>
                    <a:pt x="1008" y="512"/>
                  </a:lnTo>
                  <a:lnTo>
                    <a:pt x="599" y="71"/>
                  </a:lnTo>
                  <a:cubicBezTo>
                    <a:pt x="536" y="24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1" name="Google Shape;13961;p143"/>
            <p:cNvSpPr/>
            <p:nvPr/>
          </p:nvSpPr>
          <p:spPr>
            <a:xfrm>
              <a:off x="-5276050" y="2037975"/>
              <a:ext cx="292250" cy="292225"/>
            </a:xfrm>
            <a:custGeom>
              <a:avLst/>
              <a:gdLst/>
              <a:ahLst/>
              <a:cxnLst/>
              <a:rect l="l" t="t" r="r" b="b"/>
              <a:pathLst>
                <a:path w="11690" h="11689" extrusionOk="0">
                  <a:moveTo>
                    <a:pt x="10334" y="3119"/>
                  </a:moveTo>
                  <a:cubicBezTo>
                    <a:pt x="10712" y="3119"/>
                    <a:pt x="11028" y="3403"/>
                    <a:pt x="11028" y="3781"/>
                  </a:cubicBezTo>
                  <a:cubicBezTo>
                    <a:pt x="11028" y="4190"/>
                    <a:pt x="10712" y="4442"/>
                    <a:pt x="10334" y="4442"/>
                  </a:cubicBezTo>
                  <a:cubicBezTo>
                    <a:pt x="9956" y="4442"/>
                    <a:pt x="9673" y="4127"/>
                    <a:pt x="9673" y="3781"/>
                  </a:cubicBezTo>
                  <a:cubicBezTo>
                    <a:pt x="9673" y="3403"/>
                    <a:pt x="9988" y="3119"/>
                    <a:pt x="10334" y="3119"/>
                  </a:cubicBezTo>
                  <a:close/>
                  <a:moveTo>
                    <a:pt x="4443" y="7593"/>
                  </a:moveTo>
                  <a:cubicBezTo>
                    <a:pt x="4853" y="7593"/>
                    <a:pt x="5105" y="7908"/>
                    <a:pt x="5105" y="8255"/>
                  </a:cubicBezTo>
                  <a:cubicBezTo>
                    <a:pt x="5105" y="8664"/>
                    <a:pt x="4790" y="8948"/>
                    <a:pt x="4443" y="8948"/>
                  </a:cubicBezTo>
                  <a:cubicBezTo>
                    <a:pt x="4065" y="8948"/>
                    <a:pt x="3781" y="8633"/>
                    <a:pt x="3781" y="8255"/>
                  </a:cubicBezTo>
                  <a:cubicBezTo>
                    <a:pt x="3781" y="7876"/>
                    <a:pt x="4096" y="7593"/>
                    <a:pt x="4443" y="7593"/>
                  </a:cubicBezTo>
                  <a:close/>
                  <a:moveTo>
                    <a:pt x="5829" y="725"/>
                  </a:moveTo>
                  <a:cubicBezTo>
                    <a:pt x="7341" y="725"/>
                    <a:pt x="8822" y="1386"/>
                    <a:pt x="9799" y="2521"/>
                  </a:cubicBezTo>
                  <a:cubicBezTo>
                    <a:pt x="9326" y="2710"/>
                    <a:pt x="8980" y="3245"/>
                    <a:pt x="8980" y="3781"/>
                  </a:cubicBezTo>
                  <a:cubicBezTo>
                    <a:pt x="8980" y="3718"/>
                    <a:pt x="8917" y="3623"/>
                    <a:pt x="8885" y="3560"/>
                  </a:cubicBezTo>
                  <a:lnTo>
                    <a:pt x="8854" y="3497"/>
                  </a:lnTo>
                  <a:lnTo>
                    <a:pt x="8192" y="2836"/>
                  </a:lnTo>
                  <a:cubicBezTo>
                    <a:pt x="8129" y="2773"/>
                    <a:pt x="8035" y="2741"/>
                    <a:pt x="7944" y="2741"/>
                  </a:cubicBezTo>
                  <a:cubicBezTo>
                    <a:pt x="7853" y="2741"/>
                    <a:pt x="7767" y="2773"/>
                    <a:pt x="7719" y="2836"/>
                  </a:cubicBezTo>
                  <a:cubicBezTo>
                    <a:pt x="7593" y="2962"/>
                    <a:pt x="7593" y="3182"/>
                    <a:pt x="7719" y="3308"/>
                  </a:cubicBezTo>
                  <a:lnTo>
                    <a:pt x="7814" y="3434"/>
                  </a:lnTo>
                  <a:cubicBezTo>
                    <a:pt x="6869" y="3466"/>
                    <a:pt x="5987" y="3875"/>
                    <a:pt x="5262" y="4568"/>
                  </a:cubicBezTo>
                  <a:cubicBezTo>
                    <a:pt x="4600" y="5230"/>
                    <a:pt x="4254" y="6081"/>
                    <a:pt x="4159" y="6963"/>
                  </a:cubicBezTo>
                  <a:cubicBezTo>
                    <a:pt x="3561" y="7120"/>
                    <a:pt x="3151" y="7656"/>
                    <a:pt x="3151" y="8318"/>
                  </a:cubicBezTo>
                  <a:cubicBezTo>
                    <a:pt x="3151" y="9074"/>
                    <a:pt x="3781" y="9704"/>
                    <a:pt x="4506" y="9704"/>
                  </a:cubicBezTo>
                  <a:cubicBezTo>
                    <a:pt x="5262" y="9704"/>
                    <a:pt x="5892" y="9074"/>
                    <a:pt x="5892" y="8318"/>
                  </a:cubicBezTo>
                  <a:cubicBezTo>
                    <a:pt x="5892" y="7687"/>
                    <a:pt x="5451" y="7120"/>
                    <a:pt x="4884" y="6963"/>
                  </a:cubicBezTo>
                  <a:cubicBezTo>
                    <a:pt x="5042" y="5482"/>
                    <a:pt x="6302" y="4222"/>
                    <a:pt x="7814" y="4127"/>
                  </a:cubicBezTo>
                  <a:lnTo>
                    <a:pt x="7814" y="4127"/>
                  </a:lnTo>
                  <a:lnTo>
                    <a:pt x="7751" y="4222"/>
                  </a:lnTo>
                  <a:cubicBezTo>
                    <a:pt x="7625" y="4348"/>
                    <a:pt x="7625" y="4568"/>
                    <a:pt x="7751" y="4694"/>
                  </a:cubicBezTo>
                  <a:cubicBezTo>
                    <a:pt x="7814" y="4757"/>
                    <a:pt x="7901" y="4789"/>
                    <a:pt x="7987" y="4789"/>
                  </a:cubicBezTo>
                  <a:cubicBezTo>
                    <a:pt x="8074" y="4789"/>
                    <a:pt x="8161" y="4757"/>
                    <a:pt x="8224" y="4694"/>
                  </a:cubicBezTo>
                  <a:lnTo>
                    <a:pt x="8885" y="4033"/>
                  </a:lnTo>
                  <a:cubicBezTo>
                    <a:pt x="8980" y="3938"/>
                    <a:pt x="9011" y="3875"/>
                    <a:pt x="9011" y="3781"/>
                  </a:cubicBezTo>
                  <a:cubicBezTo>
                    <a:pt x="9011" y="4537"/>
                    <a:pt x="9641" y="5167"/>
                    <a:pt x="10397" y="5167"/>
                  </a:cubicBezTo>
                  <a:cubicBezTo>
                    <a:pt x="10618" y="5167"/>
                    <a:pt x="10807" y="5136"/>
                    <a:pt x="11028" y="5010"/>
                  </a:cubicBezTo>
                  <a:cubicBezTo>
                    <a:pt x="11059" y="5293"/>
                    <a:pt x="11091" y="5545"/>
                    <a:pt x="11091" y="5829"/>
                  </a:cubicBezTo>
                  <a:cubicBezTo>
                    <a:pt x="11028" y="8696"/>
                    <a:pt x="8696" y="11027"/>
                    <a:pt x="5829" y="11027"/>
                  </a:cubicBezTo>
                  <a:cubicBezTo>
                    <a:pt x="2994" y="11027"/>
                    <a:pt x="694" y="8696"/>
                    <a:pt x="694" y="5829"/>
                  </a:cubicBezTo>
                  <a:cubicBezTo>
                    <a:pt x="694" y="2993"/>
                    <a:pt x="2994" y="725"/>
                    <a:pt x="5829" y="725"/>
                  </a:cubicBezTo>
                  <a:close/>
                  <a:moveTo>
                    <a:pt x="5829" y="0"/>
                  </a:moveTo>
                  <a:cubicBezTo>
                    <a:pt x="2584" y="0"/>
                    <a:pt x="1" y="2615"/>
                    <a:pt x="1" y="5829"/>
                  </a:cubicBezTo>
                  <a:cubicBezTo>
                    <a:pt x="1" y="7404"/>
                    <a:pt x="599" y="8853"/>
                    <a:pt x="1702" y="9956"/>
                  </a:cubicBezTo>
                  <a:cubicBezTo>
                    <a:pt x="2773" y="11058"/>
                    <a:pt x="4254" y="11689"/>
                    <a:pt x="5829" y="11689"/>
                  </a:cubicBezTo>
                  <a:cubicBezTo>
                    <a:pt x="6617" y="11689"/>
                    <a:pt x="7341" y="11531"/>
                    <a:pt x="8098" y="11216"/>
                  </a:cubicBezTo>
                  <a:cubicBezTo>
                    <a:pt x="8822" y="10901"/>
                    <a:pt x="9452" y="10523"/>
                    <a:pt x="9956" y="9956"/>
                  </a:cubicBezTo>
                  <a:cubicBezTo>
                    <a:pt x="10492" y="9420"/>
                    <a:pt x="10901" y="8790"/>
                    <a:pt x="11217" y="8128"/>
                  </a:cubicBezTo>
                  <a:cubicBezTo>
                    <a:pt x="11532" y="7404"/>
                    <a:pt x="11689" y="6616"/>
                    <a:pt x="11689" y="5829"/>
                  </a:cubicBezTo>
                  <a:cubicBezTo>
                    <a:pt x="11689" y="5356"/>
                    <a:pt x="11658" y="4884"/>
                    <a:pt x="11532" y="4442"/>
                  </a:cubicBezTo>
                  <a:cubicBezTo>
                    <a:pt x="11595" y="4253"/>
                    <a:pt x="11689" y="4033"/>
                    <a:pt x="11689" y="3781"/>
                  </a:cubicBezTo>
                  <a:cubicBezTo>
                    <a:pt x="11689" y="3119"/>
                    <a:pt x="11217" y="2552"/>
                    <a:pt x="10586" y="2458"/>
                  </a:cubicBezTo>
                  <a:cubicBezTo>
                    <a:pt x="9484" y="945"/>
                    <a:pt x="7719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62" name="Google Shape;13962;p143"/>
          <p:cNvSpPr/>
          <p:nvPr/>
        </p:nvSpPr>
        <p:spPr>
          <a:xfrm>
            <a:off x="3014690" y="2152917"/>
            <a:ext cx="429891" cy="395493"/>
          </a:xfrm>
          <a:custGeom>
            <a:avLst/>
            <a:gdLst/>
            <a:ahLst/>
            <a:cxnLst/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3" name="Google Shape;13963;p143"/>
          <p:cNvSpPr/>
          <p:nvPr/>
        </p:nvSpPr>
        <p:spPr>
          <a:xfrm>
            <a:off x="3030609" y="2660806"/>
            <a:ext cx="421914" cy="420759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797" y="2111"/>
                </a:moveTo>
                <a:cubicBezTo>
                  <a:pt x="6175" y="2111"/>
                  <a:pt x="6459" y="2426"/>
                  <a:pt x="6459" y="2773"/>
                </a:cubicBezTo>
                <a:cubicBezTo>
                  <a:pt x="6459" y="3151"/>
                  <a:pt x="6175" y="3466"/>
                  <a:pt x="5797" y="3466"/>
                </a:cubicBezTo>
                <a:cubicBezTo>
                  <a:pt x="5388" y="3466"/>
                  <a:pt x="5104" y="3151"/>
                  <a:pt x="5104" y="2773"/>
                </a:cubicBezTo>
                <a:cubicBezTo>
                  <a:pt x="5104" y="2426"/>
                  <a:pt x="5419" y="2111"/>
                  <a:pt x="5797" y="2111"/>
                </a:cubicBezTo>
                <a:close/>
                <a:moveTo>
                  <a:pt x="6112" y="4159"/>
                </a:moveTo>
                <a:cubicBezTo>
                  <a:pt x="6648" y="4159"/>
                  <a:pt x="7120" y="4631"/>
                  <a:pt x="7120" y="5198"/>
                </a:cubicBezTo>
                <a:lnTo>
                  <a:pt x="7120" y="5545"/>
                </a:lnTo>
                <a:lnTo>
                  <a:pt x="4379" y="5545"/>
                </a:lnTo>
                <a:lnTo>
                  <a:pt x="4379" y="5198"/>
                </a:lnTo>
                <a:cubicBezTo>
                  <a:pt x="4411" y="4600"/>
                  <a:pt x="4884" y="4159"/>
                  <a:pt x="5419" y="4159"/>
                </a:cubicBezTo>
                <a:close/>
                <a:moveTo>
                  <a:pt x="10586" y="662"/>
                </a:moveTo>
                <a:cubicBezTo>
                  <a:pt x="10775" y="662"/>
                  <a:pt x="10932" y="819"/>
                  <a:pt x="10932" y="1008"/>
                </a:cubicBezTo>
                <a:lnTo>
                  <a:pt x="10932" y="5860"/>
                </a:lnTo>
                <a:lnTo>
                  <a:pt x="10996" y="5860"/>
                </a:lnTo>
                <a:cubicBezTo>
                  <a:pt x="10996" y="6049"/>
                  <a:pt x="10838" y="6207"/>
                  <a:pt x="10617" y="6207"/>
                </a:cubicBezTo>
                <a:lnTo>
                  <a:pt x="9483" y="6207"/>
                </a:lnTo>
                <a:cubicBezTo>
                  <a:pt x="9326" y="5829"/>
                  <a:pt x="8979" y="5545"/>
                  <a:pt x="8507" y="5545"/>
                </a:cubicBezTo>
                <a:lnTo>
                  <a:pt x="7845" y="5545"/>
                </a:lnTo>
                <a:lnTo>
                  <a:pt x="7845" y="5198"/>
                </a:lnTo>
                <a:cubicBezTo>
                  <a:pt x="7845" y="4505"/>
                  <a:pt x="7435" y="3938"/>
                  <a:pt x="6837" y="3655"/>
                </a:cubicBezTo>
                <a:cubicBezTo>
                  <a:pt x="7057" y="3403"/>
                  <a:pt x="7152" y="3151"/>
                  <a:pt x="7152" y="2773"/>
                </a:cubicBezTo>
                <a:cubicBezTo>
                  <a:pt x="7152" y="2048"/>
                  <a:pt x="6522" y="1418"/>
                  <a:pt x="5797" y="1418"/>
                </a:cubicBezTo>
                <a:cubicBezTo>
                  <a:pt x="5041" y="1418"/>
                  <a:pt x="4411" y="2048"/>
                  <a:pt x="4411" y="2773"/>
                </a:cubicBezTo>
                <a:cubicBezTo>
                  <a:pt x="4411" y="3088"/>
                  <a:pt x="4537" y="3403"/>
                  <a:pt x="4726" y="3655"/>
                </a:cubicBezTo>
                <a:cubicBezTo>
                  <a:pt x="4127" y="3938"/>
                  <a:pt x="3749" y="4505"/>
                  <a:pt x="3749" y="5198"/>
                </a:cubicBezTo>
                <a:lnTo>
                  <a:pt x="3749" y="5545"/>
                </a:lnTo>
                <a:lnTo>
                  <a:pt x="3056" y="5545"/>
                </a:lnTo>
                <a:cubicBezTo>
                  <a:pt x="2647" y="5545"/>
                  <a:pt x="2237" y="5829"/>
                  <a:pt x="2080" y="6207"/>
                </a:cubicBezTo>
                <a:lnTo>
                  <a:pt x="977" y="6207"/>
                </a:lnTo>
                <a:cubicBezTo>
                  <a:pt x="788" y="6207"/>
                  <a:pt x="630" y="6049"/>
                  <a:pt x="630" y="5860"/>
                </a:cubicBezTo>
                <a:lnTo>
                  <a:pt x="630" y="1008"/>
                </a:lnTo>
                <a:cubicBezTo>
                  <a:pt x="630" y="819"/>
                  <a:pt x="788" y="662"/>
                  <a:pt x="977" y="662"/>
                </a:cubicBezTo>
                <a:close/>
                <a:moveTo>
                  <a:pt x="8538" y="6175"/>
                </a:moveTo>
                <a:cubicBezTo>
                  <a:pt x="8759" y="6175"/>
                  <a:pt x="8916" y="6333"/>
                  <a:pt x="8916" y="6522"/>
                </a:cubicBezTo>
                <a:cubicBezTo>
                  <a:pt x="8853" y="6711"/>
                  <a:pt x="8696" y="6868"/>
                  <a:pt x="8538" y="6868"/>
                </a:cubicBezTo>
                <a:lnTo>
                  <a:pt x="3088" y="6868"/>
                </a:lnTo>
                <a:cubicBezTo>
                  <a:pt x="2867" y="6868"/>
                  <a:pt x="2710" y="6711"/>
                  <a:pt x="2710" y="6522"/>
                </a:cubicBezTo>
                <a:cubicBezTo>
                  <a:pt x="2710" y="6333"/>
                  <a:pt x="2867" y="6175"/>
                  <a:pt x="3088" y="6175"/>
                </a:cubicBezTo>
                <a:close/>
                <a:moveTo>
                  <a:pt x="8160" y="7593"/>
                </a:moveTo>
                <a:lnTo>
                  <a:pt x="7561" y="11027"/>
                </a:lnTo>
                <a:lnTo>
                  <a:pt x="4033" y="11027"/>
                </a:lnTo>
                <a:lnTo>
                  <a:pt x="3466" y="7593"/>
                </a:lnTo>
                <a:close/>
                <a:moveTo>
                  <a:pt x="1008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5860"/>
                </a:lnTo>
                <a:cubicBezTo>
                  <a:pt x="0" y="6396"/>
                  <a:pt x="473" y="6868"/>
                  <a:pt x="1008" y="6868"/>
                </a:cubicBezTo>
                <a:lnTo>
                  <a:pt x="2111" y="6868"/>
                </a:lnTo>
                <a:cubicBezTo>
                  <a:pt x="2237" y="7183"/>
                  <a:pt x="2489" y="7435"/>
                  <a:pt x="2804" y="7498"/>
                </a:cubicBezTo>
                <a:lnTo>
                  <a:pt x="3434" y="11373"/>
                </a:lnTo>
                <a:cubicBezTo>
                  <a:pt x="3466" y="11531"/>
                  <a:pt x="3592" y="11657"/>
                  <a:pt x="3781" y="11657"/>
                </a:cubicBezTo>
                <a:lnTo>
                  <a:pt x="7877" y="11657"/>
                </a:lnTo>
                <a:cubicBezTo>
                  <a:pt x="8034" y="11657"/>
                  <a:pt x="8192" y="11531"/>
                  <a:pt x="8223" y="11373"/>
                </a:cubicBezTo>
                <a:lnTo>
                  <a:pt x="8853" y="7498"/>
                </a:lnTo>
                <a:cubicBezTo>
                  <a:pt x="9168" y="7435"/>
                  <a:pt x="9420" y="7183"/>
                  <a:pt x="9546" y="6868"/>
                </a:cubicBezTo>
                <a:lnTo>
                  <a:pt x="10680" y="6868"/>
                </a:lnTo>
                <a:cubicBezTo>
                  <a:pt x="11216" y="6868"/>
                  <a:pt x="11689" y="6396"/>
                  <a:pt x="11689" y="5860"/>
                </a:cubicBezTo>
                <a:lnTo>
                  <a:pt x="11689" y="1008"/>
                </a:lnTo>
                <a:cubicBezTo>
                  <a:pt x="11657" y="473"/>
                  <a:pt x="11185" y="0"/>
                  <a:pt x="1061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64" name="Google Shape;13964;p143"/>
          <p:cNvGrpSpPr/>
          <p:nvPr/>
        </p:nvGrpSpPr>
        <p:grpSpPr>
          <a:xfrm>
            <a:off x="5777136" y="1631256"/>
            <a:ext cx="324133" cy="420796"/>
            <a:chOff x="-3462150" y="2046625"/>
            <a:chExt cx="224500" cy="291450"/>
          </a:xfrm>
        </p:grpSpPr>
        <p:sp>
          <p:nvSpPr>
            <p:cNvPr id="13965" name="Google Shape;13965;p143"/>
            <p:cNvSpPr/>
            <p:nvPr/>
          </p:nvSpPr>
          <p:spPr>
            <a:xfrm>
              <a:off x="-3425125" y="2253000"/>
              <a:ext cx="51225" cy="50425"/>
            </a:xfrm>
            <a:custGeom>
              <a:avLst/>
              <a:gdLst/>
              <a:ahLst/>
              <a:cxnLst/>
              <a:rect l="l" t="t" r="r" b="b"/>
              <a:pathLst>
                <a:path w="2049" h="2017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08"/>
                  </a:cubicBezTo>
                  <a:cubicBezTo>
                    <a:pt x="1355" y="1197"/>
                    <a:pt x="1166" y="1355"/>
                    <a:pt x="1009" y="1355"/>
                  </a:cubicBezTo>
                  <a:cubicBezTo>
                    <a:pt x="820" y="1355"/>
                    <a:pt x="662" y="1197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41"/>
                    <a:pt x="0" y="1008"/>
                  </a:cubicBezTo>
                  <a:cubicBezTo>
                    <a:pt x="0" y="1575"/>
                    <a:pt x="473" y="2016"/>
                    <a:pt x="1009" y="2016"/>
                  </a:cubicBezTo>
                  <a:cubicBezTo>
                    <a:pt x="1576" y="2016"/>
                    <a:pt x="2048" y="1575"/>
                    <a:pt x="2048" y="1008"/>
                  </a:cubicBezTo>
                  <a:cubicBezTo>
                    <a:pt x="2048" y="441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6" name="Google Shape;13966;p143"/>
            <p:cNvSpPr/>
            <p:nvPr/>
          </p:nvSpPr>
          <p:spPr>
            <a:xfrm>
              <a:off x="-3425125" y="2116725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190"/>
                    <a:pt x="0" y="442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0" y="1544"/>
                    <a:pt x="0" y="1765"/>
                    <a:pt x="95" y="1891"/>
                  </a:cubicBezTo>
                  <a:cubicBezTo>
                    <a:pt x="158" y="1954"/>
                    <a:pt x="252" y="1986"/>
                    <a:pt x="343" y="1986"/>
                  </a:cubicBezTo>
                  <a:cubicBezTo>
                    <a:pt x="434" y="1986"/>
                    <a:pt x="520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599" y="1986"/>
                    <a:pt x="1686" y="1986"/>
                  </a:cubicBezTo>
                  <a:cubicBezTo>
                    <a:pt x="1773" y="1986"/>
                    <a:pt x="1859" y="1954"/>
                    <a:pt x="1922" y="1891"/>
                  </a:cubicBezTo>
                  <a:cubicBezTo>
                    <a:pt x="2048" y="1765"/>
                    <a:pt x="2048" y="1544"/>
                    <a:pt x="1922" y="1418"/>
                  </a:cubicBezTo>
                  <a:lnTo>
                    <a:pt x="1481" y="977"/>
                  </a:lnTo>
                  <a:lnTo>
                    <a:pt x="1922" y="536"/>
                  </a:lnTo>
                  <a:cubicBezTo>
                    <a:pt x="2048" y="442"/>
                    <a:pt x="2048" y="190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05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7" name="Google Shape;13967;p143"/>
            <p:cNvSpPr/>
            <p:nvPr/>
          </p:nvSpPr>
          <p:spPr>
            <a:xfrm>
              <a:off x="-3425125" y="218525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536" y="1009"/>
                  </a:lnTo>
                  <a:lnTo>
                    <a:pt x="95" y="1418"/>
                  </a:lnTo>
                  <a:cubicBezTo>
                    <a:pt x="0" y="1544"/>
                    <a:pt x="0" y="1796"/>
                    <a:pt x="95" y="1891"/>
                  </a:cubicBezTo>
                  <a:cubicBezTo>
                    <a:pt x="158" y="1954"/>
                    <a:pt x="252" y="1985"/>
                    <a:pt x="343" y="1985"/>
                  </a:cubicBezTo>
                  <a:cubicBezTo>
                    <a:pt x="434" y="1985"/>
                    <a:pt x="520" y="1954"/>
                    <a:pt x="568" y="1891"/>
                  </a:cubicBezTo>
                  <a:lnTo>
                    <a:pt x="1009" y="1481"/>
                  </a:lnTo>
                  <a:lnTo>
                    <a:pt x="1450" y="1891"/>
                  </a:lnTo>
                  <a:cubicBezTo>
                    <a:pt x="1513" y="1954"/>
                    <a:pt x="1599" y="1985"/>
                    <a:pt x="1686" y="1985"/>
                  </a:cubicBezTo>
                  <a:cubicBezTo>
                    <a:pt x="1773" y="1985"/>
                    <a:pt x="1859" y="1954"/>
                    <a:pt x="1922" y="1891"/>
                  </a:cubicBezTo>
                  <a:cubicBezTo>
                    <a:pt x="2048" y="1796"/>
                    <a:pt x="2048" y="1544"/>
                    <a:pt x="1922" y="1418"/>
                  </a:cubicBezTo>
                  <a:lnTo>
                    <a:pt x="1481" y="1009"/>
                  </a:lnTo>
                  <a:lnTo>
                    <a:pt x="1922" y="568"/>
                  </a:lnTo>
                  <a:cubicBezTo>
                    <a:pt x="2048" y="410"/>
                    <a:pt x="2048" y="221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36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8" name="Google Shape;13968;p143"/>
            <p:cNvSpPr/>
            <p:nvPr/>
          </p:nvSpPr>
          <p:spPr>
            <a:xfrm>
              <a:off x="-3462150" y="2046625"/>
              <a:ext cx="224500" cy="291450"/>
            </a:xfrm>
            <a:custGeom>
              <a:avLst/>
              <a:gdLst/>
              <a:ahLst/>
              <a:cxnLst/>
              <a:rect l="l" t="t" r="r" b="b"/>
              <a:pathLst>
                <a:path w="8980" h="11658" extrusionOk="0">
                  <a:moveTo>
                    <a:pt x="5924" y="694"/>
                  </a:moveTo>
                  <a:cubicBezTo>
                    <a:pt x="6113" y="694"/>
                    <a:pt x="6270" y="851"/>
                    <a:pt x="6270" y="1040"/>
                  </a:cubicBezTo>
                  <a:cubicBezTo>
                    <a:pt x="6270" y="1229"/>
                    <a:pt x="6113" y="1387"/>
                    <a:pt x="5924" y="1387"/>
                  </a:cubicBezTo>
                  <a:lnTo>
                    <a:pt x="3151" y="1387"/>
                  </a:lnTo>
                  <a:cubicBezTo>
                    <a:pt x="2962" y="1387"/>
                    <a:pt x="2805" y="1229"/>
                    <a:pt x="2805" y="1040"/>
                  </a:cubicBezTo>
                  <a:cubicBezTo>
                    <a:pt x="2805" y="851"/>
                    <a:pt x="2962" y="694"/>
                    <a:pt x="3151" y="694"/>
                  </a:cubicBezTo>
                  <a:close/>
                  <a:moveTo>
                    <a:pt x="8034" y="1356"/>
                  </a:moveTo>
                  <a:cubicBezTo>
                    <a:pt x="8255" y="1356"/>
                    <a:pt x="8413" y="1513"/>
                    <a:pt x="8413" y="1702"/>
                  </a:cubicBezTo>
                  <a:lnTo>
                    <a:pt x="8413" y="10649"/>
                  </a:lnTo>
                  <a:lnTo>
                    <a:pt x="8287" y="10649"/>
                  </a:lnTo>
                  <a:cubicBezTo>
                    <a:pt x="8287" y="10838"/>
                    <a:pt x="8129" y="10996"/>
                    <a:pt x="7940" y="10996"/>
                  </a:cubicBezTo>
                  <a:lnTo>
                    <a:pt x="1103" y="10996"/>
                  </a:lnTo>
                  <a:cubicBezTo>
                    <a:pt x="914" y="10996"/>
                    <a:pt x="757" y="10838"/>
                    <a:pt x="757" y="10649"/>
                  </a:cubicBezTo>
                  <a:lnTo>
                    <a:pt x="757" y="1702"/>
                  </a:lnTo>
                  <a:cubicBezTo>
                    <a:pt x="757" y="1513"/>
                    <a:pt x="914" y="1356"/>
                    <a:pt x="1103" y="1356"/>
                  </a:cubicBezTo>
                  <a:lnTo>
                    <a:pt x="2206" y="1356"/>
                  </a:lnTo>
                  <a:cubicBezTo>
                    <a:pt x="2364" y="1734"/>
                    <a:pt x="2742" y="2017"/>
                    <a:pt x="3214" y="2017"/>
                  </a:cubicBezTo>
                  <a:lnTo>
                    <a:pt x="5955" y="2017"/>
                  </a:lnTo>
                  <a:cubicBezTo>
                    <a:pt x="6396" y="2017"/>
                    <a:pt x="6774" y="1734"/>
                    <a:pt x="6932" y="1356"/>
                  </a:cubicBezTo>
                  <a:close/>
                  <a:moveTo>
                    <a:pt x="3120" y="1"/>
                  </a:moveTo>
                  <a:cubicBezTo>
                    <a:pt x="2679" y="1"/>
                    <a:pt x="2301" y="284"/>
                    <a:pt x="2143" y="694"/>
                  </a:cubicBezTo>
                  <a:lnTo>
                    <a:pt x="1040" y="694"/>
                  </a:lnTo>
                  <a:cubicBezTo>
                    <a:pt x="473" y="694"/>
                    <a:pt x="1" y="1166"/>
                    <a:pt x="1" y="1702"/>
                  </a:cubicBezTo>
                  <a:lnTo>
                    <a:pt x="1" y="10649"/>
                  </a:lnTo>
                  <a:cubicBezTo>
                    <a:pt x="1" y="11185"/>
                    <a:pt x="473" y="11658"/>
                    <a:pt x="1040" y="11658"/>
                  </a:cubicBezTo>
                  <a:lnTo>
                    <a:pt x="7877" y="11658"/>
                  </a:lnTo>
                  <a:cubicBezTo>
                    <a:pt x="8444" y="11658"/>
                    <a:pt x="8917" y="11185"/>
                    <a:pt x="8917" y="10649"/>
                  </a:cubicBezTo>
                  <a:lnTo>
                    <a:pt x="8917" y="1702"/>
                  </a:lnTo>
                  <a:cubicBezTo>
                    <a:pt x="8980" y="1166"/>
                    <a:pt x="8507" y="694"/>
                    <a:pt x="7971" y="694"/>
                  </a:cubicBezTo>
                  <a:lnTo>
                    <a:pt x="6869" y="694"/>
                  </a:lnTo>
                  <a:cubicBezTo>
                    <a:pt x="6711" y="284"/>
                    <a:pt x="6365" y="1"/>
                    <a:pt x="58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9" name="Google Shape;13969;p143"/>
            <p:cNvSpPr/>
            <p:nvPr/>
          </p:nvSpPr>
          <p:spPr>
            <a:xfrm>
              <a:off x="-3358175" y="2133275"/>
              <a:ext cx="86650" cy="18125"/>
            </a:xfrm>
            <a:custGeom>
              <a:avLst/>
              <a:gdLst/>
              <a:ahLst/>
              <a:cxnLst/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78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0" name="Google Shape;13970;p143"/>
            <p:cNvSpPr/>
            <p:nvPr/>
          </p:nvSpPr>
          <p:spPr>
            <a:xfrm>
              <a:off x="-3358175" y="2201800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088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1" name="Google Shape;13971;p143"/>
            <p:cNvSpPr/>
            <p:nvPr/>
          </p:nvSpPr>
          <p:spPr>
            <a:xfrm>
              <a:off x="-3358175" y="2270325"/>
              <a:ext cx="86650" cy="18125"/>
            </a:xfrm>
            <a:custGeom>
              <a:avLst/>
              <a:gdLst/>
              <a:ahLst/>
              <a:cxnLst/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2" name="Google Shape;13972;p143"/>
          <p:cNvGrpSpPr/>
          <p:nvPr/>
        </p:nvGrpSpPr>
        <p:grpSpPr>
          <a:xfrm>
            <a:off x="5752700" y="2139276"/>
            <a:ext cx="373006" cy="423069"/>
            <a:chOff x="-3478675" y="2405775"/>
            <a:chExt cx="258350" cy="293025"/>
          </a:xfrm>
        </p:grpSpPr>
        <p:sp>
          <p:nvSpPr>
            <p:cNvPr id="13973" name="Google Shape;13973;p143"/>
            <p:cNvSpPr/>
            <p:nvPr/>
          </p:nvSpPr>
          <p:spPr>
            <a:xfrm>
              <a:off x="-3478675" y="2405775"/>
              <a:ext cx="258350" cy="293025"/>
            </a:xfrm>
            <a:custGeom>
              <a:avLst/>
              <a:gdLst/>
              <a:ahLst/>
              <a:cxnLst/>
              <a:rect l="l" t="t" r="r" b="b"/>
              <a:pathLst>
                <a:path w="10334" h="11721" extrusionOk="0">
                  <a:moveTo>
                    <a:pt x="6018" y="694"/>
                  </a:moveTo>
                  <a:cubicBezTo>
                    <a:pt x="6175" y="694"/>
                    <a:pt x="6301" y="757"/>
                    <a:pt x="6333" y="915"/>
                  </a:cubicBezTo>
                  <a:lnTo>
                    <a:pt x="6490" y="1450"/>
                  </a:lnTo>
                  <a:lnTo>
                    <a:pt x="3781" y="1450"/>
                  </a:lnTo>
                  <a:lnTo>
                    <a:pt x="3970" y="915"/>
                  </a:lnTo>
                  <a:cubicBezTo>
                    <a:pt x="4033" y="757"/>
                    <a:pt x="4127" y="694"/>
                    <a:pt x="4285" y="694"/>
                  </a:cubicBezTo>
                  <a:close/>
                  <a:moveTo>
                    <a:pt x="9326" y="2049"/>
                  </a:moveTo>
                  <a:cubicBezTo>
                    <a:pt x="9546" y="2049"/>
                    <a:pt x="9704" y="2206"/>
                    <a:pt x="9704" y="2427"/>
                  </a:cubicBezTo>
                  <a:lnTo>
                    <a:pt x="9704" y="2773"/>
                  </a:lnTo>
                  <a:lnTo>
                    <a:pt x="756" y="2773"/>
                  </a:lnTo>
                  <a:lnTo>
                    <a:pt x="756" y="2427"/>
                  </a:lnTo>
                  <a:cubicBezTo>
                    <a:pt x="756" y="2206"/>
                    <a:pt x="914" y="2049"/>
                    <a:pt x="1103" y="2049"/>
                  </a:cubicBezTo>
                  <a:close/>
                  <a:moveTo>
                    <a:pt x="8916" y="3498"/>
                  </a:moveTo>
                  <a:lnTo>
                    <a:pt x="8317" y="10681"/>
                  </a:lnTo>
                  <a:cubicBezTo>
                    <a:pt x="8317" y="10839"/>
                    <a:pt x="8160" y="10996"/>
                    <a:pt x="7971" y="10996"/>
                  </a:cubicBezTo>
                  <a:lnTo>
                    <a:pt x="2363" y="10996"/>
                  </a:lnTo>
                  <a:cubicBezTo>
                    <a:pt x="2174" y="10996"/>
                    <a:pt x="2048" y="10902"/>
                    <a:pt x="2016" y="10681"/>
                  </a:cubicBezTo>
                  <a:lnTo>
                    <a:pt x="1418" y="3498"/>
                  </a:lnTo>
                  <a:close/>
                  <a:moveTo>
                    <a:pt x="4285" y="1"/>
                  </a:moveTo>
                  <a:cubicBezTo>
                    <a:pt x="3875" y="1"/>
                    <a:pt x="3466" y="285"/>
                    <a:pt x="3308" y="726"/>
                  </a:cubicBezTo>
                  <a:lnTo>
                    <a:pt x="3088" y="1450"/>
                  </a:lnTo>
                  <a:lnTo>
                    <a:pt x="1040" y="1450"/>
                  </a:lnTo>
                  <a:cubicBezTo>
                    <a:pt x="473" y="1450"/>
                    <a:pt x="0" y="1923"/>
                    <a:pt x="0" y="2458"/>
                  </a:cubicBezTo>
                  <a:lnTo>
                    <a:pt x="0" y="3120"/>
                  </a:lnTo>
                  <a:cubicBezTo>
                    <a:pt x="0" y="3341"/>
                    <a:pt x="158" y="3498"/>
                    <a:pt x="347" y="3498"/>
                  </a:cubicBezTo>
                  <a:lnTo>
                    <a:pt x="725" y="3498"/>
                  </a:lnTo>
                  <a:lnTo>
                    <a:pt x="1292" y="10776"/>
                  </a:lnTo>
                  <a:cubicBezTo>
                    <a:pt x="1355" y="11311"/>
                    <a:pt x="1764" y="11721"/>
                    <a:pt x="2331" y="11721"/>
                  </a:cubicBezTo>
                  <a:lnTo>
                    <a:pt x="7908" y="11721"/>
                  </a:lnTo>
                  <a:cubicBezTo>
                    <a:pt x="8475" y="11721"/>
                    <a:pt x="8916" y="11311"/>
                    <a:pt x="8948" y="10776"/>
                  </a:cubicBezTo>
                  <a:lnTo>
                    <a:pt x="9546" y="3498"/>
                  </a:lnTo>
                  <a:lnTo>
                    <a:pt x="9893" y="3498"/>
                  </a:lnTo>
                  <a:cubicBezTo>
                    <a:pt x="10082" y="3498"/>
                    <a:pt x="10239" y="3341"/>
                    <a:pt x="10239" y="3120"/>
                  </a:cubicBezTo>
                  <a:lnTo>
                    <a:pt x="10239" y="2458"/>
                  </a:lnTo>
                  <a:cubicBezTo>
                    <a:pt x="10334" y="1860"/>
                    <a:pt x="9861" y="1450"/>
                    <a:pt x="9294" y="1450"/>
                  </a:cubicBezTo>
                  <a:lnTo>
                    <a:pt x="7246" y="1450"/>
                  </a:lnTo>
                  <a:lnTo>
                    <a:pt x="7026" y="726"/>
                  </a:lnTo>
                  <a:cubicBezTo>
                    <a:pt x="6868" y="285"/>
                    <a:pt x="6490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4" name="Google Shape;13974;p143"/>
            <p:cNvSpPr/>
            <p:nvPr/>
          </p:nvSpPr>
          <p:spPr>
            <a:xfrm>
              <a:off x="-3408575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5829"/>
                  </a:lnTo>
                  <a:cubicBezTo>
                    <a:pt x="0" y="6018"/>
                    <a:pt x="158" y="6176"/>
                    <a:pt x="347" y="6176"/>
                  </a:cubicBezTo>
                  <a:cubicBezTo>
                    <a:pt x="536" y="6176"/>
                    <a:pt x="693" y="6018"/>
                    <a:pt x="693" y="5829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5" name="Google Shape;13975;p143"/>
            <p:cNvSpPr/>
            <p:nvPr/>
          </p:nvSpPr>
          <p:spPr>
            <a:xfrm>
              <a:off x="-3357400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6" name="Google Shape;13976;p143"/>
            <p:cNvSpPr/>
            <p:nvPr/>
          </p:nvSpPr>
          <p:spPr>
            <a:xfrm>
              <a:off x="-3306200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7" name="Google Shape;13977;p143"/>
          <p:cNvGrpSpPr/>
          <p:nvPr/>
        </p:nvGrpSpPr>
        <p:grpSpPr>
          <a:xfrm>
            <a:off x="5815218" y="2660398"/>
            <a:ext cx="271831" cy="421914"/>
            <a:chOff x="-3443250" y="2765725"/>
            <a:chExt cx="188275" cy="292225"/>
          </a:xfrm>
        </p:grpSpPr>
        <p:sp>
          <p:nvSpPr>
            <p:cNvPr id="13978" name="Google Shape;13978;p143"/>
            <p:cNvSpPr/>
            <p:nvPr/>
          </p:nvSpPr>
          <p:spPr>
            <a:xfrm>
              <a:off x="-3443250" y="2765725"/>
              <a:ext cx="188275" cy="292225"/>
            </a:xfrm>
            <a:custGeom>
              <a:avLst/>
              <a:gdLst/>
              <a:ahLst/>
              <a:cxnLst/>
              <a:rect l="l" t="t" r="r" b="b"/>
              <a:pathLst>
                <a:path w="7531" h="11689" extrusionOk="0">
                  <a:moveTo>
                    <a:pt x="6491" y="662"/>
                  </a:moveTo>
                  <a:cubicBezTo>
                    <a:pt x="6711" y="662"/>
                    <a:pt x="6869" y="820"/>
                    <a:pt x="6869" y="1009"/>
                  </a:cubicBezTo>
                  <a:lnTo>
                    <a:pt x="6869" y="7908"/>
                  </a:lnTo>
                  <a:cubicBezTo>
                    <a:pt x="6869" y="8097"/>
                    <a:pt x="6711" y="8255"/>
                    <a:pt x="6491" y="8255"/>
                  </a:cubicBezTo>
                  <a:lnTo>
                    <a:pt x="1040" y="8255"/>
                  </a:lnTo>
                  <a:cubicBezTo>
                    <a:pt x="851" y="8255"/>
                    <a:pt x="694" y="8097"/>
                    <a:pt x="694" y="7908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4821" y="8948"/>
                  </a:moveTo>
                  <a:lnTo>
                    <a:pt x="4821" y="10996"/>
                  </a:lnTo>
                  <a:lnTo>
                    <a:pt x="2773" y="10996"/>
                  </a:lnTo>
                  <a:lnTo>
                    <a:pt x="2773" y="8948"/>
                  </a:ln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7908"/>
                  </a:lnTo>
                  <a:cubicBezTo>
                    <a:pt x="1" y="8475"/>
                    <a:pt x="473" y="8917"/>
                    <a:pt x="1040" y="8917"/>
                  </a:cubicBezTo>
                  <a:lnTo>
                    <a:pt x="2049" y="8917"/>
                  </a:lnTo>
                  <a:lnTo>
                    <a:pt x="2049" y="10964"/>
                  </a:lnTo>
                  <a:lnTo>
                    <a:pt x="1040" y="10964"/>
                  </a:lnTo>
                  <a:cubicBezTo>
                    <a:pt x="851" y="10964"/>
                    <a:pt x="694" y="11122"/>
                    <a:pt x="694" y="11342"/>
                  </a:cubicBezTo>
                  <a:cubicBezTo>
                    <a:pt x="694" y="11531"/>
                    <a:pt x="851" y="11689"/>
                    <a:pt x="1040" y="11689"/>
                  </a:cubicBezTo>
                  <a:lnTo>
                    <a:pt x="6491" y="11689"/>
                  </a:lnTo>
                  <a:cubicBezTo>
                    <a:pt x="6711" y="11689"/>
                    <a:pt x="6869" y="11531"/>
                    <a:pt x="6869" y="11342"/>
                  </a:cubicBezTo>
                  <a:cubicBezTo>
                    <a:pt x="6869" y="11122"/>
                    <a:pt x="6711" y="10964"/>
                    <a:pt x="6491" y="10964"/>
                  </a:cubicBezTo>
                  <a:lnTo>
                    <a:pt x="5483" y="10964"/>
                  </a:lnTo>
                  <a:lnTo>
                    <a:pt x="5483" y="8917"/>
                  </a:lnTo>
                  <a:lnTo>
                    <a:pt x="6491" y="8917"/>
                  </a:lnTo>
                  <a:cubicBezTo>
                    <a:pt x="7058" y="8917"/>
                    <a:pt x="7531" y="8475"/>
                    <a:pt x="7531" y="7908"/>
                  </a:cubicBezTo>
                  <a:lnTo>
                    <a:pt x="7531" y="1009"/>
                  </a:lnTo>
                  <a:cubicBezTo>
                    <a:pt x="7531" y="442"/>
                    <a:pt x="7089" y="1"/>
                    <a:pt x="6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9" name="Google Shape;13979;p143"/>
            <p:cNvSpPr/>
            <p:nvPr/>
          </p:nvSpPr>
          <p:spPr>
            <a:xfrm>
              <a:off x="-3411725" y="2799375"/>
              <a:ext cx="124450" cy="86100"/>
            </a:xfrm>
            <a:custGeom>
              <a:avLst/>
              <a:gdLst/>
              <a:ahLst/>
              <a:cxnLst/>
              <a:rect l="l" t="t" r="r" b="b"/>
              <a:pathLst>
                <a:path w="4978" h="3444" extrusionOk="0">
                  <a:moveTo>
                    <a:pt x="1859" y="1144"/>
                  </a:moveTo>
                  <a:lnTo>
                    <a:pt x="2678" y="2750"/>
                  </a:lnTo>
                  <a:lnTo>
                    <a:pt x="1040" y="2750"/>
                  </a:lnTo>
                  <a:lnTo>
                    <a:pt x="1859" y="1144"/>
                  </a:lnTo>
                  <a:close/>
                  <a:moveTo>
                    <a:pt x="3151" y="1049"/>
                  </a:moveTo>
                  <a:lnTo>
                    <a:pt x="4033" y="2782"/>
                  </a:lnTo>
                  <a:lnTo>
                    <a:pt x="3403" y="2782"/>
                  </a:lnTo>
                  <a:lnTo>
                    <a:pt x="3403" y="2750"/>
                  </a:lnTo>
                  <a:lnTo>
                    <a:pt x="2804" y="1553"/>
                  </a:lnTo>
                  <a:lnTo>
                    <a:pt x="3151" y="1049"/>
                  </a:lnTo>
                  <a:close/>
                  <a:moveTo>
                    <a:pt x="3213" y="1"/>
                  </a:moveTo>
                  <a:cubicBezTo>
                    <a:pt x="3110" y="1"/>
                    <a:pt x="3003" y="48"/>
                    <a:pt x="2930" y="135"/>
                  </a:cubicBezTo>
                  <a:lnTo>
                    <a:pt x="2457" y="829"/>
                  </a:lnTo>
                  <a:lnTo>
                    <a:pt x="2142" y="198"/>
                  </a:lnTo>
                  <a:cubicBezTo>
                    <a:pt x="2079" y="72"/>
                    <a:pt x="1961" y="9"/>
                    <a:pt x="1839" y="9"/>
                  </a:cubicBezTo>
                  <a:cubicBezTo>
                    <a:pt x="1717" y="9"/>
                    <a:pt x="1591" y="72"/>
                    <a:pt x="1512" y="198"/>
                  </a:cubicBezTo>
                  <a:lnTo>
                    <a:pt x="126" y="2939"/>
                  </a:lnTo>
                  <a:cubicBezTo>
                    <a:pt x="0" y="3191"/>
                    <a:pt x="158" y="3443"/>
                    <a:pt x="441" y="3443"/>
                  </a:cubicBezTo>
                  <a:lnTo>
                    <a:pt x="4537" y="3443"/>
                  </a:lnTo>
                  <a:cubicBezTo>
                    <a:pt x="4757" y="3443"/>
                    <a:pt x="4978" y="3191"/>
                    <a:pt x="4852" y="2939"/>
                  </a:cubicBezTo>
                  <a:lnTo>
                    <a:pt x="3497" y="198"/>
                  </a:lnTo>
                  <a:cubicBezTo>
                    <a:pt x="3446" y="63"/>
                    <a:pt x="3332" y="1"/>
                    <a:pt x="32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0" name="Google Shape;13980;p143"/>
            <p:cNvSpPr/>
            <p:nvPr/>
          </p:nvSpPr>
          <p:spPr>
            <a:xfrm>
              <a:off x="-3392825" y="2903575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1" name="Google Shape;13981;p143"/>
            <p:cNvSpPr/>
            <p:nvPr/>
          </p:nvSpPr>
          <p:spPr>
            <a:xfrm>
              <a:off x="-3392825" y="2938225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82" name="Google Shape;13982;p143"/>
          <p:cNvGrpSpPr/>
          <p:nvPr/>
        </p:nvGrpSpPr>
        <p:grpSpPr>
          <a:xfrm>
            <a:off x="844114" y="3230934"/>
            <a:ext cx="371887" cy="423069"/>
            <a:chOff x="-1684475" y="2049000"/>
            <a:chExt cx="257575" cy="293025"/>
          </a:xfrm>
        </p:grpSpPr>
        <p:sp>
          <p:nvSpPr>
            <p:cNvPr id="13983" name="Google Shape;13983;p143"/>
            <p:cNvSpPr/>
            <p:nvPr/>
          </p:nvSpPr>
          <p:spPr>
            <a:xfrm>
              <a:off x="-1684475" y="2049000"/>
              <a:ext cx="257575" cy="293025"/>
            </a:xfrm>
            <a:custGeom>
              <a:avLst/>
              <a:gdLst/>
              <a:ahLst/>
              <a:cxnLst/>
              <a:rect l="l" t="t" r="r" b="b"/>
              <a:pathLst>
                <a:path w="10303" h="11721" extrusionOk="0">
                  <a:moveTo>
                    <a:pt x="1355" y="693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693"/>
                  </a:lnTo>
                  <a:close/>
                  <a:moveTo>
                    <a:pt x="9546" y="693"/>
                  </a:moveTo>
                  <a:lnTo>
                    <a:pt x="9546" y="1387"/>
                  </a:lnTo>
                  <a:lnTo>
                    <a:pt x="8885" y="1387"/>
                  </a:lnTo>
                  <a:lnTo>
                    <a:pt x="8885" y="693"/>
                  </a:lnTo>
                  <a:close/>
                  <a:moveTo>
                    <a:pt x="8223" y="1387"/>
                  </a:moveTo>
                  <a:lnTo>
                    <a:pt x="8223" y="1733"/>
                  </a:lnTo>
                  <a:cubicBezTo>
                    <a:pt x="8223" y="1922"/>
                    <a:pt x="8381" y="2080"/>
                    <a:pt x="8570" y="2080"/>
                  </a:cubicBezTo>
                  <a:lnTo>
                    <a:pt x="8916" y="2080"/>
                  </a:lnTo>
                  <a:lnTo>
                    <a:pt x="8916" y="9641"/>
                  </a:lnTo>
                  <a:lnTo>
                    <a:pt x="8538" y="9641"/>
                  </a:lnTo>
                  <a:cubicBezTo>
                    <a:pt x="8349" y="9641"/>
                    <a:pt x="8192" y="9798"/>
                    <a:pt x="8192" y="9987"/>
                  </a:cubicBezTo>
                  <a:lnTo>
                    <a:pt x="8192" y="10365"/>
                  </a:lnTo>
                  <a:lnTo>
                    <a:pt x="2080" y="10365"/>
                  </a:lnTo>
                  <a:lnTo>
                    <a:pt x="2080" y="9987"/>
                  </a:lnTo>
                  <a:cubicBezTo>
                    <a:pt x="2080" y="9798"/>
                    <a:pt x="1922" y="9641"/>
                    <a:pt x="1733" y="9641"/>
                  </a:cubicBezTo>
                  <a:lnTo>
                    <a:pt x="1355" y="9641"/>
                  </a:lnTo>
                  <a:lnTo>
                    <a:pt x="1355" y="2080"/>
                  </a:lnTo>
                  <a:lnTo>
                    <a:pt x="1733" y="2080"/>
                  </a:lnTo>
                  <a:cubicBezTo>
                    <a:pt x="1922" y="2080"/>
                    <a:pt x="2080" y="1922"/>
                    <a:pt x="2080" y="1733"/>
                  </a:cubicBezTo>
                  <a:lnTo>
                    <a:pt x="2080" y="1387"/>
                  </a:lnTo>
                  <a:close/>
                  <a:moveTo>
                    <a:pt x="1355" y="10365"/>
                  </a:moveTo>
                  <a:lnTo>
                    <a:pt x="1355" y="11027"/>
                  </a:lnTo>
                  <a:lnTo>
                    <a:pt x="694" y="11027"/>
                  </a:lnTo>
                  <a:lnTo>
                    <a:pt x="694" y="10365"/>
                  </a:lnTo>
                  <a:close/>
                  <a:moveTo>
                    <a:pt x="9609" y="10365"/>
                  </a:moveTo>
                  <a:lnTo>
                    <a:pt x="9609" y="11027"/>
                  </a:lnTo>
                  <a:lnTo>
                    <a:pt x="8916" y="11027"/>
                  </a:lnTo>
                  <a:lnTo>
                    <a:pt x="8916" y="1036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694" y="2080"/>
                  </a:lnTo>
                  <a:lnTo>
                    <a:pt x="694" y="9641"/>
                  </a:lnTo>
                  <a:lnTo>
                    <a:pt x="347" y="9641"/>
                  </a:lnTo>
                  <a:cubicBezTo>
                    <a:pt x="158" y="9641"/>
                    <a:pt x="0" y="9798"/>
                    <a:pt x="0" y="9987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47" y="11720"/>
                  </a:cubicBezTo>
                  <a:lnTo>
                    <a:pt x="1733" y="11720"/>
                  </a:lnTo>
                  <a:cubicBezTo>
                    <a:pt x="1922" y="11720"/>
                    <a:pt x="2080" y="11563"/>
                    <a:pt x="2080" y="11374"/>
                  </a:cubicBezTo>
                  <a:lnTo>
                    <a:pt x="2080" y="11027"/>
                  </a:lnTo>
                  <a:lnTo>
                    <a:pt x="8223" y="11027"/>
                  </a:lnTo>
                  <a:lnTo>
                    <a:pt x="8223" y="11374"/>
                  </a:lnTo>
                  <a:cubicBezTo>
                    <a:pt x="8223" y="11563"/>
                    <a:pt x="8381" y="11720"/>
                    <a:pt x="8570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74"/>
                  </a:cubicBezTo>
                  <a:lnTo>
                    <a:pt x="10303" y="9987"/>
                  </a:lnTo>
                  <a:cubicBezTo>
                    <a:pt x="10303" y="9798"/>
                    <a:pt x="10145" y="9641"/>
                    <a:pt x="9956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24" y="2080"/>
                  </a:lnTo>
                  <a:cubicBezTo>
                    <a:pt x="10113" y="2080"/>
                    <a:pt x="10271" y="1922"/>
                    <a:pt x="10271" y="1733"/>
                  </a:cubicBezTo>
                  <a:lnTo>
                    <a:pt x="10271" y="347"/>
                  </a:lnTo>
                  <a:cubicBezTo>
                    <a:pt x="10271" y="158"/>
                    <a:pt x="10113" y="0"/>
                    <a:pt x="9924" y="0"/>
                  </a:cubicBezTo>
                  <a:lnTo>
                    <a:pt x="8538" y="0"/>
                  </a:lnTo>
                  <a:cubicBezTo>
                    <a:pt x="8349" y="0"/>
                    <a:pt x="8192" y="158"/>
                    <a:pt x="8192" y="347"/>
                  </a:cubicBezTo>
                  <a:lnTo>
                    <a:pt x="8192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4" name="Google Shape;13984;p143"/>
            <p:cNvSpPr/>
            <p:nvPr/>
          </p:nvSpPr>
          <p:spPr>
            <a:xfrm>
              <a:off x="-1615950" y="223880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4443" y="726"/>
                  </a:lnTo>
                  <a:cubicBezTo>
                    <a:pt x="4663" y="726"/>
                    <a:pt x="4821" y="568"/>
                    <a:pt x="4821" y="348"/>
                  </a:cubicBezTo>
                  <a:cubicBezTo>
                    <a:pt x="4821" y="159"/>
                    <a:pt x="4663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5" name="Google Shape;13985;p143"/>
            <p:cNvSpPr/>
            <p:nvPr/>
          </p:nvSpPr>
          <p:spPr>
            <a:xfrm>
              <a:off x="-1615950" y="2273475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63" y="693"/>
                    <a:pt x="4821" y="536"/>
                    <a:pt x="4821" y="347"/>
                  </a:cubicBezTo>
                  <a:cubicBezTo>
                    <a:pt x="4821" y="158"/>
                    <a:pt x="4663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6" name="Google Shape;13986;p143"/>
            <p:cNvSpPr/>
            <p:nvPr/>
          </p:nvSpPr>
          <p:spPr>
            <a:xfrm>
              <a:off x="-1630925" y="2100975"/>
              <a:ext cx="153625" cy="116600"/>
            </a:xfrm>
            <a:custGeom>
              <a:avLst/>
              <a:gdLst/>
              <a:ahLst/>
              <a:cxnLst/>
              <a:rect l="l" t="t" r="r" b="b"/>
              <a:pathLst>
                <a:path w="6145" h="4664" extrusionOk="0">
                  <a:moveTo>
                    <a:pt x="4695" y="662"/>
                  </a:moveTo>
                  <a:lnTo>
                    <a:pt x="2994" y="1985"/>
                  </a:lnTo>
                  <a:lnTo>
                    <a:pt x="1261" y="662"/>
                  </a:lnTo>
                  <a:close/>
                  <a:moveTo>
                    <a:pt x="599" y="1040"/>
                  </a:moveTo>
                  <a:lnTo>
                    <a:pt x="2427" y="2395"/>
                  </a:lnTo>
                  <a:lnTo>
                    <a:pt x="599" y="3781"/>
                  </a:lnTo>
                  <a:lnTo>
                    <a:pt x="599" y="1040"/>
                  </a:lnTo>
                  <a:close/>
                  <a:moveTo>
                    <a:pt x="5357" y="1040"/>
                  </a:moveTo>
                  <a:lnTo>
                    <a:pt x="5357" y="3781"/>
                  </a:lnTo>
                  <a:lnTo>
                    <a:pt x="3561" y="2395"/>
                  </a:lnTo>
                  <a:lnTo>
                    <a:pt x="5357" y="1040"/>
                  </a:lnTo>
                  <a:close/>
                  <a:moveTo>
                    <a:pt x="2994" y="2836"/>
                  </a:moveTo>
                  <a:lnTo>
                    <a:pt x="4695" y="4128"/>
                  </a:lnTo>
                  <a:lnTo>
                    <a:pt x="1292" y="4128"/>
                  </a:lnTo>
                  <a:lnTo>
                    <a:pt x="2994" y="2836"/>
                  </a:lnTo>
                  <a:close/>
                  <a:moveTo>
                    <a:pt x="316" y="1"/>
                  </a:moveTo>
                  <a:cubicBezTo>
                    <a:pt x="158" y="1"/>
                    <a:pt x="1" y="127"/>
                    <a:pt x="1" y="284"/>
                  </a:cubicBezTo>
                  <a:lnTo>
                    <a:pt x="1" y="4380"/>
                  </a:lnTo>
                  <a:cubicBezTo>
                    <a:pt x="64" y="4506"/>
                    <a:pt x="127" y="4600"/>
                    <a:pt x="253" y="4663"/>
                  </a:cubicBezTo>
                  <a:lnTo>
                    <a:pt x="5798" y="4663"/>
                  </a:lnTo>
                  <a:cubicBezTo>
                    <a:pt x="5955" y="4663"/>
                    <a:pt x="6113" y="4537"/>
                    <a:pt x="6144" y="4317"/>
                  </a:cubicBezTo>
                  <a:lnTo>
                    <a:pt x="6081" y="316"/>
                  </a:lnTo>
                  <a:cubicBezTo>
                    <a:pt x="6081" y="158"/>
                    <a:pt x="5955" y="32"/>
                    <a:pt x="57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87" name="Google Shape;13987;p143"/>
          <p:cNvSpPr/>
          <p:nvPr/>
        </p:nvSpPr>
        <p:spPr>
          <a:xfrm>
            <a:off x="2472295" y="3231775"/>
            <a:ext cx="440106" cy="421373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88" name="Google Shape;13988;p143"/>
          <p:cNvGrpSpPr/>
          <p:nvPr/>
        </p:nvGrpSpPr>
        <p:grpSpPr>
          <a:xfrm>
            <a:off x="4134007" y="3231514"/>
            <a:ext cx="420796" cy="421914"/>
            <a:chOff x="-1700225" y="2768875"/>
            <a:chExt cx="291450" cy="292225"/>
          </a:xfrm>
        </p:grpSpPr>
        <p:sp>
          <p:nvSpPr>
            <p:cNvPr id="13989" name="Google Shape;13989;p143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0" name="Google Shape;13990;p143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1" name="Google Shape;13991;p143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2" name="Google Shape;13992;p143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3" name="Google Shape;13993;p143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4" name="Google Shape;13994;p143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5" name="Google Shape;13995;p143"/>
          <p:cNvGrpSpPr/>
          <p:nvPr/>
        </p:nvGrpSpPr>
        <p:grpSpPr>
          <a:xfrm>
            <a:off x="3602355" y="3230935"/>
            <a:ext cx="371887" cy="423069"/>
            <a:chOff x="-919700" y="2420750"/>
            <a:chExt cx="257575" cy="293025"/>
          </a:xfrm>
        </p:grpSpPr>
        <p:sp>
          <p:nvSpPr>
            <p:cNvPr id="13996" name="Google Shape;13996;p143"/>
            <p:cNvSpPr/>
            <p:nvPr/>
          </p:nvSpPr>
          <p:spPr>
            <a:xfrm>
              <a:off x="-884250" y="2490850"/>
              <a:ext cx="84300" cy="51225"/>
            </a:xfrm>
            <a:custGeom>
              <a:avLst/>
              <a:gdLst/>
              <a:ahLst/>
              <a:cxnLst/>
              <a:rect l="l" t="t" r="r" b="b"/>
              <a:pathLst>
                <a:path w="3372" h="2049" extrusionOk="0">
                  <a:moveTo>
                    <a:pt x="977" y="631"/>
                  </a:moveTo>
                  <a:cubicBezTo>
                    <a:pt x="1166" y="631"/>
                    <a:pt x="1324" y="788"/>
                    <a:pt x="1324" y="977"/>
                  </a:cubicBezTo>
                  <a:cubicBezTo>
                    <a:pt x="1324" y="1198"/>
                    <a:pt x="1166" y="1355"/>
                    <a:pt x="977" y="1355"/>
                  </a:cubicBezTo>
                  <a:cubicBezTo>
                    <a:pt x="788" y="1355"/>
                    <a:pt x="631" y="1198"/>
                    <a:pt x="631" y="977"/>
                  </a:cubicBezTo>
                  <a:cubicBezTo>
                    <a:pt x="631" y="788"/>
                    <a:pt x="788" y="631"/>
                    <a:pt x="977" y="631"/>
                  </a:cubicBezTo>
                  <a:close/>
                  <a:moveTo>
                    <a:pt x="2363" y="631"/>
                  </a:moveTo>
                  <a:cubicBezTo>
                    <a:pt x="2552" y="631"/>
                    <a:pt x="2710" y="788"/>
                    <a:pt x="2710" y="977"/>
                  </a:cubicBezTo>
                  <a:cubicBezTo>
                    <a:pt x="2710" y="1198"/>
                    <a:pt x="2552" y="1355"/>
                    <a:pt x="2363" y="1355"/>
                  </a:cubicBezTo>
                  <a:cubicBezTo>
                    <a:pt x="2174" y="1355"/>
                    <a:pt x="2017" y="1198"/>
                    <a:pt x="2017" y="977"/>
                  </a:cubicBezTo>
                  <a:cubicBezTo>
                    <a:pt x="2017" y="788"/>
                    <a:pt x="2174" y="631"/>
                    <a:pt x="2363" y="631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292" y="2048"/>
                    <a:pt x="1544" y="1922"/>
                    <a:pt x="1702" y="1765"/>
                  </a:cubicBezTo>
                  <a:cubicBezTo>
                    <a:pt x="1891" y="1922"/>
                    <a:pt x="2111" y="2048"/>
                    <a:pt x="2363" y="2048"/>
                  </a:cubicBezTo>
                  <a:cubicBezTo>
                    <a:pt x="2899" y="2048"/>
                    <a:pt x="3371" y="1576"/>
                    <a:pt x="3371" y="1040"/>
                  </a:cubicBezTo>
                  <a:cubicBezTo>
                    <a:pt x="3371" y="442"/>
                    <a:pt x="2899" y="1"/>
                    <a:pt x="2363" y="1"/>
                  </a:cubicBezTo>
                  <a:cubicBezTo>
                    <a:pt x="2080" y="1"/>
                    <a:pt x="1859" y="127"/>
                    <a:pt x="1702" y="284"/>
                  </a:cubicBezTo>
                  <a:cubicBezTo>
                    <a:pt x="1481" y="127"/>
                    <a:pt x="1261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7" name="Google Shape;13997;p143"/>
            <p:cNvSpPr/>
            <p:nvPr/>
          </p:nvSpPr>
          <p:spPr>
            <a:xfrm>
              <a:off x="-919700" y="2420750"/>
              <a:ext cx="257575" cy="293025"/>
            </a:xfrm>
            <a:custGeom>
              <a:avLst/>
              <a:gdLst/>
              <a:ahLst/>
              <a:cxnLst/>
              <a:rect l="l" t="t" r="r" b="b"/>
              <a:pathLst>
                <a:path w="10303" h="11721" extrusionOk="0">
                  <a:moveTo>
                    <a:pt x="7152" y="694"/>
                  </a:moveTo>
                  <a:cubicBezTo>
                    <a:pt x="7373" y="694"/>
                    <a:pt x="7530" y="851"/>
                    <a:pt x="7530" y="1040"/>
                  </a:cubicBezTo>
                  <a:lnTo>
                    <a:pt x="7530" y="1418"/>
                  </a:lnTo>
                  <a:lnTo>
                    <a:pt x="662" y="1418"/>
                  </a:lnTo>
                  <a:lnTo>
                    <a:pt x="662" y="1040"/>
                  </a:lnTo>
                  <a:cubicBezTo>
                    <a:pt x="694" y="851"/>
                    <a:pt x="851" y="694"/>
                    <a:pt x="1009" y="694"/>
                  </a:cubicBezTo>
                  <a:close/>
                  <a:moveTo>
                    <a:pt x="7562" y="2111"/>
                  </a:moveTo>
                  <a:lnTo>
                    <a:pt x="7562" y="3403"/>
                  </a:lnTo>
                  <a:lnTo>
                    <a:pt x="7247" y="3088"/>
                  </a:lnTo>
                  <a:cubicBezTo>
                    <a:pt x="7042" y="2883"/>
                    <a:pt x="6784" y="2792"/>
                    <a:pt x="6528" y="2792"/>
                  </a:cubicBezTo>
                  <a:cubicBezTo>
                    <a:pt x="5999" y="2792"/>
                    <a:pt x="5483" y="3186"/>
                    <a:pt x="5483" y="3781"/>
                  </a:cubicBezTo>
                  <a:cubicBezTo>
                    <a:pt x="5483" y="4065"/>
                    <a:pt x="5577" y="4348"/>
                    <a:pt x="5798" y="4506"/>
                  </a:cubicBezTo>
                  <a:lnTo>
                    <a:pt x="6774" y="5482"/>
                  </a:lnTo>
                  <a:lnTo>
                    <a:pt x="1009" y="5482"/>
                  </a:lnTo>
                  <a:cubicBezTo>
                    <a:pt x="995" y="5485"/>
                    <a:pt x="982" y="5486"/>
                    <a:pt x="968" y="5486"/>
                  </a:cubicBezTo>
                  <a:cubicBezTo>
                    <a:pt x="825" y="5486"/>
                    <a:pt x="694" y="5340"/>
                    <a:pt x="694" y="5167"/>
                  </a:cubicBezTo>
                  <a:lnTo>
                    <a:pt x="694" y="2111"/>
                  </a:lnTo>
                  <a:close/>
                  <a:moveTo>
                    <a:pt x="8160" y="2584"/>
                  </a:moveTo>
                  <a:lnTo>
                    <a:pt x="9200" y="3624"/>
                  </a:lnTo>
                  <a:cubicBezTo>
                    <a:pt x="9421" y="3844"/>
                    <a:pt x="9515" y="4065"/>
                    <a:pt x="9515" y="4348"/>
                  </a:cubicBezTo>
                  <a:lnTo>
                    <a:pt x="9515" y="6900"/>
                  </a:lnTo>
                  <a:cubicBezTo>
                    <a:pt x="9515" y="7373"/>
                    <a:pt x="9358" y="7845"/>
                    <a:pt x="9043" y="8192"/>
                  </a:cubicBezTo>
                  <a:lnTo>
                    <a:pt x="5955" y="8192"/>
                  </a:lnTo>
                  <a:cubicBezTo>
                    <a:pt x="5640" y="7845"/>
                    <a:pt x="5483" y="7373"/>
                    <a:pt x="5483" y="6900"/>
                  </a:cubicBezTo>
                  <a:lnTo>
                    <a:pt x="5483" y="6144"/>
                  </a:lnTo>
                  <a:lnTo>
                    <a:pt x="6837" y="6144"/>
                  </a:lnTo>
                  <a:lnTo>
                    <a:pt x="6837" y="6207"/>
                  </a:lnTo>
                  <a:cubicBezTo>
                    <a:pt x="6837" y="6585"/>
                    <a:pt x="6900" y="6932"/>
                    <a:pt x="7089" y="7373"/>
                  </a:cubicBezTo>
                  <a:cubicBezTo>
                    <a:pt x="7135" y="7487"/>
                    <a:pt x="7263" y="7568"/>
                    <a:pt x="7403" y="7568"/>
                  </a:cubicBezTo>
                  <a:cubicBezTo>
                    <a:pt x="7455" y="7568"/>
                    <a:pt x="7510" y="7556"/>
                    <a:pt x="7562" y="7530"/>
                  </a:cubicBezTo>
                  <a:cubicBezTo>
                    <a:pt x="7719" y="7467"/>
                    <a:pt x="7782" y="7247"/>
                    <a:pt x="7719" y="7058"/>
                  </a:cubicBezTo>
                  <a:cubicBezTo>
                    <a:pt x="7593" y="6774"/>
                    <a:pt x="7530" y="6522"/>
                    <a:pt x="7530" y="6239"/>
                  </a:cubicBezTo>
                  <a:lnTo>
                    <a:pt x="7530" y="5451"/>
                  </a:lnTo>
                  <a:cubicBezTo>
                    <a:pt x="7530" y="5356"/>
                    <a:pt x="7467" y="5262"/>
                    <a:pt x="7404" y="5199"/>
                  </a:cubicBezTo>
                  <a:lnTo>
                    <a:pt x="6207" y="4033"/>
                  </a:lnTo>
                  <a:cubicBezTo>
                    <a:pt x="6018" y="3844"/>
                    <a:pt x="6144" y="3435"/>
                    <a:pt x="6459" y="3435"/>
                  </a:cubicBezTo>
                  <a:cubicBezTo>
                    <a:pt x="6522" y="3435"/>
                    <a:pt x="6648" y="3466"/>
                    <a:pt x="6680" y="3561"/>
                  </a:cubicBezTo>
                  <a:lnTo>
                    <a:pt x="8255" y="5136"/>
                  </a:lnTo>
                  <a:cubicBezTo>
                    <a:pt x="8318" y="5199"/>
                    <a:pt x="8413" y="5230"/>
                    <a:pt x="8503" y="5230"/>
                  </a:cubicBezTo>
                  <a:cubicBezTo>
                    <a:pt x="8594" y="5230"/>
                    <a:pt x="8680" y="5199"/>
                    <a:pt x="8728" y="5136"/>
                  </a:cubicBezTo>
                  <a:cubicBezTo>
                    <a:pt x="8854" y="5010"/>
                    <a:pt x="8854" y="4789"/>
                    <a:pt x="8728" y="4663"/>
                  </a:cubicBezTo>
                  <a:lnTo>
                    <a:pt x="8160" y="4065"/>
                  </a:lnTo>
                  <a:lnTo>
                    <a:pt x="8160" y="2584"/>
                  </a:lnTo>
                  <a:close/>
                  <a:moveTo>
                    <a:pt x="9295" y="8948"/>
                  </a:moveTo>
                  <a:cubicBezTo>
                    <a:pt x="9484" y="8948"/>
                    <a:pt x="9641" y="9105"/>
                    <a:pt x="9641" y="9295"/>
                  </a:cubicBezTo>
                  <a:lnTo>
                    <a:pt x="9641" y="10996"/>
                  </a:lnTo>
                  <a:lnTo>
                    <a:pt x="5514" y="10996"/>
                  </a:lnTo>
                  <a:lnTo>
                    <a:pt x="5514" y="9295"/>
                  </a:lnTo>
                  <a:cubicBezTo>
                    <a:pt x="5514" y="9105"/>
                    <a:pt x="5672" y="8948"/>
                    <a:pt x="5861" y="8948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5167"/>
                  </a:lnTo>
                  <a:cubicBezTo>
                    <a:pt x="1" y="5734"/>
                    <a:pt x="473" y="6207"/>
                    <a:pt x="1009" y="6207"/>
                  </a:cubicBezTo>
                  <a:lnTo>
                    <a:pt x="4789" y="6207"/>
                  </a:lnTo>
                  <a:lnTo>
                    <a:pt x="4789" y="6932"/>
                  </a:lnTo>
                  <a:cubicBezTo>
                    <a:pt x="4789" y="7499"/>
                    <a:pt x="4947" y="8003"/>
                    <a:pt x="5231" y="8444"/>
                  </a:cubicBezTo>
                  <a:cubicBezTo>
                    <a:pt x="4947" y="8633"/>
                    <a:pt x="4789" y="8948"/>
                    <a:pt x="4789" y="9295"/>
                  </a:cubicBezTo>
                  <a:lnTo>
                    <a:pt x="4789" y="11342"/>
                  </a:lnTo>
                  <a:cubicBezTo>
                    <a:pt x="4789" y="11563"/>
                    <a:pt x="4947" y="11720"/>
                    <a:pt x="5168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42"/>
                  </a:cubicBezTo>
                  <a:lnTo>
                    <a:pt x="10303" y="9295"/>
                  </a:lnTo>
                  <a:cubicBezTo>
                    <a:pt x="10303" y="8948"/>
                    <a:pt x="10114" y="8633"/>
                    <a:pt x="9893" y="8444"/>
                  </a:cubicBezTo>
                  <a:cubicBezTo>
                    <a:pt x="10177" y="8003"/>
                    <a:pt x="10303" y="7499"/>
                    <a:pt x="10303" y="6932"/>
                  </a:cubicBezTo>
                  <a:lnTo>
                    <a:pt x="10303" y="4380"/>
                  </a:lnTo>
                  <a:lnTo>
                    <a:pt x="10271" y="4380"/>
                  </a:lnTo>
                  <a:cubicBezTo>
                    <a:pt x="10271" y="3907"/>
                    <a:pt x="10082" y="3466"/>
                    <a:pt x="9767" y="3151"/>
                  </a:cubicBezTo>
                  <a:lnTo>
                    <a:pt x="8224" y="1639"/>
                  </a:lnTo>
                  <a:lnTo>
                    <a:pt x="8224" y="1040"/>
                  </a:lnTo>
                  <a:cubicBezTo>
                    <a:pt x="8224" y="473"/>
                    <a:pt x="7751" y="1"/>
                    <a:pt x="72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8" name="Google Shape;13998;p143"/>
            <p:cNvSpPr/>
            <p:nvPr/>
          </p:nvSpPr>
          <p:spPr>
            <a:xfrm>
              <a:off x="-766100" y="266097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725" y="568"/>
                    <a:pt x="725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9" name="Google Shape;13999;p143"/>
          <p:cNvGrpSpPr/>
          <p:nvPr/>
        </p:nvGrpSpPr>
        <p:grpSpPr>
          <a:xfrm>
            <a:off x="1937547" y="1645950"/>
            <a:ext cx="409531" cy="410617"/>
            <a:chOff x="6679825" y="2693700"/>
            <a:chExt cx="257875" cy="258575"/>
          </a:xfrm>
        </p:grpSpPr>
        <p:sp>
          <p:nvSpPr>
            <p:cNvPr id="14000" name="Google Shape;14000;p143"/>
            <p:cNvSpPr/>
            <p:nvPr/>
          </p:nvSpPr>
          <p:spPr>
            <a:xfrm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1" name="Google Shape;14001;p143"/>
            <p:cNvSpPr/>
            <p:nvPr/>
          </p:nvSpPr>
          <p:spPr>
            <a:xfrm flipH="1"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2" name="Google Shape;14002;p143"/>
          <p:cNvGrpSpPr/>
          <p:nvPr/>
        </p:nvGrpSpPr>
        <p:grpSpPr>
          <a:xfrm>
            <a:off x="1927121" y="2142110"/>
            <a:ext cx="420531" cy="417262"/>
            <a:chOff x="6790450" y="3119050"/>
            <a:chExt cx="262750" cy="260675"/>
          </a:xfrm>
        </p:grpSpPr>
        <p:sp>
          <p:nvSpPr>
            <p:cNvPr id="14003" name="Google Shape;14003;p143"/>
            <p:cNvSpPr/>
            <p:nvPr/>
          </p:nvSpPr>
          <p:spPr>
            <a:xfrm>
              <a:off x="6790450" y="3119050"/>
              <a:ext cx="262750" cy="260675"/>
            </a:xfrm>
            <a:custGeom>
              <a:avLst/>
              <a:gdLst/>
              <a:ahLst/>
              <a:cxnLst/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4" name="Google Shape;14004;p143"/>
            <p:cNvSpPr/>
            <p:nvPr/>
          </p:nvSpPr>
          <p:spPr>
            <a:xfrm flipH="1">
              <a:off x="6790450" y="3119050"/>
              <a:ext cx="262750" cy="260675"/>
            </a:xfrm>
            <a:custGeom>
              <a:avLst/>
              <a:gdLst/>
              <a:ahLst/>
              <a:cxnLst/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5" name="Google Shape;14005;p143"/>
          <p:cNvGrpSpPr/>
          <p:nvPr/>
        </p:nvGrpSpPr>
        <p:grpSpPr>
          <a:xfrm>
            <a:off x="6554233" y="3755436"/>
            <a:ext cx="358093" cy="407391"/>
            <a:chOff x="7660859" y="2571753"/>
            <a:chExt cx="366561" cy="417024"/>
          </a:xfrm>
        </p:grpSpPr>
        <p:sp>
          <p:nvSpPr>
            <p:cNvPr id="14006" name="Google Shape;14006;p143"/>
            <p:cNvSpPr/>
            <p:nvPr/>
          </p:nvSpPr>
          <p:spPr>
            <a:xfrm>
              <a:off x="7770506" y="2633631"/>
              <a:ext cx="147259" cy="146633"/>
            </a:xfrm>
            <a:custGeom>
              <a:avLst/>
              <a:gdLst/>
              <a:ahLst/>
              <a:cxnLst/>
              <a:rect l="l" t="t" r="r" b="b"/>
              <a:pathLst>
                <a:path w="7056" h="7026" extrusionOk="0">
                  <a:moveTo>
                    <a:pt x="4114" y="2928"/>
                  </a:moveTo>
                  <a:lnTo>
                    <a:pt x="4114" y="4099"/>
                  </a:lnTo>
                  <a:lnTo>
                    <a:pt x="2943" y="4099"/>
                  </a:lnTo>
                  <a:lnTo>
                    <a:pt x="2943" y="2928"/>
                  </a:lnTo>
                  <a:close/>
                  <a:moveTo>
                    <a:pt x="2354" y="1"/>
                  </a:moveTo>
                  <a:cubicBezTo>
                    <a:pt x="2032" y="1"/>
                    <a:pt x="1771" y="263"/>
                    <a:pt x="1771" y="586"/>
                  </a:cubicBezTo>
                  <a:lnTo>
                    <a:pt x="1771" y="1757"/>
                  </a:lnTo>
                  <a:lnTo>
                    <a:pt x="618" y="1757"/>
                  </a:lnTo>
                  <a:cubicBezTo>
                    <a:pt x="301" y="1757"/>
                    <a:pt x="31" y="1999"/>
                    <a:pt x="17" y="2314"/>
                  </a:cubicBezTo>
                  <a:cubicBezTo>
                    <a:pt x="1" y="2650"/>
                    <a:pt x="268" y="2928"/>
                    <a:pt x="600" y="2928"/>
                  </a:cubicBezTo>
                  <a:lnTo>
                    <a:pt x="1771" y="2928"/>
                  </a:lnTo>
                  <a:lnTo>
                    <a:pt x="1771" y="4099"/>
                  </a:lnTo>
                  <a:lnTo>
                    <a:pt x="618" y="4099"/>
                  </a:lnTo>
                  <a:cubicBezTo>
                    <a:pt x="301" y="4099"/>
                    <a:pt x="31" y="4341"/>
                    <a:pt x="17" y="4656"/>
                  </a:cubicBezTo>
                  <a:cubicBezTo>
                    <a:pt x="1" y="4992"/>
                    <a:pt x="268" y="5270"/>
                    <a:pt x="600" y="5270"/>
                  </a:cubicBezTo>
                  <a:lnTo>
                    <a:pt x="1771" y="5270"/>
                  </a:lnTo>
                  <a:lnTo>
                    <a:pt x="1771" y="6423"/>
                  </a:lnTo>
                  <a:cubicBezTo>
                    <a:pt x="1771" y="6738"/>
                    <a:pt x="2014" y="7011"/>
                    <a:pt x="2329" y="7025"/>
                  </a:cubicBezTo>
                  <a:cubicBezTo>
                    <a:pt x="2338" y="7025"/>
                    <a:pt x="2348" y="7025"/>
                    <a:pt x="2357" y="7025"/>
                  </a:cubicBezTo>
                  <a:cubicBezTo>
                    <a:pt x="2680" y="7025"/>
                    <a:pt x="2943" y="6764"/>
                    <a:pt x="2943" y="6441"/>
                  </a:cubicBezTo>
                  <a:lnTo>
                    <a:pt x="2943" y="5270"/>
                  </a:lnTo>
                  <a:lnTo>
                    <a:pt x="4114" y="5270"/>
                  </a:lnTo>
                  <a:lnTo>
                    <a:pt x="4114" y="6423"/>
                  </a:lnTo>
                  <a:cubicBezTo>
                    <a:pt x="4114" y="6738"/>
                    <a:pt x="4356" y="7011"/>
                    <a:pt x="4671" y="7025"/>
                  </a:cubicBezTo>
                  <a:cubicBezTo>
                    <a:pt x="4680" y="7025"/>
                    <a:pt x="4690" y="7025"/>
                    <a:pt x="4699" y="7025"/>
                  </a:cubicBezTo>
                  <a:cubicBezTo>
                    <a:pt x="5023" y="7025"/>
                    <a:pt x="5285" y="6764"/>
                    <a:pt x="5285" y="6441"/>
                  </a:cubicBezTo>
                  <a:lnTo>
                    <a:pt x="5285" y="5270"/>
                  </a:lnTo>
                  <a:lnTo>
                    <a:pt x="6456" y="5270"/>
                  </a:lnTo>
                  <a:cubicBezTo>
                    <a:pt x="6788" y="5270"/>
                    <a:pt x="7056" y="4992"/>
                    <a:pt x="7040" y="4656"/>
                  </a:cubicBezTo>
                  <a:cubicBezTo>
                    <a:pt x="7025" y="4341"/>
                    <a:pt x="6753" y="4099"/>
                    <a:pt x="6438" y="4099"/>
                  </a:cubicBezTo>
                  <a:lnTo>
                    <a:pt x="5285" y="4099"/>
                  </a:lnTo>
                  <a:lnTo>
                    <a:pt x="5285" y="2928"/>
                  </a:lnTo>
                  <a:lnTo>
                    <a:pt x="6438" y="2928"/>
                  </a:lnTo>
                  <a:cubicBezTo>
                    <a:pt x="6753" y="2928"/>
                    <a:pt x="7025" y="2685"/>
                    <a:pt x="7040" y="2370"/>
                  </a:cubicBezTo>
                  <a:cubicBezTo>
                    <a:pt x="7056" y="2034"/>
                    <a:pt x="6788" y="1757"/>
                    <a:pt x="6456" y="1757"/>
                  </a:cubicBezTo>
                  <a:lnTo>
                    <a:pt x="5285" y="1757"/>
                  </a:lnTo>
                  <a:lnTo>
                    <a:pt x="5285" y="603"/>
                  </a:lnTo>
                  <a:cubicBezTo>
                    <a:pt x="5285" y="287"/>
                    <a:pt x="5042" y="16"/>
                    <a:pt x="4727" y="2"/>
                  </a:cubicBezTo>
                  <a:cubicBezTo>
                    <a:pt x="4717" y="1"/>
                    <a:pt x="4707" y="1"/>
                    <a:pt x="4696" y="1"/>
                  </a:cubicBezTo>
                  <a:cubicBezTo>
                    <a:pt x="4374" y="1"/>
                    <a:pt x="4114" y="263"/>
                    <a:pt x="4114" y="586"/>
                  </a:cubicBezTo>
                  <a:lnTo>
                    <a:pt x="4114" y="1757"/>
                  </a:lnTo>
                  <a:lnTo>
                    <a:pt x="2943" y="1757"/>
                  </a:lnTo>
                  <a:lnTo>
                    <a:pt x="2943" y="603"/>
                  </a:lnTo>
                  <a:cubicBezTo>
                    <a:pt x="2943" y="287"/>
                    <a:pt x="2700" y="16"/>
                    <a:pt x="2385" y="2"/>
                  </a:cubicBezTo>
                  <a:cubicBezTo>
                    <a:pt x="2375" y="1"/>
                    <a:pt x="2364" y="1"/>
                    <a:pt x="23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7" name="Google Shape;14007;p143"/>
            <p:cNvSpPr/>
            <p:nvPr/>
          </p:nvSpPr>
          <p:spPr>
            <a:xfrm>
              <a:off x="7730834" y="2792447"/>
              <a:ext cx="226648" cy="76781"/>
            </a:xfrm>
            <a:custGeom>
              <a:avLst/>
              <a:gdLst/>
              <a:ahLst/>
              <a:cxnLst/>
              <a:rect l="l" t="t" r="r" b="b"/>
              <a:pathLst>
                <a:path w="10860" h="3679" extrusionOk="0">
                  <a:moveTo>
                    <a:pt x="747" y="0"/>
                  </a:moveTo>
                  <a:cubicBezTo>
                    <a:pt x="280" y="0"/>
                    <a:pt x="0" y="520"/>
                    <a:pt x="258" y="910"/>
                  </a:cubicBezTo>
                  <a:cubicBezTo>
                    <a:pt x="1470" y="2730"/>
                    <a:pt x="3430" y="3678"/>
                    <a:pt x="5429" y="3678"/>
                  </a:cubicBezTo>
                  <a:cubicBezTo>
                    <a:pt x="7423" y="3678"/>
                    <a:pt x="9385" y="2733"/>
                    <a:pt x="10600" y="911"/>
                  </a:cubicBezTo>
                  <a:cubicBezTo>
                    <a:pt x="10860" y="523"/>
                    <a:pt x="10578" y="2"/>
                    <a:pt x="10116" y="2"/>
                  </a:cubicBezTo>
                  <a:cubicBezTo>
                    <a:pt x="10115" y="2"/>
                    <a:pt x="10114" y="2"/>
                    <a:pt x="10113" y="2"/>
                  </a:cubicBezTo>
                  <a:cubicBezTo>
                    <a:pt x="9924" y="2"/>
                    <a:pt x="9738" y="92"/>
                    <a:pt x="9625" y="262"/>
                  </a:cubicBezTo>
                  <a:cubicBezTo>
                    <a:pt x="8688" y="1668"/>
                    <a:pt x="7119" y="2507"/>
                    <a:pt x="5429" y="2507"/>
                  </a:cubicBezTo>
                  <a:cubicBezTo>
                    <a:pt x="3740" y="2507"/>
                    <a:pt x="2172" y="1668"/>
                    <a:pt x="1235" y="264"/>
                  </a:cubicBezTo>
                  <a:cubicBezTo>
                    <a:pt x="1125" y="101"/>
                    <a:pt x="943" y="0"/>
                    <a:pt x="7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8" name="Google Shape;14008;p143"/>
            <p:cNvSpPr/>
            <p:nvPr/>
          </p:nvSpPr>
          <p:spPr>
            <a:xfrm>
              <a:off x="7660859" y="2571753"/>
              <a:ext cx="366561" cy="417024"/>
            </a:xfrm>
            <a:custGeom>
              <a:avLst/>
              <a:gdLst/>
              <a:ahLst/>
              <a:cxnLst/>
              <a:rect l="l" t="t" r="r" b="b"/>
              <a:pathLst>
                <a:path w="17564" h="19982" extrusionOk="0">
                  <a:moveTo>
                    <a:pt x="14636" y="1169"/>
                  </a:moveTo>
                  <a:cubicBezTo>
                    <a:pt x="15587" y="1169"/>
                    <a:pt x="16392" y="1992"/>
                    <a:pt x="16392" y="2965"/>
                  </a:cubicBezTo>
                  <a:lnTo>
                    <a:pt x="16392" y="14674"/>
                  </a:lnTo>
                  <a:cubicBezTo>
                    <a:pt x="16392" y="15643"/>
                    <a:pt x="15607" y="16431"/>
                    <a:pt x="14636" y="16431"/>
                  </a:cubicBezTo>
                  <a:lnTo>
                    <a:pt x="11124" y="16431"/>
                  </a:lnTo>
                  <a:cubicBezTo>
                    <a:pt x="10967" y="16431"/>
                    <a:pt x="10816" y="16493"/>
                    <a:pt x="10707" y="16604"/>
                  </a:cubicBezTo>
                  <a:lnTo>
                    <a:pt x="8782" y="18561"/>
                  </a:lnTo>
                  <a:lnTo>
                    <a:pt x="6857" y="16604"/>
                  </a:lnTo>
                  <a:cubicBezTo>
                    <a:pt x="6748" y="16493"/>
                    <a:pt x="6597" y="16431"/>
                    <a:pt x="6440" y="16431"/>
                  </a:cubicBezTo>
                  <a:lnTo>
                    <a:pt x="2928" y="16431"/>
                  </a:lnTo>
                  <a:cubicBezTo>
                    <a:pt x="1959" y="16431"/>
                    <a:pt x="1172" y="15643"/>
                    <a:pt x="1172" y="14674"/>
                  </a:cubicBezTo>
                  <a:lnTo>
                    <a:pt x="1172" y="2965"/>
                  </a:lnTo>
                  <a:cubicBezTo>
                    <a:pt x="1172" y="1992"/>
                    <a:pt x="1977" y="1169"/>
                    <a:pt x="2928" y="1169"/>
                  </a:cubicBezTo>
                  <a:close/>
                  <a:moveTo>
                    <a:pt x="2928" y="0"/>
                  </a:moveTo>
                  <a:cubicBezTo>
                    <a:pt x="1310" y="0"/>
                    <a:pt x="1" y="1346"/>
                    <a:pt x="1" y="2965"/>
                  </a:cubicBezTo>
                  <a:lnTo>
                    <a:pt x="1" y="14674"/>
                  </a:lnTo>
                  <a:cubicBezTo>
                    <a:pt x="1" y="16291"/>
                    <a:pt x="1312" y="17600"/>
                    <a:pt x="2928" y="17600"/>
                  </a:cubicBezTo>
                  <a:lnTo>
                    <a:pt x="6196" y="17600"/>
                  </a:lnTo>
                  <a:lnTo>
                    <a:pt x="8365" y="19806"/>
                  </a:lnTo>
                  <a:cubicBezTo>
                    <a:pt x="8474" y="19919"/>
                    <a:pt x="8625" y="19981"/>
                    <a:pt x="8782" y="19981"/>
                  </a:cubicBezTo>
                  <a:cubicBezTo>
                    <a:pt x="8940" y="19981"/>
                    <a:pt x="9090" y="19919"/>
                    <a:pt x="9200" y="19806"/>
                  </a:cubicBezTo>
                  <a:lnTo>
                    <a:pt x="11370" y="17600"/>
                  </a:lnTo>
                  <a:lnTo>
                    <a:pt x="14636" y="17600"/>
                  </a:lnTo>
                  <a:cubicBezTo>
                    <a:pt x="16251" y="17600"/>
                    <a:pt x="17563" y="16287"/>
                    <a:pt x="17563" y="14674"/>
                  </a:cubicBezTo>
                  <a:lnTo>
                    <a:pt x="17563" y="2965"/>
                  </a:lnTo>
                  <a:cubicBezTo>
                    <a:pt x="17563" y="1348"/>
                    <a:pt x="16254" y="0"/>
                    <a:pt x="146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9" name="Google Shape;14009;p143"/>
          <p:cNvGrpSpPr/>
          <p:nvPr/>
        </p:nvGrpSpPr>
        <p:grpSpPr>
          <a:xfrm>
            <a:off x="4088914" y="3755436"/>
            <a:ext cx="407391" cy="407391"/>
            <a:chOff x="5566722" y="2571753"/>
            <a:chExt cx="417024" cy="417024"/>
          </a:xfrm>
        </p:grpSpPr>
        <p:sp>
          <p:nvSpPr>
            <p:cNvPr id="14010" name="Google Shape;14010;p143"/>
            <p:cNvSpPr/>
            <p:nvPr/>
          </p:nvSpPr>
          <p:spPr>
            <a:xfrm>
              <a:off x="5566722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0" y="1171"/>
                  </a:moveTo>
                  <a:cubicBezTo>
                    <a:pt x="14855" y="1171"/>
                    <a:pt x="18810" y="5127"/>
                    <a:pt x="18810" y="9991"/>
                  </a:cubicBezTo>
                  <a:cubicBezTo>
                    <a:pt x="18810" y="14854"/>
                    <a:pt x="14855" y="18810"/>
                    <a:pt x="9990" y="18810"/>
                  </a:cubicBezTo>
                  <a:cubicBezTo>
                    <a:pt x="5127" y="18810"/>
                    <a:pt x="1170" y="14854"/>
                    <a:pt x="1170" y="9991"/>
                  </a:cubicBezTo>
                  <a:cubicBezTo>
                    <a:pt x="1170" y="5127"/>
                    <a:pt x="5127" y="1171"/>
                    <a:pt x="9990" y="1171"/>
                  </a:cubicBezTo>
                  <a:close/>
                  <a:moveTo>
                    <a:pt x="9990" y="0"/>
                  </a:moveTo>
                  <a:cubicBezTo>
                    <a:pt x="4488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0" y="19981"/>
                  </a:cubicBezTo>
                  <a:cubicBezTo>
                    <a:pt x="15492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1" name="Google Shape;14011;p143"/>
            <p:cNvSpPr/>
            <p:nvPr/>
          </p:nvSpPr>
          <p:spPr>
            <a:xfrm>
              <a:off x="5653037" y="2658069"/>
              <a:ext cx="207719" cy="243052"/>
            </a:xfrm>
            <a:custGeom>
              <a:avLst/>
              <a:gdLst/>
              <a:ahLst/>
              <a:cxnLst/>
              <a:rect l="l" t="t" r="r" b="b"/>
              <a:pathLst>
                <a:path w="9953" h="11646" extrusionOk="0">
                  <a:moveTo>
                    <a:pt x="8782" y="1300"/>
                  </a:moveTo>
                  <a:lnTo>
                    <a:pt x="8782" y="2448"/>
                  </a:lnTo>
                  <a:lnTo>
                    <a:pt x="4099" y="3384"/>
                  </a:lnTo>
                  <a:lnTo>
                    <a:pt x="4099" y="2236"/>
                  </a:lnTo>
                  <a:lnTo>
                    <a:pt x="8782" y="1300"/>
                  </a:lnTo>
                  <a:close/>
                  <a:moveTo>
                    <a:pt x="8782" y="7304"/>
                  </a:moveTo>
                  <a:lnTo>
                    <a:pt x="8782" y="8447"/>
                  </a:lnTo>
                  <a:cubicBezTo>
                    <a:pt x="8782" y="8766"/>
                    <a:pt x="8591" y="9047"/>
                    <a:pt x="8295" y="9165"/>
                  </a:cubicBezTo>
                  <a:cubicBezTo>
                    <a:pt x="8163" y="9218"/>
                    <a:pt x="7987" y="9306"/>
                    <a:pt x="7782" y="9306"/>
                  </a:cubicBezTo>
                  <a:cubicBezTo>
                    <a:pt x="7653" y="9306"/>
                    <a:pt x="7513" y="9271"/>
                    <a:pt x="7365" y="9171"/>
                  </a:cubicBezTo>
                  <a:cubicBezTo>
                    <a:pt x="6850" y="8824"/>
                    <a:pt x="6937" y="8042"/>
                    <a:pt x="7512" y="7812"/>
                  </a:cubicBezTo>
                  <a:lnTo>
                    <a:pt x="8782" y="7304"/>
                  </a:lnTo>
                  <a:close/>
                  <a:moveTo>
                    <a:pt x="2928" y="8475"/>
                  </a:moveTo>
                  <a:lnTo>
                    <a:pt x="2928" y="9618"/>
                  </a:lnTo>
                  <a:cubicBezTo>
                    <a:pt x="2928" y="9937"/>
                    <a:pt x="2737" y="10218"/>
                    <a:pt x="2442" y="10336"/>
                  </a:cubicBezTo>
                  <a:cubicBezTo>
                    <a:pt x="2308" y="10389"/>
                    <a:pt x="2132" y="10476"/>
                    <a:pt x="1928" y="10476"/>
                  </a:cubicBezTo>
                  <a:cubicBezTo>
                    <a:pt x="1799" y="10476"/>
                    <a:pt x="1659" y="10442"/>
                    <a:pt x="1511" y="10342"/>
                  </a:cubicBezTo>
                  <a:cubicBezTo>
                    <a:pt x="996" y="9993"/>
                    <a:pt x="1083" y="9213"/>
                    <a:pt x="1658" y="8983"/>
                  </a:cubicBezTo>
                  <a:lnTo>
                    <a:pt x="2928" y="8475"/>
                  </a:lnTo>
                  <a:close/>
                  <a:moveTo>
                    <a:pt x="9369" y="1"/>
                  </a:moveTo>
                  <a:cubicBezTo>
                    <a:pt x="9330" y="1"/>
                    <a:pt x="9291" y="4"/>
                    <a:pt x="9252" y="12"/>
                  </a:cubicBezTo>
                  <a:lnTo>
                    <a:pt x="3399" y="1182"/>
                  </a:lnTo>
                  <a:cubicBezTo>
                    <a:pt x="3124" y="1237"/>
                    <a:pt x="2928" y="1477"/>
                    <a:pt x="2928" y="1757"/>
                  </a:cubicBezTo>
                  <a:lnTo>
                    <a:pt x="2928" y="7214"/>
                  </a:lnTo>
                  <a:lnTo>
                    <a:pt x="1223" y="7897"/>
                  </a:lnTo>
                  <a:cubicBezTo>
                    <a:pt x="480" y="8192"/>
                    <a:pt x="0" y="8902"/>
                    <a:pt x="0" y="9701"/>
                  </a:cubicBezTo>
                  <a:cubicBezTo>
                    <a:pt x="0" y="10782"/>
                    <a:pt x="880" y="11645"/>
                    <a:pt x="1944" y="11645"/>
                  </a:cubicBezTo>
                  <a:cubicBezTo>
                    <a:pt x="2362" y="11645"/>
                    <a:pt x="2624" y="11523"/>
                    <a:pt x="2877" y="11423"/>
                  </a:cubicBezTo>
                  <a:cubicBezTo>
                    <a:pt x="3618" y="11125"/>
                    <a:pt x="4099" y="10418"/>
                    <a:pt x="4099" y="9618"/>
                  </a:cubicBezTo>
                  <a:lnTo>
                    <a:pt x="4099" y="4578"/>
                  </a:lnTo>
                  <a:lnTo>
                    <a:pt x="8782" y="3641"/>
                  </a:lnTo>
                  <a:lnTo>
                    <a:pt x="8782" y="6043"/>
                  </a:lnTo>
                  <a:lnTo>
                    <a:pt x="7076" y="6726"/>
                  </a:lnTo>
                  <a:cubicBezTo>
                    <a:pt x="6335" y="7023"/>
                    <a:pt x="5854" y="7731"/>
                    <a:pt x="5854" y="8530"/>
                  </a:cubicBezTo>
                  <a:cubicBezTo>
                    <a:pt x="5854" y="9611"/>
                    <a:pt x="6733" y="10476"/>
                    <a:pt x="7798" y="10476"/>
                  </a:cubicBezTo>
                  <a:cubicBezTo>
                    <a:pt x="8216" y="10476"/>
                    <a:pt x="8477" y="10354"/>
                    <a:pt x="8730" y="10251"/>
                  </a:cubicBezTo>
                  <a:cubicBezTo>
                    <a:pt x="9473" y="9956"/>
                    <a:pt x="9953" y="9247"/>
                    <a:pt x="9953" y="8447"/>
                  </a:cubicBezTo>
                  <a:lnTo>
                    <a:pt x="9953" y="586"/>
                  </a:lnTo>
                  <a:cubicBezTo>
                    <a:pt x="9953" y="410"/>
                    <a:pt x="9873" y="244"/>
                    <a:pt x="9739" y="133"/>
                  </a:cubicBezTo>
                  <a:cubicBezTo>
                    <a:pt x="9633" y="47"/>
                    <a:pt x="9503" y="1"/>
                    <a:pt x="93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2" name="Google Shape;14012;p143"/>
          <p:cNvGrpSpPr/>
          <p:nvPr/>
        </p:nvGrpSpPr>
        <p:grpSpPr>
          <a:xfrm>
            <a:off x="4705247" y="3857692"/>
            <a:ext cx="407381" cy="202880"/>
            <a:chOff x="6090251" y="2676413"/>
            <a:chExt cx="417014" cy="207677"/>
          </a:xfrm>
        </p:grpSpPr>
        <p:sp>
          <p:nvSpPr>
            <p:cNvPr id="14013" name="Google Shape;14013;p143"/>
            <p:cNvSpPr/>
            <p:nvPr/>
          </p:nvSpPr>
          <p:spPr>
            <a:xfrm>
              <a:off x="6237672" y="2725248"/>
              <a:ext cx="61086" cy="158842"/>
            </a:xfrm>
            <a:custGeom>
              <a:avLst/>
              <a:gdLst/>
              <a:ahLst/>
              <a:cxnLst/>
              <a:rect l="l" t="t" r="r" b="b"/>
              <a:pathLst>
                <a:path w="2927" h="7611" extrusionOk="0">
                  <a:moveTo>
                    <a:pt x="1463" y="1172"/>
                  </a:moveTo>
                  <a:cubicBezTo>
                    <a:pt x="1624" y="1172"/>
                    <a:pt x="1757" y="1303"/>
                    <a:pt x="1757" y="1465"/>
                  </a:cubicBezTo>
                  <a:lnTo>
                    <a:pt x="1757" y="6148"/>
                  </a:lnTo>
                  <a:cubicBezTo>
                    <a:pt x="1757" y="6309"/>
                    <a:pt x="1624" y="6440"/>
                    <a:pt x="1463" y="6440"/>
                  </a:cubicBezTo>
                  <a:cubicBezTo>
                    <a:pt x="1302" y="6440"/>
                    <a:pt x="1171" y="6309"/>
                    <a:pt x="1171" y="6148"/>
                  </a:cubicBezTo>
                  <a:lnTo>
                    <a:pt x="1171" y="1465"/>
                  </a:lnTo>
                  <a:cubicBezTo>
                    <a:pt x="1171" y="1303"/>
                    <a:pt x="1302" y="1172"/>
                    <a:pt x="1463" y="1172"/>
                  </a:cubicBezTo>
                  <a:close/>
                  <a:moveTo>
                    <a:pt x="1463" y="1"/>
                  </a:moveTo>
                  <a:cubicBezTo>
                    <a:pt x="657" y="1"/>
                    <a:pt x="0" y="657"/>
                    <a:pt x="0" y="1465"/>
                  </a:cubicBezTo>
                  <a:lnTo>
                    <a:pt x="0" y="6148"/>
                  </a:lnTo>
                  <a:cubicBezTo>
                    <a:pt x="0" y="6955"/>
                    <a:pt x="657" y="7611"/>
                    <a:pt x="1463" y="7611"/>
                  </a:cubicBezTo>
                  <a:cubicBezTo>
                    <a:pt x="2270" y="7611"/>
                    <a:pt x="2926" y="6955"/>
                    <a:pt x="2926" y="6148"/>
                  </a:cubicBezTo>
                  <a:lnTo>
                    <a:pt x="2926" y="1465"/>
                  </a:lnTo>
                  <a:cubicBezTo>
                    <a:pt x="2926" y="657"/>
                    <a:pt x="2270" y="1"/>
                    <a:pt x="14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4" name="Google Shape;14014;p143"/>
            <p:cNvSpPr/>
            <p:nvPr/>
          </p:nvSpPr>
          <p:spPr>
            <a:xfrm>
              <a:off x="6446178" y="2761915"/>
              <a:ext cx="61086" cy="61086"/>
            </a:xfrm>
            <a:custGeom>
              <a:avLst/>
              <a:gdLst/>
              <a:ahLst/>
              <a:cxnLst/>
              <a:rect l="l" t="t" r="r" b="b"/>
              <a:pathLst>
                <a:path w="2927" h="2927" extrusionOk="0">
                  <a:moveTo>
                    <a:pt x="1464" y="1171"/>
                  </a:moveTo>
                  <a:cubicBezTo>
                    <a:pt x="1625" y="1171"/>
                    <a:pt x="1756" y="1302"/>
                    <a:pt x="1756" y="1463"/>
                  </a:cubicBezTo>
                  <a:cubicBezTo>
                    <a:pt x="1756" y="1626"/>
                    <a:pt x="1625" y="1757"/>
                    <a:pt x="1464" y="1757"/>
                  </a:cubicBezTo>
                  <a:cubicBezTo>
                    <a:pt x="1303" y="1757"/>
                    <a:pt x="1170" y="1626"/>
                    <a:pt x="1170" y="1463"/>
                  </a:cubicBezTo>
                  <a:cubicBezTo>
                    <a:pt x="1170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cubicBezTo>
                    <a:pt x="1" y="2270"/>
                    <a:pt x="657" y="2926"/>
                    <a:pt x="1464" y="2926"/>
                  </a:cubicBezTo>
                  <a:cubicBezTo>
                    <a:pt x="2270" y="2926"/>
                    <a:pt x="2927" y="2270"/>
                    <a:pt x="2927" y="1463"/>
                  </a:cubicBez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5" name="Google Shape;14015;p143"/>
            <p:cNvSpPr/>
            <p:nvPr/>
          </p:nvSpPr>
          <p:spPr>
            <a:xfrm>
              <a:off x="6311758" y="2676413"/>
              <a:ext cx="135446" cy="207677"/>
            </a:xfrm>
            <a:custGeom>
              <a:avLst/>
              <a:gdLst/>
              <a:ahLst/>
              <a:cxnLst/>
              <a:rect l="l" t="t" r="r" b="b"/>
              <a:pathLst>
                <a:path w="6490" h="9951" extrusionOk="0">
                  <a:moveTo>
                    <a:pt x="1466" y="1171"/>
                  </a:moveTo>
                  <a:cubicBezTo>
                    <a:pt x="1627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6" y="3598"/>
                  </a:lnTo>
                  <a:cubicBezTo>
                    <a:pt x="4243" y="3541"/>
                    <a:pt x="4318" y="3512"/>
                    <a:pt x="4392" y="3512"/>
                  </a:cubicBezTo>
                  <a:cubicBezTo>
                    <a:pt x="4467" y="3512"/>
                    <a:pt x="4542" y="3541"/>
                    <a:pt x="4598" y="3598"/>
                  </a:cubicBezTo>
                  <a:cubicBezTo>
                    <a:pt x="4713" y="3712"/>
                    <a:pt x="4713" y="3897"/>
                    <a:pt x="4598" y="4012"/>
                  </a:cubicBezTo>
                  <a:lnTo>
                    <a:pt x="3247" y="5364"/>
                  </a:lnTo>
                  <a:lnTo>
                    <a:pt x="5221" y="8325"/>
                  </a:lnTo>
                  <a:cubicBezTo>
                    <a:pt x="5280" y="8414"/>
                    <a:pt x="5274" y="8500"/>
                    <a:pt x="5265" y="8546"/>
                  </a:cubicBezTo>
                  <a:cubicBezTo>
                    <a:pt x="5257" y="8591"/>
                    <a:pt x="5228" y="8674"/>
                    <a:pt x="5140" y="8732"/>
                  </a:cubicBezTo>
                  <a:cubicBezTo>
                    <a:pt x="5090" y="8764"/>
                    <a:pt x="5037" y="8780"/>
                    <a:pt x="4979" y="8780"/>
                  </a:cubicBezTo>
                  <a:cubicBezTo>
                    <a:pt x="4880" y="8780"/>
                    <a:pt x="4788" y="8732"/>
                    <a:pt x="4735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7" y="8782"/>
                    <a:pt x="1466" y="8782"/>
                  </a:cubicBezTo>
                  <a:cubicBezTo>
                    <a:pt x="1305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5" y="1171"/>
                    <a:pt x="1466" y="1171"/>
                  </a:cubicBezTo>
                  <a:close/>
                  <a:moveTo>
                    <a:pt x="1466" y="0"/>
                  </a:moveTo>
                  <a:cubicBezTo>
                    <a:pt x="659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9" y="9951"/>
                    <a:pt x="1466" y="9951"/>
                  </a:cubicBezTo>
                  <a:cubicBezTo>
                    <a:pt x="2272" y="9951"/>
                    <a:pt x="2929" y="9295"/>
                    <a:pt x="2929" y="8488"/>
                  </a:cubicBezTo>
                  <a:lnTo>
                    <a:pt x="2929" y="8053"/>
                  </a:lnTo>
                  <a:lnTo>
                    <a:pt x="3760" y="9300"/>
                  </a:lnTo>
                  <a:cubicBezTo>
                    <a:pt x="4032" y="9709"/>
                    <a:pt x="4487" y="9951"/>
                    <a:pt x="4979" y="9951"/>
                  </a:cubicBezTo>
                  <a:cubicBezTo>
                    <a:pt x="5269" y="9951"/>
                    <a:pt x="5548" y="9866"/>
                    <a:pt x="5789" y="9705"/>
                  </a:cubicBezTo>
                  <a:cubicBezTo>
                    <a:pt x="6114" y="9489"/>
                    <a:pt x="6336" y="9158"/>
                    <a:pt x="6413" y="8775"/>
                  </a:cubicBezTo>
                  <a:cubicBezTo>
                    <a:pt x="6490" y="8391"/>
                    <a:pt x="6412" y="8001"/>
                    <a:pt x="6196" y="7676"/>
                  </a:cubicBezTo>
                  <a:lnTo>
                    <a:pt x="4754" y="5512"/>
                  </a:lnTo>
                  <a:lnTo>
                    <a:pt x="5426" y="4840"/>
                  </a:lnTo>
                  <a:cubicBezTo>
                    <a:pt x="5998" y="4269"/>
                    <a:pt x="5998" y="3340"/>
                    <a:pt x="5426" y="2771"/>
                  </a:cubicBezTo>
                  <a:cubicBezTo>
                    <a:pt x="5142" y="2485"/>
                    <a:pt x="4767" y="2342"/>
                    <a:pt x="4392" y="2342"/>
                  </a:cubicBezTo>
                  <a:cubicBezTo>
                    <a:pt x="4017" y="2342"/>
                    <a:pt x="3642" y="2485"/>
                    <a:pt x="3357" y="2771"/>
                  </a:cubicBezTo>
                  <a:lnTo>
                    <a:pt x="2929" y="3199"/>
                  </a:lnTo>
                  <a:lnTo>
                    <a:pt x="2929" y="1463"/>
                  </a:lnTo>
                  <a:cubicBezTo>
                    <a:pt x="2929" y="657"/>
                    <a:pt x="2272" y="0"/>
                    <a:pt x="14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6" name="Google Shape;14016;p143"/>
            <p:cNvSpPr/>
            <p:nvPr/>
          </p:nvSpPr>
          <p:spPr>
            <a:xfrm>
              <a:off x="6090251" y="2676413"/>
              <a:ext cx="135405" cy="207677"/>
            </a:xfrm>
            <a:custGeom>
              <a:avLst/>
              <a:gdLst/>
              <a:ahLst/>
              <a:cxnLst/>
              <a:rect l="l" t="t" r="r" b="b"/>
              <a:pathLst>
                <a:path w="6488" h="9951" extrusionOk="0">
                  <a:moveTo>
                    <a:pt x="1464" y="1171"/>
                  </a:moveTo>
                  <a:cubicBezTo>
                    <a:pt x="1625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4" y="3598"/>
                  </a:lnTo>
                  <a:cubicBezTo>
                    <a:pt x="4241" y="3541"/>
                    <a:pt x="4316" y="3512"/>
                    <a:pt x="4391" y="3512"/>
                  </a:cubicBezTo>
                  <a:cubicBezTo>
                    <a:pt x="4466" y="3512"/>
                    <a:pt x="4541" y="3541"/>
                    <a:pt x="4598" y="3598"/>
                  </a:cubicBezTo>
                  <a:cubicBezTo>
                    <a:pt x="4712" y="3712"/>
                    <a:pt x="4712" y="3897"/>
                    <a:pt x="4598" y="4012"/>
                  </a:cubicBezTo>
                  <a:lnTo>
                    <a:pt x="3245" y="5364"/>
                  </a:lnTo>
                  <a:lnTo>
                    <a:pt x="5219" y="8325"/>
                  </a:lnTo>
                  <a:cubicBezTo>
                    <a:pt x="5278" y="8414"/>
                    <a:pt x="5272" y="8500"/>
                    <a:pt x="5264" y="8546"/>
                  </a:cubicBezTo>
                  <a:cubicBezTo>
                    <a:pt x="5255" y="8591"/>
                    <a:pt x="5226" y="8674"/>
                    <a:pt x="5138" y="8732"/>
                  </a:cubicBezTo>
                  <a:cubicBezTo>
                    <a:pt x="5090" y="8764"/>
                    <a:pt x="5035" y="8780"/>
                    <a:pt x="4977" y="8780"/>
                  </a:cubicBezTo>
                  <a:cubicBezTo>
                    <a:pt x="4878" y="8780"/>
                    <a:pt x="4788" y="8732"/>
                    <a:pt x="4733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5" y="8782"/>
                    <a:pt x="1464" y="8782"/>
                  </a:cubicBezTo>
                  <a:cubicBezTo>
                    <a:pt x="1303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7" y="9951"/>
                    <a:pt x="1464" y="9951"/>
                  </a:cubicBezTo>
                  <a:cubicBezTo>
                    <a:pt x="2270" y="9951"/>
                    <a:pt x="2927" y="9295"/>
                    <a:pt x="2927" y="8488"/>
                  </a:cubicBezTo>
                  <a:lnTo>
                    <a:pt x="2927" y="8053"/>
                  </a:lnTo>
                  <a:lnTo>
                    <a:pt x="3758" y="9300"/>
                  </a:lnTo>
                  <a:cubicBezTo>
                    <a:pt x="4031" y="9709"/>
                    <a:pt x="4485" y="9951"/>
                    <a:pt x="4977" y="9951"/>
                  </a:cubicBezTo>
                  <a:cubicBezTo>
                    <a:pt x="5267" y="9951"/>
                    <a:pt x="5548" y="9866"/>
                    <a:pt x="5787" y="9705"/>
                  </a:cubicBezTo>
                  <a:cubicBezTo>
                    <a:pt x="6113" y="9489"/>
                    <a:pt x="6336" y="9158"/>
                    <a:pt x="6412" y="8775"/>
                  </a:cubicBezTo>
                  <a:cubicBezTo>
                    <a:pt x="6488" y="8391"/>
                    <a:pt x="6410" y="8001"/>
                    <a:pt x="6194" y="7676"/>
                  </a:cubicBezTo>
                  <a:lnTo>
                    <a:pt x="4752" y="5512"/>
                  </a:lnTo>
                  <a:lnTo>
                    <a:pt x="5426" y="4840"/>
                  </a:lnTo>
                  <a:cubicBezTo>
                    <a:pt x="5996" y="4269"/>
                    <a:pt x="5996" y="3340"/>
                    <a:pt x="5426" y="2771"/>
                  </a:cubicBezTo>
                  <a:cubicBezTo>
                    <a:pt x="5141" y="2485"/>
                    <a:pt x="4766" y="2342"/>
                    <a:pt x="4391" y="2342"/>
                  </a:cubicBezTo>
                  <a:cubicBezTo>
                    <a:pt x="4016" y="2342"/>
                    <a:pt x="3641" y="2485"/>
                    <a:pt x="3357" y="2771"/>
                  </a:cubicBezTo>
                  <a:lnTo>
                    <a:pt x="2927" y="3199"/>
                  </a:lnTo>
                  <a:lnTo>
                    <a:pt x="2927" y="1463"/>
                  </a:ln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7" name="Google Shape;14017;p143"/>
          <p:cNvGrpSpPr/>
          <p:nvPr/>
        </p:nvGrpSpPr>
        <p:grpSpPr>
          <a:xfrm>
            <a:off x="5937901" y="3755436"/>
            <a:ext cx="407391" cy="407391"/>
            <a:chOff x="7137330" y="2571753"/>
            <a:chExt cx="417024" cy="417024"/>
          </a:xfrm>
        </p:grpSpPr>
        <p:sp>
          <p:nvSpPr>
            <p:cNvPr id="14018" name="Google Shape;14018;p143"/>
            <p:cNvSpPr/>
            <p:nvPr/>
          </p:nvSpPr>
          <p:spPr>
            <a:xfrm>
              <a:off x="7235854" y="2645840"/>
              <a:ext cx="219949" cy="268826"/>
            </a:xfrm>
            <a:custGeom>
              <a:avLst/>
              <a:gdLst/>
              <a:ahLst/>
              <a:cxnLst/>
              <a:rect l="l" t="t" r="r" b="b"/>
              <a:pathLst>
                <a:path w="10539" h="12881" extrusionOk="0">
                  <a:moveTo>
                    <a:pt x="5271" y="1172"/>
                  </a:moveTo>
                  <a:cubicBezTo>
                    <a:pt x="7530" y="1172"/>
                    <a:pt x="9368" y="3010"/>
                    <a:pt x="9368" y="5270"/>
                  </a:cubicBezTo>
                  <a:cubicBezTo>
                    <a:pt x="9368" y="6273"/>
                    <a:pt x="8717" y="7797"/>
                    <a:pt x="7624" y="9343"/>
                  </a:cubicBezTo>
                  <a:cubicBezTo>
                    <a:pt x="6513" y="10917"/>
                    <a:pt x="5536" y="11665"/>
                    <a:pt x="5271" y="11708"/>
                  </a:cubicBezTo>
                  <a:cubicBezTo>
                    <a:pt x="5004" y="11665"/>
                    <a:pt x="4029" y="10917"/>
                    <a:pt x="2916" y="9343"/>
                  </a:cubicBezTo>
                  <a:cubicBezTo>
                    <a:pt x="1825" y="7797"/>
                    <a:pt x="1172" y="6273"/>
                    <a:pt x="1172" y="5270"/>
                  </a:cubicBezTo>
                  <a:cubicBezTo>
                    <a:pt x="1172" y="3010"/>
                    <a:pt x="3010" y="1172"/>
                    <a:pt x="5271" y="1172"/>
                  </a:cubicBezTo>
                  <a:close/>
                  <a:moveTo>
                    <a:pt x="5271" y="1"/>
                  </a:moveTo>
                  <a:cubicBezTo>
                    <a:pt x="2366" y="1"/>
                    <a:pt x="1" y="2364"/>
                    <a:pt x="1" y="5270"/>
                  </a:cubicBezTo>
                  <a:cubicBezTo>
                    <a:pt x="1" y="7084"/>
                    <a:pt x="1409" y="9247"/>
                    <a:pt x="2014" y="10093"/>
                  </a:cubicBezTo>
                  <a:cubicBezTo>
                    <a:pt x="2481" y="10747"/>
                    <a:pt x="4098" y="12881"/>
                    <a:pt x="5271" y="12881"/>
                  </a:cubicBezTo>
                  <a:cubicBezTo>
                    <a:pt x="6444" y="12881"/>
                    <a:pt x="8059" y="10747"/>
                    <a:pt x="8528" y="10093"/>
                  </a:cubicBezTo>
                  <a:cubicBezTo>
                    <a:pt x="9133" y="9247"/>
                    <a:pt x="10539" y="7084"/>
                    <a:pt x="10539" y="5270"/>
                  </a:cubicBezTo>
                  <a:cubicBezTo>
                    <a:pt x="10539" y="2364"/>
                    <a:pt x="8175" y="1"/>
                    <a:pt x="52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9" name="Google Shape;14019;p143"/>
            <p:cNvSpPr/>
            <p:nvPr/>
          </p:nvSpPr>
          <p:spPr>
            <a:xfrm>
              <a:off x="7137330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2" y="1171"/>
                  </a:moveTo>
                  <a:cubicBezTo>
                    <a:pt x="14855" y="1171"/>
                    <a:pt x="18812" y="5127"/>
                    <a:pt x="18812" y="9991"/>
                  </a:cubicBezTo>
                  <a:cubicBezTo>
                    <a:pt x="18812" y="14854"/>
                    <a:pt x="14855" y="18810"/>
                    <a:pt x="9992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2" y="1171"/>
                  </a:cubicBezTo>
                  <a:close/>
                  <a:moveTo>
                    <a:pt x="9992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1"/>
                    <a:pt x="4490" y="19981"/>
                    <a:pt x="9992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0" name="Google Shape;14020;p143"/>
            <p:cNvSpPr/>
            <p:nvPr/>
          </p:nvSpPr>
          <p:spPr>
            <a:xfrm>
              <a:off x="7284751" y="2694716"/>
              <a:ext cx="122173" cy="122194"/>
            </a:xfrm>
            <a:custGeom>
              <a:avLst/>
              <a:gdLst/>
              <a:ahLst/>
              <a:cxnLst/>
              <a:rect l="l" t="t" r="r" b="b"/>
              <a:pathLst>
                <a:path w="5854" h="5855" extrusionOk="0">
                  <a:moveTo>
                    <a:pt x="2928" y="1172"/>
                  </a:moveTo>
                  <a:cubicBezTo>
                    <a:pt x="3895" y="1172"/>
                    <a:pt x="4684" y="1959"/>
                    <a:pt x="4684" y="2928"/>
                  </a:cubicBezTo>
                  <a:cubicBezTo>
                    <a:pt x="4684" y="3896"/>
                    <a:pt x="3895" y="4683"/>
                    <a:pt x="2928" y="4683"/>
                  </a:cubicBezTo>
                  <a:cubicBezTo>
                    <a:pt x="1958" y="4683"/>
                    <a:pt x="1171" y="3896"/>
                    <a:pt x="1171" y="2928"/>
                  </a:cubicBezTo>
                  <a:cubicBezTo>
                    <a:pt x="2139" y="2928"/>
                    <a:pt x="2928" y="2139"/>
                    <a:pt x="2928" y="1172"/>
                  </a:cubicBezTo>
                  <a:close/>
                  <a:moveTo>
                    <a:pt x="2928" y="1"/>
                  </a:moveTo>
                  <a:cubicBezTo>
                    <a:pt x="2655" y="1"/>
                    <a:pt x="2374" y="47"/>
                    <a:pt x="2066" y="142"/>
                  </a:cubicBezTo>
                  <a:cubicBezTo>
                    <a:pt x="1732" y="245"/>
                    <a:pt x="1562" y="616"/>
                    <a:pt x="1704" y="936"/>
                  </a:cubicBezTo>
                  <a:cubicBezTo>
                    <a:pt x="1885" y="1345"/>
                    <a:pt x="1569" y="1756"/>
                    <a:pt x="1177" y="1756"/>
                  </a:cubicBezTo>
                  <a:cubicBezTo>
                    <a:pt x="1099" y="1756"/>
                    <a:pt x="1018" y="1740"/>
                    <a:pt x="938" y="1704"/>
                  </a:cubicBezTo>
                  <a:cubicBezTo>
                    <a:pt x="860" y="1670"/>
                    <a:pt x="780" y="1654"/>
                    <a:pt x="701" y="1654"/>
                  </a:cubicBezTo>
                  <a:cubicBezTo>
                    <a:pt x="453" y="1654"/>
                    <a:pt x="219" y="1813"/>
                    <a:pt x="142" y="2067"/>
                  </a:cubicBezTo>
                  <a:cubicBezTo>
                    <a:pt x="46" y="2373"/>
                    <a:pt x="0" y="2656"/>
                    <a:pt x="0" y="2928"/>
                  </a:cubicBezTo>
                  <a:cubicBezTo>
                    <a:pt x="0" y="4542"/>
                    <a:pt x="1313" y="5854"/>
                    <a:pt x="2928" y="5854"/>
                  </a:cubicBezTo>
                  <a:cubicBezTo>
                    <a:pt x="4541" y="5854"/>
                    <a:pt x="5854" y="4542"/>
                    <a:pt x="5854" y="2928"/>
                  </a:cubicBezTo>
                  <a:cubicBezTo>
                    <a:pt x="5854" y="1313"/>
                    <a:pt x="4541" y="1"/>
                    <a:pt x="29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21" name="Google Shape;14021;p143"/>
          <p:cNvGrpSpPr/>
          <p:nvPr/>
        </p:nvGrpSpPr>
        <p:grpSpPr>
          <a:xfrm>
            <a:off x="5321569" y="3755436"/>
            <a:ext cx="407391" cy="407391"/>
            <a:chOff x="6613801" y="2571753"/>
            <a:chExt cx="417024" cy="417024"/>
          </a:xfrm>
        </p:grpSpPr>
        <p:sp>
          <p:nvSpPr>
            <p:cNvPr id="14022" name="Google Shape;14022;p143"/>
            <p:cNvSpPr/>
            <p:nvPr/>
          </p:nvSpPr>
          <p:spPr>
            <a:xfrm>
              <a:off x="6613801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1" y="1171"/>
                  </a:moveTo>
                  <a:cubicBezTo>
                    <a:pt x="14854" y="1171"/>
                    <a:pt x="18812" y="5127"/>
                    <a:pt x="18812" y="9991"/>
                  </a:cubicBezTo>
                  <a:cubicBezTo>
                    <a:pt x="18812" y="14854"/>
                    <a:pt x="14854" y="18810"/>
                    <a:pt x="9991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1" y="1171"/>
                  </a:cubicBezTo>
                  <a:close/>
                  <a:moveTo>
                    <a:pt x="9991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1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1" y="0"/>
                    <a:pt x="99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3" name="Google Shape;14023;p143"/>
            <p:cNvSpPr/>
            <p:nvPr/>
          </p:nvSpPr>
          <p:spPr>
            <a:xfrm>
              <a:off x="6663449" y="2645840"/>
              <a:ext cx="317704" cy="268826"/>
            </a:xfrm>
            <a:custGeom>
              <a:avLst/>
              <a:gdLst/>
              <a:ahLst/>
              <a:cxnLst/>
              <a:rect l="l" t="t" r="r" b="b"/>
              <a:pathLst>
                <a:path w="15223" h="12881" extrusionOk="0">
                  <a:moveTo>
                    <a:pt x="12295" y="1172"/>
                  </a:moveTo>
                  <a:cubicBezTo>
                    <a:pt x="12619" y="1172"/>
                    <a:pt x="12881" y="1435"/>
                    <a:pt x="12881" y="1757"/>
                  </a:cubicBezTo>
                  <a:cubicBezTo>
                    <a:pt x="12881" y="2079"/>
                    <a:pt x="12617" y="2343"/>
                    <a:pt x="12295" y="2343"/>
                  </a:cubicBezTo>
                  <a:cubicBezTo>
                    <a:pt x="11973" y="2343"/>
                    <a:pt x="11709" y="2079"/>
                    <a:pt x="11709" y="1757"/>
                  </a:cubicBezTo>
                  <a:cubicBezTo>
                    <a:pt x="11709" y="1435"/>
                    <a:pt x="11973" y="1172"/>
                    <a:pt x="12295" y="1172"/>
                  </a:cubicBezTo>
                  <a:close/>
                  <a:moveTo>
                    <a:pt x="2343" y="4685"/>
                  </a:moveTo>
                  <a:cubicBezTo>
                    <a:pt x="2592" y="4685"/>
                    <a:pt x="2827" y="4763"/>
                    <a:pt x="3022" y="4902"/>
                  </a:cubicBezTo>
                  <a:cubicBezTo>
                    <a:pt x="2330" y="5410"/>
                    <a:pt x="1821" y="6015"/>
                    <a:pt x="1513" y="6677"/>
                  </a:cubicBezTo>
                  <a:cubicBezTo>
                    <a:pt x="1301" y="6461"/>
                    <a:pt x="1173" y="6167"/>
                    <a:pt x="1173" y="5856"/>
                  </a:cubicBezTo>
                  <a:cubicBezTo>
                    <a:pt x="1173" y="5210"/>
                    <a:pt x="1697" y="4685"/>
                    <a:pt x="2343" y="4685"/>
                  </a:cubicBezTo>
                  <a:close/>
                  <a:moveTo>
                    <a:pt x="12881" y="4685"/>
                  </a:moveTo>
                  <a:cubicBezTo>
                    <a:pt x="13526" y="4685"/>
                    <a:pt x="14052" y="5208"/>
                    <a:pt x="14052" y="5854"/>
                  </a:cubicBezTo>
                  <a:cubicBezTo>
                    <a:pt x="14052" y="6167"/>
                    <a:pt x="13923" y="6461"/>
                    <a:pt x="13712" y="6677"/>
                  </a:cubicBezTo>
                  <a:cubicBezTo>
                    <a:pt x="13404" y="6015"/>
                    <a:pt x="12893" y="5410"/>
                    <a:pt x="12201" y="4902"/>
                  </a:cubicBezTo>
                  <a:cubicBezTo>
                    <a:pt x="12396" y="4763"/>
                    <a:pt x="12633" y="4685"/>
                    <a:pt x="12881" y="4685"/>
                  </a:cubicBezTo>
                  <a:close/>
                  <a:moveTo>
                    <a:pt x="7616" y="4685"/>
                  </a:moveTo>
                  <a:cubicBezTo>
                    <a:pt x="9058" y="4685"/>
                    <a:pt x="10407" y="5074"/>
                    <a:pt x="11416" y="5778"/>
                  </a:cubicBezTo>
                  <a:cubicBezTo>
                    <a:pt x="12360" y="6440"/>
                    <a:pt x="12881" y="7299"/>
                    <a:pt x="12881" y="8196"/>
                  </a:cubicBezTo>
                  <a:cubicBezTo>
                    <a:pt x="12881" y="9095"/>
                    <a:pt x="12360" y="9953"/>
                    <a:pt x="11416" y="10615"/>
                  </a:cubicBezTo>
                  <a:cubicBezTo>
                    <a:pt x="10407" y="11320"/>
                    <a:pt x="9056" y="11710"/>
                    <a:pt x="7612" y="11710"/>
                  </a:cubicBezTo>
                  <a:cubicBezTo>
                    <a:pt x="6167" y="11710"/>
                    <a:pt x="4816" y="11320"/>
                    <a:pt x="3807" y="10615"/>
                  </a:cubicBezTo>
                  <a:cubicBezTo>
                    <a:pt x="2863" y="9953"/>
                    <a:pt x="2343" y="9095"/>
                    <a:pt x="2343" y="8196"/>
                  </a:cubicBezTo>
                  <a:cubicBezTo>
                    <a:pt x="2343" y="7299"/>
                    <a:pt x="2863" y="6440"/>
                    <a:pt x="3807" y="5778"/>
                  </a:cubicBezTo>
                  <a:cubicBezTo>
                    <a:pt x="4816" y="5074"/>
                    <a:pt x="6165" y="4685"/>
                    <a:pt x="7609" y="4685"/>
                  </a:cubicBezTo>
                  <a:close/>
                  <a:moveTo>
                    <a:pt x="8782" y="0"/>
                  </a:moveTo>
                  <a:cubicBezTo>
                    <a:pt x="8538" y="0"/>
                    <a:pt x="8309" y="156"/>
                    <a:pt x="8228" y="402"/>
                  </a:cubicBezTo>
                  <a:lnTo>
                    <a:pt x="7186" y="3524"/>
                  </a:lnTo>
                  <a:cubicBezTo>
                    <a:pt x="6065" y="3576"/>
                    <a:pt x="4998" y="3836"/>
                    <a:pt x="4073" y="4276"/>
                  </a:cubicBezTo>
                  <a:cubicBezTo>
                    <a:pt x="3634" y="3797"/>
                    <a:pt x="3011" y="3514"/>
                    <a:pt x="2343" y="3514"/>
                  </a:cubicBezTo>
                  <a:cubicBezTo>
                    <a:pt x="1051" y="3514"/>
                    <a:pt x="0" y="4565"/>
                    <a:pt x="0" y="5856"/>
                  </a:cubicBezTo>
                  <a:cubicBezTo>
                    <a:pt x="0" y="6702"/>
                    <a:pt x="469" y="7478"/>
                    <a:pt x="1186" y="7889"/>
                  </a:cubicBezTo>
                  <a:cubicBezTo>
                    <a:pt x="1177" y="7991"/>
                    <a:pt x="1171" y="8094"/>
                    <a:pt x="1171" y="8196"/>
                  </a:cubicBezTo>
                  <a:cubicBezTo>
                    <a:pt x="1171" y="9488"/>
                    <a:pt x="1870" y="10687"/>
                    <a:pt x="3137" y="11573"/>
                  </a:cubicBezTo>
                  <a:cubicBezTo>
                    <a:pt x="4340" y="12415"/>
                    <a:pt x="5928" y="12881"/>
                    <a:pt x="7611" y="12881"/>
                  </a:cubicBezTo>
                  <a:cubicBezTo>
                    <a:pt x="9293" y="12881"/>
                    <a:pt x="10883" y="12415"/>
                    <a:pt x="12086" y="11573"/>
                  </a:cubicBezTo>
                  <a:cubicBezTo>
                    <a:pt x="13353" y="10687"/>
                    <a:pt x="14050" y="9488"/>
                    <a:pt x="14050" y="8196"/>
                  </a:cubicBezTo>
                  <a:cubicBezTo>
                    <a:pt x="14050" y="8094"/>
                    <a:pt x="14046" y="7991"/>
                    <a:pt x="14037" y="7889"/>
                  </a:cubicBezTo>
                  <a:cubicBezTo>
                    <a:pt x="14754" y="7478"/>
                    <a:pt x="15223" y="6702"/>
                    <a:pt x="15223" y="5856"/>
                  </a:cubicBezTo>
                  <a:cubicBezTo>
                    <a:pt x="15223" y="4565"/>
                    <a:pt x="14172" y="3514"/>
                    <a:pt x="12881" y="3514"/>
                  </a:cubicBezTo>
                  <a:cubicBezTo>
                    <a:pt x="12212" y="3514"/>
                    <a:pt x="11589" y="3797"/>
                    <a:pt x="11152" y="4276"/>
                  </a:cubicBezTo>
                  <a:cubicBezTo>
                    <a:pt x="10330" y="3885"/>
                    <a:pt x="9396" y="3636"/>
                    <a:pt x="8412" y="3549"/>
                  </a:cubicBezTo>
                  <a:lnTo>
                    <a:pt x="9153" y="1327"/>
                  </a:lnTo>
                  <a:lnTo>
                    <a:pt x="10540" y="1789"/>
                  </a:lnTo>
                  <a:cubicBezTo>
                    <a:pt x="10556" y="2742"/>
                    <a:pt x="11338" y="3514"/>
                    <a:pt x="12295" y="3514"/>
                  </a:cubicBezTo>
                  <a:cubicBezTo>
                    <a:pt x="13263" y="3514"/>
                    <a:pt x="14052" y="2725"/>
                    <a:pt x="14052" y="1757"/>
                  </a:cubicBezTo>
                  <a:cubicBezTo>
                    <a:pt x="14052" y="790"/>
                    <a:pt x="13263" y="1"/>
                    <a:pt x="12295" y="1"/>
                  </a:cubicBezTo>
                  <a:cubicBezTo>
                    <a:pt x="11732" y="1"/>
                    <a:pt x="11232" y="268"/>
                    <a:pt x="10910" y="678"/>
                  </a:cubicBezTo>
                  <a:lnTo>
                    <a:pt x="8968" y="31"/>
                  </a:lnTo>
                  <a:cubicBezTo>
                    <a:pt x="8906" y="10"/>
                    <a:pt x="8844" y="0"/>
                    <a:pt x="87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4" name="Google Shape;14024;p143"/>
            <p:cNvSpPr/>
            <p:nvPr/>
          </p:nvSpPr>
          <p:spPr>
            <a:xfrm>
              <a:off x="6748992" y="2768030"/>
              <a:ext cx="48898" cy="48878"/>
            </a:xfrm>
            <a:custGeom>
              <a:avLst/>
              <a:gdLst/>
              <a:ahLst/>
              <a:cxnLst/>
              <a:rect l="l" t="t" r="r" b="b"/>
              <a:pathLst>
                <a:path w="2343" h="2342" extrusionOk="0">
                  <a:moveTo>
                    <a:pt x="1171" y="1"/>
                  </a:moveTo>
                  <a:cubicBezTo>
                    <a:pt x="526" y="1"/>
                    <a:pt x="0" y="525"/>
                    <a:pt x="0" y="1170"/>
                  </a:cubicBezTo>
                  <a:cubicBezTo>
                    <a:pt x="0" y="1816"/>
                    <a:pt x="526" y="2341"/>
                    <a:pt x="1171" y="2341"/>
                  </a:cubicBezTo>
                  <a:cubicBezTo>
                    <a:pt x="1817" y="2341"/>
                    <a:pt x="2342" y="1816"/>
                    <a:pt x="2342" y="1170"/>
                  </a:cubicBezTo>
                  <a:cubicBezTo>
                    <a:pt x="2342" y="525"/>
                    <a:pt x="1817" y="1"/>
                    <a:pt x="11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5" name="Google Shape;14025;p143"/>
            <p:cNvSpPr/>
            <p:nvPr/>
          </p:nvSpPr>
          <p:spPr>
            <a:xfrm>
              <a:off x="6846703" y="2768030"/>
              <a:ext cx="48898" cy="48878"/>
            </a:xfrm>
            <a:custGeom>
              <a:avLst/>
              <a:gdLst/>
              <a:ahLst/>
              <a:cxnLst/>
              <a:rect l="l" t="t" r="r" b="b"/>
              <a:pathLst>
                <a:path w="2343" h="2342" extrusionOk="0">
                  <a:moveTo>
                    <a:pt x="1172" y="1"/>
                  </a:moveTo>
                  <a:cubicBezTo>
                    <a:pt x="526" y="1"/>
                    <a:pt x="1" y="525"/>
                    <a:pt x="1" y="1170"/>
                  </a:cubicBezTo>
                  <a:cubicBezTo>
                    <a:pt x="1" y="1816"/>
                    <a:pt x="526" y="2341"/>
                    <a:pt x="1172" y="2341"/>
                  </a:cubicBezTo>
                  <a:cubicBezTo>
                    <a:pt x="1818" y="2341"/>
                    <a:pt x="2343" y="1816"/>
                    <a:pt x="2343" y="1170"/>
                  </a:cubicBezTo>
                  <a:cubicBezTo>
                    <a:pt x="2343" y="525"/>
                    <a:pt x="1818" y="1"/>
                    <a:pt x="11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6" name="Google Shape;14026;p143"/>
            <p:cNvSpPr/>
            <p:nvPr/>
          </p:nvSpPr>
          <p:spPr>
            <a:xfrm>
              <a:off x="6759469" y="2841323"/>
              <a:ext cx="125658" cy="35938"/>
            </a:xfrm>
            <a:custGeom>
              <a:avLst/>
              <a:gdLst/>
              <a:ahLst/>
              <a:cxnLst/>
              <a:rect l="l" t="t" r="r" b="b"/>
              <a:pathLst>
                <a:path w="6021" h="1722" extrusionOk="0">
                  <a:moveTo>
                    <a:pt x="670" y="0"/>
                  </a:moveTo>
                  <a:cubicBezTo>
                    <a:pt x="455" y="0"/>
                    <a:pt x="249" y="119"/>
                    <a:pt x="146" y="324"/>
                  </a:cubicBezTo>
                  <a:cubicBezTo>
                    <a:pt x="1" y="614"/>
                    <a:pt x="117" y="965"/>
                    <a:pt x="407" y="1110"/>
                  </a:cubicBezTo>
                  <a:cubicBezTo>
                    <a:pt x="1223" y="1516"/>
                    <a:pt x="2116" y="1722"/>
                    <a:pt x="3011" y="1722"/>
                  </a:cubicBezTo>
                  <a:cubicBezTo>
                    <a:pt x="3905" y="1722"/>
                    <a:pt x="4800" y="1518"/>
                    <a:pt x="5614" y="1110"/>
                  </a:cubicBezTo>
                  <a:cubicBezTo>
                    <a:pt x="5904" y="965"/>
                    <a:pt x="6021" y="614"/>
                    <a:pt x="5875" y="324"/>
                  </a:cubicBezTo>
                  <a:cubicBezTo>
                    <a:pt x="5774" y="119"/>
                    <a:pt x="5567" y="0"/>
                    <a:pt x="5352" y="0"/>
                  </a:cubicBezTo>
                  <a:cubicBezTo>
                    <a:pt x="5264" y="0"/>
                    <a:pt x="5174" y="20"/>
                    <a:pt x="5090" y="62"/>
                  </a:cubicBezTo>
                  <a:cubicBezTo>
                    <a:pt x="4439" y="388"/>
                    <a:pt x="3725" y="551"/>
                    <a:pt x="3011" y="551"/>
                  </a:cubicBezTo>
                  <a:cubicBezTo>
                    <a:pt x="2296" y="551"/>
                    <a:pt x="1582" y="388"/>
                    <a:pt x="931" y="62"/>
                  </a:cubicBezTo>
                  <a:cubicBezTo>
                    <a:pt x="847" y="20"/>
                    <a:pt x="758" y="0"/>
                    <a:pt x="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27" name="Google Shape;14027;p143"/>
          <p:cNvGrpSpPr/>
          <p:nvPr/>
        </p:nvGrpSpPr>
        <p:grpSpPr>
          <a:xfrm>
            <a:off x="7908242" y="3238780"/>
            <a:ext cx="407411" cy="407411"/>
            <a:chOff x="2964567" y="2571753"/>
            <a:chExt cx="417045" cy="417045"/>
          </a:xfrm>
        </p:grpSpPr>
        <p:sp>
          <p:nvSpPr>
            <p:cNvPr id="14028" name="Google Shape;14028;p143"/>
            <p:cNvSpPr/>
            <p:nvPr/>
          </p:nvSpPr>
          <p:spPr>
            <a:xfrm>
              <a:off x="2964567" y="2571753"/>
              <a:ext cx="417045" cy="417045"/>
            </a:xfrm>
            <a:custGeom>
              <a:avLst/>
              <a:gdLst/>
              <a:ahLst/>
              <a:cxnLst/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9" name="Google Shape;14029;p143"/>
            <p:cNvSpPr/>
            <p:nvPr/>
          </p:nvSpPr>
          <p:spPr>
            <a:xfrm>
              <a:off x="3037777" y="2694715"/>
              <a:ext cx="270642" cy="146633"/>
            </a:xfrm>
            <a:custGeom>
              <a:avLst/>
              <a:gdLst/>
              <a:ahLst/>
              <a:cxnLst/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0" name="Google Shape;14030;p143"/>
          <p:cNvGrpSpPr/>
          <p:nvPr/>
        </p:nvGrpSpPr>
        <p:grpSpPr>
          <a:xfrm>
            <a:off x="1623565" y="3815897"/>
            <a:ext cx="407391" cy="286470"/>
            <a:chOff x="3476576" y="2633631"/>
            <a:chExt cx="417024" cy="293244"/>
          </a:xfrm>
        </p:grpSpPr>
        <p:sp>
          <p:nvSpPr>
            <p:cNvPr id="14031" name="Google Shape;14031;p143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2" name="Google Shape;14032;p143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3" name="Google Shape;14033;p143"/>
          <p:cNvGrpSpPr/>
          <p:nvPr/>
        </p:nvGrpSpPr>
        <p:grpSpPr>
          <a:xfrm>
            <a:off x="2239897" y="3755508"/>
            <a:ext cx="407411" cy="407248"/>
            <a:chOff x="3988564" y="2571836"/>
            <a:chExt cx="417045" cy="416878"/>
          </a:xfrm>
        </p:grpSpPr>
        <p:sp>
          <p:nvSpPr>
            <p:cNvPr id="14034" name="Google Shape;14034;p143"/>
            <p:cNvSpPr/>
            <p:nvPr/>
          </p:nvSpPr>
          <p:spPr>
            <a:xfrm>
              <a:off x="4090678" y="2650431"/>
              <a:ext cx="213124" cy="259268"/>
            </a:xfrm>
            <a:custGeom>
              <a:avLst/>
              <a:gdLst/>
              <a:ahLst/>
              <a:cxnLst/>
              <a:rect l="l" t="t" r="r" b="b"/>
              <a:pathLst>
                <a:path w="10212" h="12423" extrusionOk="0">
                  <a:moveTo>
                    <a:pt x="4938" y="1172"/>
                  </a:moveTo>
                  <a:cubicBezTo>
                    <a:pt x="7267" y="1172"/>
                    <a:pt x="8610" y="2621"/>
                    <a:pt x="8610" y="3081"/>
                  </a:cubicBezTo>
                  <a:cubicBezTo>
                    <a:pt x="8610" y="3348"/>
                    <a:pt x="8308" y="3471"/>
                    <a:pt x="8102" y="3471"/>
                  </a:cubicBezTo>
                  <a:cubicBezTo>
                    <a:pt x="7867" y="3471"/>
                    <a:pt x="7733" y="3357"/>
                    <a:pt x="7407" y="3026"/>
                  </a:cubicBezTo>
                  <a:cubicBezTo>
                    <a:pt x="6933" y="2541"/>
                    <a:pt x="6282" y="1879"/>
                    <a:pt x="4821" y="1879"/>
                  </a:cubicBezTo>
                  <a:cubicBezTo>
                    <a:pt x="4177" y="1879"/>
                    <a:pt x="3602" y="2046"/>
                    <a:pt x="3162" y="2362"/>
                  </a:cubicBezTo>
                  <a:cubicBezTo>
                    <a:pt x="2687" y="2700"/>
                    <a:pt x="2417" y="3188"/>
                    <a:pt x="2417" y="3701"/>
                  </a:cubicBezTo>
                  <a:cubicBezTo>
                    <a:pt x="2417" y="4145"/>
                    <a:pt x="2603" y="4758"/>
                    <a:pt x="3491" y="5152"/>
                  </a:cubicBezTo>
                  <a:cubicBezTo>
                    <a:pt x="3997" y="5378"/>
                    <a:pt x="4646" y="5506"/>
                    <a:pt x="5334" y="5642"/>
                  </a:cubicBezTo>
                  <a:cubicBezTo>
                    <a:pt x="7566" y="6081"/>
                    <a:pt x="9029" y="6514"/>
                    <a:pt x="9029" y="8449"/>
                  </a:cubicBezTo>
                  <a:cubicBezTo>
                    <a:pt x="9029" y="8455"/>
                    <a:pt x="9029" y="8464"/>
                    <a:pt x="9029" y="8478"/>
                  </a:cubicBezTo>
                  <a:cubicBezTo>
                    <a:pt x="9035" y="8646"/>
                    <a:pt x="9028" y="9518"/>
                    <a:pt x="8347" y="10222"/>
                  </a:cubicBezTo>
                  <a:cubicBezTo>
                    <a:pt x="7688" y="10903"/>
                    <a:pt x="6597" y="11248"/>
                    <a:pt x="5102" y="11252"/>
                  </a:cubicBezTo>
                  <a:cubicBezTo>
                    <a:pt x="2240" y="11250"/>
                    <a:pt x="1171" y="9891"/>
                    <a:pt x="1171" y="9033"/>
                  </a:cubicBezTo>
                  <a:cubicBezTo>
                    <a:pt x="1171" y="8780"/>
                    <a:pt x="1518" y="8672"/>
                    <a:pt x="1656" y="8672"/>
                  </a:cubicBezTo>
                  <a:cubicBezTo>
                    <a:pt x="1844" y="8672"/>
                    <a:pt x="2005" y="8837"/>
                    <a:pt x="2327" y="9212"/>
                  </a:cubicBezTo>
                  <a:cubicBezTo>
                    <a:pt x="2843" y="9813"/>
                    <a:pt x="3551" y="10636"/>
                    <a:pt x="5095" y="10636"/>
                  </a:cubicBezTo>
                  <a:cubicBezTo>
                    <a:pt x="6363" y="10636"/>
                    <a:pt x="7727" y="9881"/>
                    <a:pt x="7727" y="8612"/>
                  </a:cubicBezTo>
                  <a:cubicBezTo>
                    <a:pt x="7727" y="7951"/>
                    <a:pt x="7363" y="7445"/>
                    <a:pt x="6647" y="7109"/>
                  </a:cubicBezTo>
                  <a:cubicBezTo>
                    <a:pt x="6130" y="6866"/>
                    <a:pt x="5472" y="6726"/>
                    <a:pt x="4773" y="6578"/>
                  </a:cubicBezTo>
                  <a:cubicBezTo>
                    <a:pt x="2620" y="6120"/>
                    <a:pt x="1209" y="5683"/>
                    <a:pt x="1209" y="3859"/>
                  </a:cubicBezTo>
                  <a:cubicBezTo>
                    <a:pt x="1209" y="2893"/>
                    <a:pt x="1667" y="2191"/>
                    <a:pt x="2606" y="1711"/>
                  </a:cubicBezTo>
                  <a:cubicBezTo>
                    <a:pt x="3388" y="1313"/>
                    <a:pt x="4350" y="1172"/>
                    <a:pt x="4938" y="1172"/>
                  </a:cubicBezTo>
                  <a:close/>
                  <a:moveTo>
                    <a:pt x="4938" y="1"/>
                  </a:moveTo>
                  <a:cubicBezTo>
                    <a:pt x="2944" y="1"/>
                    <a:pt x="39" y="991"/>
                    <a:pt x="39" y="3861"/>
                  </a:cubicBezTo>
                  <a:cubicBezTo>
                    <a:pt x="39" y="5149"/>
                    <a:pt x="579" y="6129"/>
                    <a:pt x="1644" y="6772"/>
                  </a:cubicBezTo>
                  <a:cubicBezTo>
                    <a:pt x="2505" y="7293"/>
                    <a:pt x="3581" y="7523"/>
                    <a:pt x="4529" y="7724"/>
                  </a:cubicBezTo>
                  <a:cubicBezTo>
                    <a:pt x="5159" y="7857"/>
                    <a:pt x="5755" y="7984"/>
                    <a:pt x="6149" y="8170"/>
                  </a:cubicBezTo>
                  <a:cubicBezTo>
                    <a:pt x="6556" y="8359"/>
                    <a:pt x="6556" y="8518"/>
                    <a:pt x="6556" y="8612"/>
                  </a:cubicBezTo>
                  <a:cubicBezTo>
                    <a:pt x="6556" y="9100"/>
                    <a:pt x="5785" y="9465"/>
                    <a:pt x="5095" y="9465"/>
                  </a:cubicBezTo>
                  <a:cubicBezTo>
                    <a:pt x="4089" y="9465"/>
                    <a:pt x="3664" y="8971"/>
                    <a:pt x="3215" y="8449"/>
                  </a:cubicBezTo>
                  <a:cubicBezTo>
                    <a:pt x="2833" y="8005"/>
                    <a:pt x="2401" y="7501"/>
                    <a:pt x="1656" y="7501"/>
                  </a:cubicBezTo>
                  <a:cubicBezTo>
                    <a:pt x="860" y="7501"/>
                    <a:pt x="0" y="8087"/>
                    <a:pt x="0" y="9035"/>
                  </a:cubicBezTo>
                  <a:cubicBezTo>
                    <a:pt x="0" y="10459"/>
                    <a:pt x="1462" y="12423"/>
                    <a:pt x="5104" y="12423"/>
                  </a:cubicBezTo>
                  <a:cubicBezTo>
                    <a:pt x="6926" y="12419"/>
                    <a:pt x="8301" y="11954"/>
                    <a:pt x="9187" y="11036"/>
                  </a:cubicBezTo>
                  <a:cubicBezTo>
                    <a:pt x="10167" y="10024"/>
                    <a:pt x="10211" y="8803"/>
                    <a:pt x="10200" y="8442"/>
                  </a:cubicBezTo>
                  <a:cubicBezTo>
                    <a:pt x="10199" y="7101"/>
                    <a:pt x="9638" y="6090"/>
                    <a:pt x="8536" y="5435"/>
                  </a:cubicBezTo>
                  <a:cubicBezTo>
                    <a:pt x="7642" y="4904"/>
                    <a:pt x="6537" y="4685"/>
                    <a:pt x="5560" y="4492"/>
                  </a:cubicBezTo>
                  <a:cubicBezTo>
                    <a:pt x="4939" y="4370"/>
                    <a:pt x="4354" y="4255"/>
                    <a:pt x="3966" y="4084"/>
                  </a:cubicBezTo>
                  <a:cubicBezTo>
                    <a:pt x="3588" y="3916"/>
                    <a:pt x="3588" y="3781"/>
                    <a:pt x="3588" y="3703"/>
                  </a:cubicBezTo>
                  <a:cubicBezTo>
                    <a:pt x="3588" y="3429"/>
                    <a:pt x="4016" y="3050"/>
                    <a:pt x="4821" y="3050"/>
                  </a:cubicBezTo>
                  <a:cubicBezTo>
                    <a:pt x="5790" y="3050"/>
                    <a:pt x="6153" y="3418"/>
                    <a:pt x="6570" y="3847"/>
                  </a:cubicBezTo>
                  <a:cubicBezTo>
                    <a:pt x="6921" y="4202"/>
                    <a:pt x="7354" y="4644"/>
                    <a:pt x="8102" y="4644"/>
                  </a:cubicBezTo>
                  <a:cubicBezTo>
                    <a:pt x="8966" y="4644"/>
                    <a:pt x="9781" y="4016"/>
                    <a:pt x="9781" y="3082"/>
                  </a:cubicBezTo>
                  <a:cubicBezTo>
                    <a:pt x="9781" y="1768"/>
                    <a:pt x="7722" y="1"/>
                    <a:pt x="49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5" name="Google Shape;14035;p143"/>
            <p:cNvSpPr/>
            <p:nvPr/>
          </p:nvSpPr>
          <p:spPr>
            <a:xfrm>
              <a:off x="3988564" y="2571836"/>
              <a:ext cx="417045" cy="416878"/>
            </a:xfrm>
            <a:custGeom>
              <a:avLst/>
              <a:gdLst/>
              <a:ahLst/>
              <a:cxnLst/>
              <a:rect l="l" t="t" r="r" b="b"/>
              <a:pathLst>
                <a:path w="19983" h="19975" extrusionOk="0">
                  <a:moveTo>
                    <a:pt x="5465" y="1172"/>
                  </a:moveTo>
                  <a:cubicBezTo>
                    <a:pt x="6229" y="1172"/>
                    <a:pt x="6714" y="1356"/>
                    <a:pt x="7184" y="1548"/>
                  </a:cubicBezTo>
                  <a:cubicBezTo>
                    <a:pt x="7842" y="1820"/>
                    <a:pt x="8120" y="1882"/>
                    <a:pt x="8506" y="1882"/>
                  </a:cubicBezTo>
                  <a:cubicBezTo>
                    <a:pt x="8831" y="1882"/>
                    <a:pt x="9232" y="1838"/>
                    <a:pt x="10000" y="1838"/>
                  </a:cubicBezTo>
                  <a:cubicBezTo>
                    <a:pt x="13275" y="1838"/>
                    <a:pt x="15226" y="3478"/>
                    <a:pt x="16286" y="4855"/>
                  </a:cubicBezTo>
                  <a:cubicBezTo>
                    <a:pt x="17660" y="6641"/>
                    <a:pt x="18149" y="8709"/>
                    <a:pt x="18149" y="9937"/>
                  </a:cubicBezTo>
                  <a:cubicBezTo>
                    <a:pt x="18149" y="11304"/>
                    <a:pt x="17841" y="11405"/>
                    <a:pt x="18414" y="12744"/>
                  </a:cubicBezTo>
                  <a:cubicBezTo>
                    <a:pt x="18610" y="13203"/>
                    <a:pt x="18812" y="13675"/>
                    <a:pt x="18812" y="14565"/>
                  </a:cubicBezTo>
                  <a:cubicBezTo>
                    <a:pt x="18812" y="15702"/>
                    <a:pt x="18373" y="16765"/>
                    <a:pt x="17575" y="17561"/>
                  </a:cubicBezTo>
                  <a:cubicBezTo>
                    <a:pt x="16776" y="18358"/>
                    <a:pt x="15671" y="18803"/>
                    <a:pt x="14546" y="18803"/>
                  </a:cubicBezTo>
                  <a:cubicBezTo>
                    <a:pt x="14544" y="18803"/>
                    <a:pt x="14542" y="18803"/>
                    <a:pt x="14540" y="18803"/>
                  </a:cubicBezTo>
                  <a:lnTo>
                    <a:pt x="14519" y="18803"/>
                  </a:lnTo>
                  <a:cubicBezTo>
                    <a:pt x="13754" y="18803"/>
                    <a:pt x="13270" y="18612"/>
                    <a:pt x="12799" y="18418"/>
                  </a:cubicBezTo>
                  <a:cubicBezTo>
                    <a:pt x="12161" y="18154"/>
                    <a:pt x="11842" y="18085"/>
                    <a:pt x="11520" y="18085"/>
                  </a:cubicBezTo>
                  <a:cubicBezTo>
                    <a:pt x="11167" y="18085"/>
                    <a:pt x="10809" y="18168"/>
                    <a:pt x="10022" y="18168"/>
                  </a:cubicBezTo>
                  <a:cubicBezTo>
                    <a:pt x="6746" y="18168"/>
                    <a:pt x="4785" y="16516"/>
                    <a:pt x="3717" y="15131"/>
                  </a:cubicBezTo>
                  <a:cubicBezTo>
                    <a:pt x="2328" y="13328"/>
                    <a:pt x="1835" y="11257"/>
                    <a:pt x="1835" y="10031"/>
                  </a:cubicBezTo>
                  <a:cubicBezTo>
                    <a:pt x="1835" y="8674"/>
                    <a:pt x="2146" y="8571"/>
                    <a:pt x="1569" y="7222"/>
                  </a:cubicBezTo>
                  <a:cubicBezTo>
                    <a:pt x="1375" y="6765"/>
                    <a:pt x="1173" y="6293"/>
                    <a:pt x="1171" y="5408"/>
                  </a:cubicBezTo>
                  <a:cubicBezTo>
                    <a:pt x="1175" y="3063"/>
                    <a:pt x="3100" y="1172"/>
                    <a:pt x="5465" y="1172"/>
                  </a:cubicBezTo>
                  <a:close/>
                  <a:moveTo>
                    <a:pt x="5465" y="0"/>
                  </a:moveTo>
                  <a:cubicBezTo>
                    <a:pt x="3993" y="0"/>
                    <a:pt x="2617" y="552"/>
                    <a:pt x="1587" y="1582"/>
                  </a:cubicBezTo>
                  <a:cubicBezTo>
                    <a:pt x="566" y="2603"/>
                    <a:pt x="4" y="3960"/>
                    <a:pt x="0" y="5403"/>
                  </a:cubicBezTo>
                  <a:lnTo>
                    <a:pt x="0" y="5414"/>
                  </a:lnTo>
                  <a:cubicBezTo>
                    <a:pt x="2" y="6535"/>
                    <a:pt x="274" y="7170"/>
                    <a:pt x="492" y="7682"/>
                  </a:cubicBezTo>
                  <a:cubicBezTo>
                    <a:pt x="938" y="8725"/>
                    <a:pt x="664" y="8547"/>
                    <a:pt x="664" y="10031"/>
                  </a:cubicBezTo>
                  <a:cubicBezTo>
                    <a:pt x="664" y="11738"/>
                    <a:pt x="1385" y="14023"/>
                    <a:pt x="2790" y="15845"/>
                  </a:cubicBezTo>
                  <a:cubicBezTo>
                    <a:pt x="4019" y="17439"/>
                    <a:pt x="6270" y="19339"/>
                    <a:pt x="10022" y="19339"/>
                  </a:cubicBezTo>
                  <a:cubicBezTo>
                    <a:pt x="10942" y="19339"/>
                    <a:pt x="11234" y="19255"/>
                    <a:pt x="11494" y="19255"/>
                  </a:cubicBezTo>
                  <a:cubicBezTo>
                    <a:pt x="11700" y="19255"/>
                    <a:pt x="11887" y="19308"/>
                    <a:pt x="12353" y="19500"/>
                  </a:cubicBezTo>
                  <a:cubicBezTo>
                    <a:pt x="12875" y="19716"/>
                    <a:pt x="13523" y="19974"/>
                    <a:pt x="14519" y="19974"/>
                  </a:cubicBezTo>
                  <a:lnTo>
                    <a:pt x="14554" y="19974"/>
                  </a:lnTo>
                  <a:cubicBezTo>
                    <a:pt x="15985" y="19974"/>
                    <a:pt x="17386" y="19403"/>
                    <a:pt x="18402" y="18391"/>
                  </a:cubicBezTo>
                  <a:cubicBezTo>
                    <a:pt x="19422" y="17374"/>
                    <a:pt x="19983" y="16015"/>
                    <a:pt x="19983" y="14565"/>
                  </a:cubicBezTo>
                  <a:cubicBezTo>
                    <a:pt x="19983" y="13436"/>
                    <a:pt x="19711" y="12797"/>
                    <a:pt x="19491" y="12284"/>
                  </a:cubicBezTo>
                  <a:cubicBezTo>
                    <a:pt x="19045" y="11243"/>
                    <a:pt x="19320" y="11421"/>
                    <a:pt x="19320" y="9937"/>
                  </a:cubicBezTo>
                  <a:cubicBezTo>
                    <a:pt x="19320" y="8218"/>
                    <a:pt x="18603" y="5946"/>
                    <a:pt x="17213" y="4140"/>
                  </a:cubicBezTo>
                  <a:cubicBezTo>
                    <a:pt x="15994" y="2557"/>
                    <a:pt x="13753" y="667"/>
                    <a:pt x="10000" y="667"/>
                  </a:cubicBezTo>
                  <a:cubicBezTo>
                    <a:pt x="9146" y="667"/>
                    <a:pt x="8785" y="712"/>
                    <a:pt x="8528" y="712"/>
                  </a:cubicBezTo>
                  <a:cubicBezTo>
                    <a:pt x="8261" y="712"/>
                    <a:pt x="8109" y="664"/>
                    <a:pt x="7630" y="466"/>
                  </a:cubicBezTo>
                  <a:cubicBezTo>
                    <a:pt x="7110" y="252"/>
                    <a:pt x="6461" y="0"/>
                    <a:pt x="54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6" name="Google Shape;14036;p143"/>
          <p:cNvGrpSpPr/>
          <p:nvPr/>
        </p:nvGrpSpPr>
        <p:grpSpPr>
          <a:xfrm>
            <a:off x="2856250" y="3755436"/>
            <a:ext cx="407391" cy="407391"/>
            <a:chOff x="4500573" y="2571753"/>
            <a:chExt cx="417024" cy="417024"/>
          </a:xfrm>
        </p:grpSpPr>
        <p:sp>
          <p:nvSpPr>
            <p:cNvPr id="14037" name="Google Shape;14037;p143"/>
            <p:cNvSpPr/>
            <p:nvPr/>
          </p:nvSpPr>
          <p:spPr>
            <a:xfrm>
              <a:off x="4550263" y="2632817"/>
              <a:ext cx="317683" cy="293244"/>
            </a:xfrm>
            <a:custGeom>
              <a:avLst/>
              <a:gdLst/>
              <a:ahLst/>
              <a:cxnLst/>
              <a:rect l="l" t="t" r="r" b="b"/>
              <a:pathLst>
                <a:path w="15222" h="14051" extrusionOk="0">
                  <a:moveTo>
                    <a:pt x="7616" y="1172"/>
                  </a:moveTo>
                  <a:cubicBezTo>
                    <a:pt x="8529" y="1202"/>
                    <a:pt x="10613" y="1570"/>
                    <a:pt x="10613" y="4280"/>
                  </a:cubicBezTo>
                  <a:cubicBezTo>
                    <a:pt x="10613" y="4791"/>
                    <a:pt x="10565" y="5662"/>
                    <a:pt x="10565" y="5683"/>
                  </a:cubicBezTo>
                  <a:cubicBezTo>
                    <a:pt x="10565" y="6490"/>
                    <a:pt x="11186" y="6530"/>
                    <a:pt x="11312" y="6530"/>
                  </a:cubicBezTo>
                  <a:cubicBezTo>
                    <a:pt x="11563" y="6530"/>
                    <a:pt x="11867" y="6461"/>
                    <a:pt x="12149" y="6399"/>
                  </a:cubicBezTo>
                  <a:lnTo>
                    <a:pt x="12149" y="6399"/>
                  </a:lnTo>
                  <a:cubicBezTo>
                    <a:pt x="11697" y="6589"/>
                    <a:pt x="10875" y="6838"/>
                    <a:pt x="10875" y="7608"/>
                  </a:cubicBezTo>
                  <a:cubicBezTo>
                    <a:pt x="10875" y="9260"/>
                    <a:pt x="12294" y="9897"/>
                    <a:pt x="13233" y="10316"/>
                  </a:cubicBezTo>
                  <a:cubicBezTo>
                    <a:pt x="13419" y="10399"/>
                    <a:pt x="13661" y="10509"/>
                    <a:pt x="13838" y="10608"/>
                  </a:cubicBezTo>
                  <a:cubicBezTo>
                    <a:pt x="13590" y="10652"/>
                    <a:pt x="13247" y="10703"/>
                    <a:pt x="12826" y="10802"/>
                  </a:cubicBezTo>
                  <a:cubicBezTo>
                    <a:pt x="12446" y="10894"/>
                    <a:pt x="12149" y="11195"/>
                    <a:pt x="12067" y="11574"/>
                  </a:cubicBezTo>
                  <a:cubicBezTo>
                    <a:pt x="12058" y="11614"/>
                    <a:pt x="12049" y="11652"/>
                    <a:pt x="12041" y="11683"/>
                  </a:cubicBezTo>
                  <a:cubicBezTo>
                    <a:pt x="11837" y="11646"/>
                    <a:pt x="11549" y="11584"/>
                    <a:pt x="11156" y="11584"/>
                  </a:cubicBezTo>
                  <a:cubicBezTo>
                    <a:pt x="10220" y="11584"/>
                    <a:pt x="9658" y="11968"/>
                    <a:pt x="9161" y="12306"/>
                  </a:cubicBezTo>
                  <a:cubicBezTo>
                    <a:pt x="8711" y="12614"/>
                    <a:pt x="8322" y="12879"/>
                    <a:pt x="7611" y="12881"/>
                  </a:cubicBezTo>
                  <a:cubicBezTo>
                    <a:pt x="6900" y="12879"/>
                    <a:pt x="6511" y="12614"/>
                    <a:pt x="6060" y="12306"/>
                  </a:cubicBezTo>
                  <a:cubicBezTo>
                    <a:pt x="5563" y="11968"/>
                    <a:pt x="5000" y="11584"/>
                    <a:pt x="4064" y="11584"/>
                  </a:cubicBezTo>
                  <a:cubicBezTo>
                    <a:pt x="3671" y="11584"/>
                    <a:pt x="3381" y="11646"/>
                    <a:pt x="3180" y="11683"/>
                  </a:cubicBezTo>
                  <a:cubicBezTo>
                    <a:pt x="3171" y="11652"/>
                    <a:pt x="3164" y="11614"/>
                    <a:pt x="3155" y="11574"/>
                  </a:cubicBezTo>
                  <a:cubicBezTo>
                    <a:pt x="3072" y="11195"/>
                    <a:pt x="2775" y="10894"/>
                    <a:pt x="2394" y="10802"/>
                  </a:cubicBezTo>
                  <a:cubicBezTo>
                    <a:pt x="1973" y="10703"/>
                    <a:pt x="1630" y="10652"/>
                    <a:pt x="1384" y="10608"/>
                  </a:cubicBezTo>
                  <a:cubicBezTo>
                    <a:pt x="1559" y="10509"/>
                    <a:pt x="1803" y="10399"/>
                    <a:pt x="1987" y="10316"/>
                  </a:cubicBezTo>
                  <a:cubicBezTo>
                    <a:pt x="2927" y="9897"/>
                    <a:pt x="4347" y="9260"/>
                    <a:pt x="4347" y="7608"/>
                  </a:cubicBezTo>
                  <a:cubicBezTo>
                    <a:pt x="4347" y="6838"/>
                    <a:pt x="3525" y="6589"/>
                    <a:pt x="3072" y="6399"/>
                  </a:cubicBezTo>
                  <a:lnTo>
                    <a:pt x="3072" y="6399"/>
                  </a:lnTo>
                  <a:cubicBezTo>
                    <a:pt x="3355" y="6461"/>
                    <a:pt x="3657" y="6530"/>
                    <a:pt x="3910" y="6530"/>
                  </a:cubicBezTo>
                  <a:cubicBezTo>
                    <a:pt x="4034" y="6530"/>
                    <a:pt x="4655" y="6490"/>
                    <a:pt x="4655" y="5683"/>
                  </a:cubicBezTo>
                  <a:cubicBezTo>
                    <a:pt x="4655" y="5662"/>
                    <a:pt x="4609" y="4793"/>
                    <a:pt x="4609" y="4280"/>
                  </a:cubicBezTo>
                  <a:cubicBezTo>
                    <a:pt x="4609" y="1558"/>
                    <a:pt x="6698" y="1199"/>
                    <a:pt x="7616" y="1172"/>
                  </a:cubicBezTo>
                  <a:close/>
                  <a:moveTo>
                    <a:pt x="7602" y="1"/>
                  </a:moveTo>
                  <a:cubicBezTo>
                    <a:pt x="7201" y="11"/>
                    <a:pt x="6164" y="98"/>
                    <a:pt x="5219" y="691"/>
                  </a:cubicBezTo>
                  <a:cubicBezTo>
                    <a:pt x="4407" y="1200"/>
                    <a:pt x="3438" y="2237"/>
                    <a:pt x="3438" y="4280"/>
                  </a:cubicBezTo>
                  <a:cubicBezTo>
                    <a:pt x="3438" y="4714"/>
                    <a:pt x="3454" y="5041"/>
                    <a:pt x="3466" y="5288"/>
                  </a:cubicBezTo>
                  <a:cubicBezTo>
                    <a:pt x="3176" y="5225"/>
                    <a:pt x="2914" y="5159"/>
                    <a:pt x="2711" y="5159"/>
                  </a:cubicBezTo>
                  <a:cubicBezTo>
                    <a:pt x="2005" y="5159"/>
                    <a:pt x="1492" y="5593"/>
                    <a:pt x="1492" y="6187"/>
                  </a:cubicBezTo>
                  <a:cubicBezTo>
                    <a:pt x="1492" y="7031"/>
                    <a:pt x="2302" y="7355"/>
                    <a:pt x="2785" y="7547"/>
                  </a:cubicBezTo>
                  <a:cubicBezTo>
                    <a:pt x="2907" y="7595"/>
                    <a:pt x="3077" y="7664"/>
                    <a:pt x="3173" y="7717"/>
                  </a:cubicBezTo>
                  <a:cubicBezTo>
                    <a:pt x="3084" y="8885"/>
                    <a:pt x="1453" y="9124"/>
                    <a:pt x="595" y="9723"/>
                  </a:cubicBezTo>
                  <a:cubicBezTo>
                    <a:pt x="201" y="9999"/>
                    <a:pt x="1" y="10337"/>
                    <a:pt x="1" y="10730"/>
                  </a:cubicBezTo>
                  <a:cubicBezTo>
                    <a:pt x="1" y="11119"/>
                    <a:pt x="194" y="11425"/>
                    <a:pt x="547" y="11590"/>
                  </a:cubicBezTo>
                  <a:cubicBezTo>
                    <a:pt x="892" y="11752"/>
                    <a:pt x="1340" y="11765"/>
                    <a:pt x="2032" y="11920"/>
                  </a:cubicBezTo>
                  <a:cubicBezTo>
                    <a:pt x="2081" y="12138"/>
                    <a:pt x="2134" y="12318"/>
                    <a:pt x="2231" y="12474"/>
                  </a:cubicBezTo>
                  <a:cubicBezTo>
                    <a:pt x="2428" y="12789"/>
                    <a:pt x="2691" y="12874"/>
                    <a:pt x="2981" y="12874"/>
                  </a:cubicBezTo>
                  <a:cubicBezTo>
                    <a:pt x="3325" y="12874"/>
                    <a:pt x="3708" y="12754"/>
                    <a:pt x="4064" y="12754"/>
                  </a:cubicBezTo>
                  <a:cubicBezTo>
                    <a:pt x="4639" y="12754"/>
                    <a:pt x="4975" y="12984"/>
                    <a:pt x="5400" y="13274"/>
                  </a:cubicBezTo>
                  <a:cubicBezTo>
                    <a:pt x="5907" y="13619"/>
                    <a:pt x="6537" y="14050"/>
                    <a:pt x="7609" y="14050"/>
                  </a:cubicBezTo>
                  <a:lnTo>
                    <a:pt x="7611" y="14050"/>
                  </a:lnTo>
                  <a:cubicBezTo>
                    <a:pt x="8683" y="14050"/>
                    <a:pt x="9315" y="13620"/>
                    <a:pt x="9821" y="13274"/>
                  </a:cubicBezTo>
                  <a:cubicBezTo>
                    <a:pt x="10247" y="12984"/>
                    <a:pt x="10581" y="12754"/>
                    <a:pt x="11156" y="12754"/>
                  </a:cubicBezTo>
                  <a:cubicBezTo>
                    <a:pt x="11621" y="12754"/>
                    <a:pt x="11881" y="12881"/>
                    <a:pt x="12228" y="12881"/>
                  </a:cubicBezTo>
                  <a:cubicBezTo>
                    <a:pt x="12647" y="12881"/>
                    <a:pt x="12874" y="12660"/>
                    <a:pt x="12991" y="12474"/>
                  </a:cubicBezTo>
                  <a:cubicBezTo>
                    <a:pt x="13088" y="12318"/>
                    <a:pt x="13139" y="12136"/>
                    <a:pt x="13189" y="11920"/>
                  </a:cubicBezTo>
                  <a:cubicBezTo>
                    <a:pt x="13880" y="11765"/>
                    <a:pt x="14328" y="11752"/>
                    <a:pt x="14673" y="11590"/>
                  </a:cubicBezTo>
                  <a:cubicBezTo>
                    <a:pt x="15027" y="11425"/>
                    <a:pt x="15221" y="11119"/>
                    <a:pt x="15221" y="10730"/>
                  </a:cubicBezTo>
                  <a:cubicBezTo>
                    <a:pt x="15221" y="10337"/>
                    <a:pt x="15020" y="9999"/>
                    <a:pt x="14625" y="9723"/>
                  </a:cubicBezTo>
                  <a:cubicBezTo>
                    <a:pt x="13769" y="9124"/>
                    <a:pt x="12136" y="8885"/>
                    <a:pt x="12048" y="7717"/>
                  </a:cubicBezTo>
                  <a:cubicBezTo>
                    <a:pt x="12143" y="7664"/>
                    <a:pt x="12313" y="7595"/>
                    <a:pt x="12435" y="7547"/>
                  </a:cubicBezTo>
                  <a:cubicBezTo>
                    <a:pt x="12918" y="7355"/>
                    <a:pt x="13728" y="7031"/>
                    <a:pt x="13728" y="6187"/>
                  </a:cubicBezTo>
                  <a:cubicBezTo>
                    <a:pt x="13728" y="5593"/>
                    <a:pt x="13215" y="5159"/>
                    <a:pt x="12509" y="5159"/>
                  </a:cubicBezTo>
                  <a:cubicBezTo>
                    <a:pt x="12306" y="5159"/>
                    <a:pt x="12044" y="5225"/>
                    <a:pt x="11754" y="5288"/>
                  </a:cubicBezTo>
                  <a:cubicBezTo>
                    <a:pt x="11768" y="5041"/>
                    <a:pt x="11782" y="4714"/>
                    <a:pt x="11782" y="4280"/>
                  </a:cubicBezTo>
                  <a:cubicBezTo>
                    <a:pt x="11782" y="2246"/>
                    <a:pt x="10822" y="1211"/>
                    <a:pt x="10017" y="700"/>
                  </a:cubicBezTo>
                  <a:cubicBezTo>
                    <a:pt x="9076" y="105"/>
                    <a:pt x="8037" y="13"/>
                    <a:pt x="76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8" name="Google Shape;14038;p143"/>
            <p:cNvSpPr/>
            <p:nvPr/>
          </p:nvSpPr>
          <p:spPr>
            <a:xfrm>
              <a:off x="4500573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9" name="Google Shape;14039;p143"/>
          <p:cNvGrpSpPr/>
          <p:nvPr/>
        </p:nvGrpSpPr>
        <p:grpSpPr>
          <a:xfrm>
            <a:off x="3472582" y="3755436"/>
            <a:ext cx="407391" cy="407391"/>
            <a:chOff x="5012603" y="2571753"/>
            <a:chExt cx="417024" cy="417024"/>
          </a:xfrm>
        </p:grpSpPr>
        <p:sp>
          <p:nvSpPr>
            <p:cNvPr id="14040" name="Google Shape;14040;p143"/>
            <p:cNvSpPr/>
            <p:nvPr/>
          </p:nvSpPr>
          <p:spPr>
            <a:xfrm>
              <a:off x="5133124" y="2631210"/>
              <a:ext cx="180818" cy="300048"/>
            </a:xfrm>
            <a:custGeom>
              <a:avLst/>
              <a:gdLst/>
              <a:ahLst/>
              <a:cxnLst/>
              <a:rect l="l" t="t" r="r" b="b"/>
              <a:pathLst>
                <a:path w="8664" h="14377" extrusionOk="0">
                  <a:moveTo>
                    <a:pt x="4683" y="1171"/>
                  </a:moveTo>
                  <a:lnTo>
                    <a:pt x="4683" y="3395"/>
                  </a:lnTo>
                  <a:cubicBezTo>
                    <a:pt x="4683" y="3719"/>
                    <a:pt x="4945" y="3980"/>
                    <a:pt x="5269" y="3980"/>
                  </a:cubicBezTo>
                  <a:lnTo>
                    <a:pt x="7493" y="3980"/>
                  </a:lnTo>
                  <a:lnTo>
                    <a:pt x="7493" y="5620"/>
                  </a:lnTo>
                  <a:lnTo>
                    <a:pt x="5269" y="5620"/>
                  </a:lnTo>
                  <a:cubicBezTo>
                    <a:pt x="4945" y="5620"/>
                    <a:pt x="4683" y="5882"/>
                    <a:pt x="4683" y="6206"/>
                  </a:cubicBezTo>
                  <a:lnTo>
                    <a:pt x="4683" y="9859"/>
                  </a:lnTo>
                  <a:cubicBezTo>
                    <a:pt x="4683" y="10227"/>
                    <a:pt x="4706" y="10648"/>
                    <a:pt x="4975" y="10986"/>
                  </a:cubicBezTo>
                  <a:cubicBezTo>
                    <a:pt x="5327" y="11423"/>
                    <a:pt x="5899" y="11474"/>
                    <a:pt x="6299" y="11474"/>
                  </a:cubicBezTo>
                  <a:lnTo>
                    <a:pt x="7494" y="11474"/>
                  </a:lnTo>
                  <a:lnTo>
                    <a:pt x="7494" y="13158"/>
                  </a:lnTo>
                  <a:cubicBezTo>
                    <a:pt x="7137" y="13183"/>
                    <a:pt x="6635" y="13207"/>
                    <a:pt x="6113" y="13207"/>
                  </a:cubicBezTo>
                  <a:cubicBezTo>
                    <a:pt x="3848" y="13207"/>
                    <a:pt x="3044" y="11806"/>
                    <a:pt x="3044" y="10607"/>
                  </a:cubicBezTo>
                  <a:lnTo>
                    <a:pt x="3044" y="6206"/>
                  </a:lnTo>
                  <a:cubicBezTo>
                    <a:pt x="3044" y="5882"/>
                    <a:pt x="2782" y="5620"/>
                    <a:pt x="2460" y="5620"/>
                  </a:cubicBezTo>
                  <a:lnTo>
                    <a:pt x="1172" y="5620"/>
                  </a:lnTo>
                  <a:lnTo>
                    <a:pt x="1172" y="4090"/>
                  </a:lnTo>
                  <a:cubicBezTo>
                    <a:pt x="2035" y="3913"/>
                    <a:pt x="2690" y="3487"/>
                    <a:pt x="3120" y="2820"/>
                  </a:cubicBezTo>
                  <a:cubicBezTo>
                    <a:pt x="3463" y="2289"/>
                    <a:pt x="3608" y="1697"/>
                    <a:pt x="3703" y="1171"/>
                  </a:cubicBezTo>
                  <a:close/>
                  <a:moveTo>
                    <a:pt x="3208" y="0"/>
                  </a:moveTo>
                  <a:cubicBezTo>
                    <a:pt x="2922" y="0"/>
                    <a:pt x="2677" y="207"/>
                    <a:pt x="2631" y="490"/>
                  </a:cubicBezTo>
                  <a:cubicBezTo>
                    <a:pt x="2409" y="1822"/>
                    <a:pt x="2209" y="2861"/>
                    <a:pt x="537" y="3000"/>
                  </a:cubicBezTo>
                  <a:cubicBezTo>
                    <a:pt x="234" y="3025"/>
                    <a:pt x="1" y="3278"/>
                    <a:pt x="1" y="3582"/>
                  </a:cubicBezTo>
                  <a:lnTo>
                    <a:pt x="1" y="6206"/>
                  </a:lnTo>
                  <a:cubicBezTo>
                    <a:pt x="1" y="6529"/>
                    <a:pt x="263" y="6791"/>
                    <a:pt x="586" y="6791"/>
                  </a:cubicBezTo>
                  <a:lnTo>
                    <a:pt x="1874" y="6791"/>
                  </a:lnTo>
                  <a:lnTo>
                    <a:pt x="1874" y="10607"/>
                  </a:lnTo>
                  <a:cubicBezTo>
                    <a:pt x="1874" y="12618"/>
                    <a:pt x="3355" y="14377"/>
                    <a:pt x="6111" y="14377"/>
                  </a:cubicBezTo>
                  <a:cubicBezTo>
                    <a:pt x="7158" y="14377"/>
                    <a:pt x="8098" y="14285"/>
                    <a:pt x="8137" y="14281"/>
                  </a:cubicBezTo>
                  <a:cubicBezTo>
                    <a:pt x="8436" y="14251"/>
                    <a:pt x="8664" y="14000"/>
                    <a:pt x="8664" y="13699"/>
                  </a:cubicBezTo>
                  <a:lnTo>
                    <a:pt x="8664" y="10888"/>
                  </a:lnTo>
                  <a:cubicBezTo>
                    <a:pt x="8664" y="10565"/>
                    <a:pt x="8402" y="10303"/>
                    <a:pt x="8078" y="10303"/>
                  </a:cubicBezTo>
                  <a:lnTo>
                    <a:pt x="6299" y="10303"/>
                  </a:lnTo>
                  <a:cubicBezTo>
                    <a:pt x="5828" y="10303"/>
                    <a:pt x="5855" y="10292"/>
                    <a:pt x="5855" y="9859"/>
                  </a:cubicBezTo>
                  <a:lnTo>
                    <a:pt x="5855" y="6791"/>
                  </a:lnTo>
                  <a:lnTo>
                    <a:pt x="8078" y="6791"/>
                  </a:lnTo>
                  <a:cubicBezTo>
                    <a:pt x="8402" y="6791"/>
                    <a:pt x="8664" y="6529"/>
                    <a:pt x="8664" y="6206"/>
                  </a:cubicBezTo>
                  <a:lnTo>
                    <a:pt x="8664" y="3397"/>
                  </a:lnTo>
                  <a:cubicBezTo>
                    <a:pt x="8664" y="3073"/>
                    <a:pt x="8402" y="2811"/>
                    <a:pt x="8078" y="2811"/>
                  </a:cubicBezTo>
                  <a:lnTo>
                    <a:pt x="5855" y="2811"/>
                  </a:lnTo>
                  <a:lnTo>
                    <a:pt x="5855" y="586"/>
                  </a:lnTo>
                  <a:cubicBezTo>
                    <a:pt x="5855" y="262"/>
                    <a:pt x="5593" y="0"/>
                    <a:pt x="52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1" name="Google Shape;14041;p143"/>
            <p:cNvSpPr/>
            <p:nvPr/>
          </p:nvSpPr>
          <p:spPr>
            <a:xfrm>
              <a:off x="5012603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53" y="1172"/>
                  </a:moveTo>
                  <a:cubicBezTo>
                    <a:pt x="18007" y="1172"/>
                    <a:pt x="18810" y="1993"/>
                    <a:pt x="18810" y="2966"/>
                  </a:cubicBezTo>
                  <a:lnTo>
                    <a:pt x="18810" y="17017"/>
                  </a:lnTo>
                  <a:cubicBezTo>
                    <a:pt x="18810" y="17990"/>
                    <a:pt x="18007" y="18811"/>
                    <a:pt x="17053" y="18811"/>
                  </a:cubicBezTo>
                  <a:lnTo>
                    <a:pt x="2965" y="18811"/>
                  </a:lnTo>
                  <a:cubicBezTo>
                    <a:pt x="1992" y="18811"/>
                    <a:pt x="1169" y="17990"/>
                    <a:pt x="1169" y="17017"/>
                  </a:cubicBezTo>
                  <a:lnTo>
                    <a:pt x="1169" y="2966"/>
                  </a:lnTo>
                  <a:cubicBezTo>
                    <a:pt x="1169" y="1993"/>
                    <a:pt x="1992" y="1172"/>
                    <a:pt x="2965" y="1172"/>
                  </a:cubicBezTo>
                  <a:close/>
                  <a:moveTo>
                    <a:pt x="2965" y="1"/>
                  </a:moveTo>
                  <a:cubicBezTo>
                    <a:pt x="1346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6"/>
                    <a:pt x="1348" y="19982"/>
                    <a:pt x="2965" y="19982"/>
                  </a:cubicBezTo>
                  <a:lnTo>
                    <a:pt x="17053" y="19982"/>
                  </a:lnTo>
                  <a:cubicBezTo>
                    <a:pt x="18672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9"/>
                    <a:pt x="18672" y="1"/>
                    <a:pt x="170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42" name="Google Shape;14042;p143"/>
          <p:cNvSpPr/>
          <p:nvPr/>
        </p:nvSpPr>
        <p:spPr>
          <a:xfrm>
            <a:off x="5212789" y="3238852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43" name="Google Shape;14043;p143"/>
          <p:cNvGrpSpPr/>
          <p:nvPr/>
        </p:nvGrpSpPr>
        <p:grpSpPr>
          <a:xfrm>
            <a:off x="5733329" y="3238790"/>
            <a:ext cx="407432" cy="407391"/>
            <a:chOff x="812101" y="2571761"/>
            <a:chExt cx="417066" cy="417024"/>
          </a:xfrm>
        </p:grpSpPr>
        <p:sp>
          <p:nvSpPr>
            <p:cNvPr id="14044" name="Google Shape;14044;p143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5" name="Google Shape;14045;p143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6" name="Google Shape;14046;p143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7" name="Google Shape;14047;p143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48" name="Google Shape;14048;p143"/>
          <p:cNvGrpSpPr/>
          <p:nvPr/>
        </p:nvGrpSpPr>
        <p:grpSpPr>
          <a:xfrm>
            <a:off x="6253923" y="3238790"/>
            <a:ext cx="407391" cy="407391"/>
            <a:chOff x="1323129" y="2571761"/>
            <a:chExt cx="417024" cy="417024"/>
          </a:xfrm>
        </p:grpSpPr>
        <p:sp>
          <p:nvSpPr>
            <p:cNvPr id="14049" name="Google Shape;14049;p143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0" name="Google Shape;14050;p143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1" name="Google Shape;14051;p143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2" name="Google Shape;14052;p143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53" name="Google Shape;14053;p143"/>
          <p:cNvSpPr/>
          <p:nvPr/>
        </p:nvSpPr>
        <p:spPr>
          <a:xfrm>
            <a:off x="6827427" y="3275603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54" name="Google Shape;14054;p143"/>
          <p:cNvGrpSpPr/>
          <p:nvPr/>
        </p:nvGrpSpPr>
        <p:grpSpPr>
          <a:xfrm>
            <a:off x="7390398" y="3238843"/>
            <a:ext cx="408023" cy="407411"/>
            <a:chOff x="2344476" y="2571761"/>
            <a:chExt cx="417671" cy="417045"/>
          </a:xfrm>
        </p:grpSpPr>
        <p:sp>
          <p:nvSpPr>
            <p:cNvPr id="14055" name="Google Shape;14055;p143"/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6" name="Google Shape;14056;p143"/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7" name="Google Shape;14057;p143"/>
          <p:cNvGrpSpPr/>
          <p:nvPr/>
        </p:nvGrpSpPr>
        <p:grpSpPr>
          <a:xfrm>
            <a:off x="7121258" y="3759535"/>
            <a:ext cx="399178" cy="399178"/>
            <a:chOff x="2038375" y="3798025"/>
            <a:chExt cx="841792" cy="841792"/>
          </a:xfrm>
        </p:grpSpPr>
        <p:sp>
          <p:nvSpPr>
            <p:cNvPr id="14058" name="Google Shape;14058;p143"/>
            <p:cNvSpPr/>
            <p:nvPr/>
          </p:nvSpPr>
          <p:spPr>
            <a:xfrm>
              <a:off x="2186646" y="3907135"/>
              <a:ext cx="545341" cy="623694"/>
            </a:xfrm>
            <a:custGeom>
              <a:avLst/>
              <a:gdLst/>
              <a:ahLst/>
              <a:cxnLst/>
              <a:rect l="l" t="t" r="r" b="b"/>
              <a:pathLst>
                <a:path w="182541" h="208768" extrusionOk="0">
                  <a:moveTo>
                    <a:pt x="124804" y="12232"/>
                  </a:moveTo>
                  <a:cubicBezTo>
                    <a:pt x="127609" y="36012"/>
                    <a:pt x="146529" y="54932"/>
                    <a:pt x="170308" y="57737"/>
                  </a:cubicBezTo>
                  <a:lnTo>
                    <a:pt x="170308" y="78353"/>
                  </a:lnTo>
                  <a:cubicBezTo>
                    <a:pt x="157261" y="77276"/>
                    <a:pt x="144865" y="72710"/>
                    <a:pt x="134166" y="65011"/>
                  </a:cubicBezTo>
                  <a:cubicBezTo>
                    <a:pt x="133084" y="64247"/>
                    <a:pt x="131821" y="63855"/>
                    <a:pt x="130560" y="63855"/>
                  </a:cubicBezTo>
                  <a:cubicBezTo>
                    <a:pt x="129615" y="63855"/>
                    <a:pt x="128671" y="64075"/>
                    <a:pt x="127805" y="64522"/>
                  </a:cubicBezTo>
                  <a:cubicBezTo>
                    <a:pt x="125750" y="65566"/>
                    <a:pt x="124478" y="67686"/>
                    <a:pt x="124478" y="69970"/>
                  </a:cubicBezTo>
                  <a:lnTo>
                    <a:pt x="124478" y="140429"/>
                  </a:lnTo>
                  <a:cubicBezTo>
                    <a:pt x="124478" y="171352"/>
                    <a:pt x="99295" y="196535"/>
                    <a:pt x="68339" y="196535"/>
                  </a:cubicBezTo>
                  <a:cubicBezTo>
                    <a:pt x="37383" y="196535"/>
                    <a:pt x="12233" y="171352"/>
                    <a:pt x="12233" y="140429"/>
                  </a:cubicBezTo>
                  <a:cubicBezTo>
                    <a:pt x="12233" y="111527"/>
                    <a:pt x="34153" y="87682"/>
                    <a:pt x="62239" y="84616"/>
                  </a:cubicBezTo>
                  <a:lnTo>
                    <a:pt x="62239" y="105330"/>
                  </a:lnTo>
                  <a:cubicBezTo>
                    <a:pt x="45505" y="108265"/>
                    <a:pt x="32751" y="122879"/>
                    <a:pt x="32751" y="140429"/>
                  </a:cubicBezTo>
                  <a:cubicBezTo>
                    <a:pt x="32751" y="160033"/>
                    <a:pt x="48702" y="176017"/>
                    <a:pt x="68339" y="176017"/>
                  </a:cubicBezTo>
                  <a:cubicBezTo>
                    <a:pt x="87976" y="176017"/>
                    <a:pt x="103927" y="160033"/>
                    <a:pt x="103927" y="140429"/>
                  </a:cubicBezTo>
                  <a:lnTo>
                    <a:pt x="103927" y="12232"/>
                  </a:lnTo>
                  <a:close/>
                  <a:moveTo>
                    <a:pt x="97827" y="0"/>
                  </a:moveTo>
                  <a:cubicBezTo>
                    <a:pt x="94435" y="0"/>
                    <a:pt x="91695" y="2740"/>
                    <a:pt x="91695" y="6133"/>
                  </a:cubicBezTo>
                  <a:lnTo>
                    <a:pt x="91695" y="140429"/>
                  </a:lnTo>
                  <a:cubicBezTo>
                    <a:pt x="91695" y="153313"/>
                    <a:pt x="81224" y="163784"/>
                    <a:pt x="68339" y="163784"/>
                  </a:cubicBezTo>
                  <a:cubicBezTo>
                    <a:pt x="55454" y="163784"/>
                    <a:pt x="44983" y="153313"/>
                    <a:pt x="44983" y="140429"/>
                  </a:cubicBezTo>
                  <a:cubicBezTo>
                    <a:pt x="44983" y="127544"/>
                    <a:pt x="55454" y="117040"/>
                    <a:pt x="68339" y="117040"/>
                  </a:cubicBezTo>
                  <a:cubicBezTo>
                    <a:pt x="71731" y="117040"/>
                    <a:pt x="74471" y="114300"/>
                    <a:pt x="74471" y="110940"/>
                  </a:cubicBezTo>
                  <a:lnTo>
                    <a:pt x="74471" y="78190"/>
                  </a:lnTo>
                  <a:cubicBezTo>
                    <a:pt x="74471" y="74797"/>
                    <a:pt x="71731" y="72057"/>
                    <a:pt x="68339" y="72057"/>
                  </a:cubicBezTo>
                  <a:cubicBezTo>
                    <a:pt x="30663" y="72057"/>
                    <a:pt x="0" y="102720"/>
                    <a:pt x="0" y="140429"/>
                  </a:cubicBezTo>
                  <a:cubicBezTo>
                    <a:pt x="0" y="178104"/>
                    <a:pt x="30663" y="208767"/>
                    <a:pt x="68339" y="208767"/>
                  </a:cubicBezTo>
                  <a:cubicBezTo>
                    <a:pt x="106047" y="208767"/>
                    <a:pt x="136710" y="178104"/>
                    <a:pt x="136710" y="140429"/>
                  </a:cubicBezTo>
                  <a:lnTo>
                    <a:pt x="136710" y="80963"/>
                  </a:lnTo>
                  <a:cubicBezTo>
                    <a:pt x="148877" y="87454"/>
                    <a:pt x="162414" y="90846"/>
                    <a:pt x="176441" y="90846"/>
                  </a:cubicBezTo>
                  <a:cubicBezTo>
                    <a:pt x="179801" y="90846"/>
                    <a:pt x="182541" y="88106"/>
                    <a:pt x="182541" y="84746"/>
                  </a:cubicBezTo>
                  <a:lnTo>
                    <a:pt x="182541" y="51963"/>
                  </a:lnTo>
                  <a:cubicBezTo>
                    <a:pt x="182541" y="48604"/>
                    <a:pt x="179801" y="45864"/>
                    <a:pt x="176441" y="45864"/>
                  </a:cubicBezTo>
                  <a:cubicBezTo>
                    <a:pt x="154520" y="45864"/>
                    <a:pt x="136710" y="28020"/>
                    <a:pt x="136710" y="6133"/>
                  </a:cubicBezTo>
                  <a:cubicBezTo>
                    <a:pt x="136710" y="2740"/>
                    <a:pt x="133970" y="0"/>
                    <a:pt x="130578" y="0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9" name="Google Shape;14059;p143"/>
            <p:cNvSpPr/>
            <p:nvPr/>
          </p:nvSpPr>
          <p:spPr>
            <a:xfrm>
              <a:off x="2038375" y="3798025"/>
              <a:ext cx="841792" cy="841792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4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4" name="Google Shape;14064;p14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orean AI Agency Pitch Deck XL by Slidesgo">
  <a:themeElements>
    <a:clrScheme name="Simple Light">
      <a:dk1>
        <a:srgbClr val="000328"/>
      </a:dk1>
      <a:lt1>
        <a:srgbClr val="FFFFFF"/>
      </a:lt1>
      <a:dk2>
        <a:srgbClr val="E0A9A8"/>
      </a:dk2>
      <a:lt2>
        <a:srgbClr val="005C8F"/>
      </a:lt2>
      <a:accent1>
        <a:srgbClr val="6128F6"/>
      </a:accent1>
      <a:accent2>
        <a:srgbClr val="5C65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1355</Words>
  <Application>Microsoft Office PowerPoint</Application>
  <PresentationFormat>On-screen Show (16:9)</PresentationFormat>
  <Paragraphs>163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IBM Plex Sans</vt:lpstr>
      <vt:lpstr>IBM Plex Sans Medium</vt:lpstr>
      <vt:lpstr>Proxima Nova</vt:lpstr>
      <vt:lpstr>Roboto Condensed Light</vt:lpstr>
      <vt:lpstr>Korean AI Agency Pitch Deck XL by Slidesgo</vt:lpstr>
      <vt:lpstr>Slidesgo Final Pages</vt:lpstr>
      <vt:lpstr>Image classification</vt:lpstr>
      <vt:lpstr>Hyperparameter vs Parameter</vt:lpstr>
      <vt:lpstr>Important Hyperparameters</vt:lpstr>
      <vt:lpstr>Image Size &amp; Architectures</vt:lpstr>
      <vt:lpstr>Training Performance Settings</vt:lpstr>
      <vt:lpstr>Preprocessing</vt:lpstr>
      <vt:lpstr>Regularization Techniques(regularize overfit)</vt:lpstr>
      <vt:lpstr>ANN (Artificial Neural Network)</vt:lpstr>
      <vt:lpstr>CNN for Image Classification</vt:lpstr>
      <vt:lpstr>Architecture Ideas</vt:lpstr>
      <vt:lpstr>How to implement</vt:lpstr>
      <vt:lpstr>Loss Function – Cross Entropy</vt:lpstr>
      <vt:lpstr>importance of Dataset Size – 3000 vs 30000 images </vt:lpstr>
      <vt:lpstr>The END </vt:lpstr>
      <vt:lpstr>Creative Process Icons</vt:lpstr>
      <vt:lpstr>PowerPoint Presentation</vt:lpstr>
      <vt:lpstr>SEO &amp; Marketing Icons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mahdi light</cp:lastModifiedBy>
  <cp:revision>24</cp:revision>
  <dcterms:modified xsi:type="dcterms:W3CDTF">2025-09-18T10:26:37Z</dcterms:modified>
</cp:coreProperties>
</file>